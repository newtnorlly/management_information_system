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heme/theme3.xml" ContentType="application/vnd.openxmlformats-officedocument.them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2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3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4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5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6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notesSlides/notesSlide7.xml" ContentType="application/vnd.openxmlformats-officedocument.presentationml.notesSlide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notesSlides/notesSlide8.xml" ContentType="application/vnd.openxmlformats-officedocument.presentationml.notesSlide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notesSlides/notesSlide9.xml" ContentType="application/vnd.openxmlformats-officedocument.presentationml.notesSlide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notesSlides/notesSlide10.xml" ContentType="application/vnd.openxmlformats-officedocument.presentationml.notesSlide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notesSlides/notesSlide11.xml" ContentType="application/vnd.openxmlformats-officedocument.presentationml.notesSlide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notesSlides/notesSlide12.xml" ContentType="application/vnd.openxmlformats-officedocument.presentationml.notesSlide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notesSlides/notesSlide13.xml" ContentType="application/vnd.openxmlformats-officedocument.presentationml.notesSlide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notesSlides/notesSlide14.xml" ContentType="application/vnd.openxmlformats-officedocument.presentationml.notesSlide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notesSlides/notesSlide15.xml" ContentType="application/vnd.openxmlformats-officedocument.presentationml.notesSlide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notesSlides/notesSlide16.xml" ContentType="application/vnd.openxmlformats-officedocument.presentationml.notesSlide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notesSlides/notesSlide17.xml" ContentType="application/vnd.openxmlformats-officedocument.presentationml.notesSlide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notesSlides/notesSlide18.xml" ContentType="application/vnd.openxmlformats-officedocument.presentationml.notesSlide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notesSlides/notesSlide19.xml" ContentType="application/vnd.openxmlformats-officedocument.presentationml.notesSlide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notesSlides/notesSlide20.xml" ContentType="application/vnd.openxmlformats-officedocument.presentationml.notesSlide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notesSlides/notesSlide21.xml" ContentType="application/vnd.openxmlformats-officedocument.presentationml.notesSlide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notesSlides/notesSlide22.xml" ContentType="application/vnd.openxmlformats-officedocument.presentationml.notesSlide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notesSlides/notesSlide23.xml" ContentType="application/vnd.openxmlformats-officedocument.presentationml.notesSlide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notesSlides/notesSlide24.xml" ContentType="application/vnd.openxmlformats-officedocument.presentationml.notesSlide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notesSlides/notesSlide25.xml" ContentType="application/vnd.openxmlformats-officedocument.presentationml.notesSlide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notesSlides/notesSlide26.xml" ContentType="application/vnd.openxmlformats-officedocument.presentationml.notesSlide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notesSlides/notesSlide27.xml" ContentType="application/vnd.openxmlformats-officedocument.presentationml.notesSlide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notesSlides/notesSlide28.xml" ContentType="application/vnd.openxmlformats-officedocument.presentationml.notesSlide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notesSlides/notesSlide29.xml" ContentType="application/vnd.openxmlformats-officedocument.presentationml.notesSlide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notesSlides/notesSlide30.xml" ContentType="application/vnd.openxmlformats-officedocument.presentationml.notesSlide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notesSlides/notesSlide31.xml" ContentType="application/vnd.openxmlformats-officedocument.presentationml.notesSlide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notesSlides/notesSlide32.xml" ContentType="application/vnd.openxmlformats-officedocument.presentationml.notesSlide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notesSlides/notesSlide33.xml" ContentType="application/vnd.openxmlformats-officedocument.presentationml.notesSlide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notesSlides/notesSlide34.xml" ContentType="application/vnd.openxmlformats-officedocument.presentationml.notesSlide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notesSlides/notesSlide35.xml" ContentType="application/vnd.openxmlformats-officedocument.presentationml.notesSlide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notesSlides/notesSlide36.xml" ContentType="application/vnd.openxmlformats-officedocument.presentationml.notesSlide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notesSlides/notesSlide37.xml" ContentType="application/vnd.openxmlformats-officedocument.presentationml.notesSlide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notesSlides/notesSlide38.xml" ContentType="application/vnd.openxmlformats-officedocument.presentationml.notesSlide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0" r:id="rId2"/>
  </p:sldMasterIdLst>
  <p:notesMasterIdLst>
    <p:notesMasterId r:id="rId64"/>
  </p:notesMasterIdLst>
  <p:sldIdLst>
    <p:sldId id="591" r:id="rId3"/>
    <p:sldId id="754" r:id="rId4"/>
    <p:sldId id="592" r:id="rId5"/>
    <p:sldId id="700" r:id="rId6"/>
    <p:sldId id="690" r:id="rId7"/>
    <p:sldId id="691" r:id="rId8"/>
    <p:sldId id="699" r:id="rId9"/>
    <p:sldId id="698" r:id="rId10"/>
    <p:sldId id="704" r:id="rId11"/>
    <p:sldId id="702" r:id="rId12"/>
    <p:sldId id="705" r:id="rId13"/>
    <p:sldId id="706" r:id="rId14"/>
    <p:sldId id="707" r:id="rId15"/>
    <p:sldId id="752" r:id="rId16"/>
    <p:sldId id="624" r:id="rId17"/>
    <p:sldId id="753" r:id="rId18"/>
    <p:sldId id="626" r:id="rId19"/>
    <p:sldId id="709" r:id="rId20"/>
    <p:sldId id="755" r:id="rId21"/>
    <p:sldId id="711" r:id="rId22"/>
    <p:sldId id="714" r:id="rId23"/>
    <p:sldId id="715" r:id="rId24"/>
    <p:sldId id="716" r:id="rId25"/>
    <p:sldId id="717" r:id="rId26"/>
    <p:sldId id="718" r:id="rId27"/>
    <p:sldId id="719" r:id="rId28"/>
    <p:sldId id="725" r:id="rId29"/>
    <p:sldId id="647" r:id="rId30"/>
    <p:sldId id="726" r:id="rId31"/>
    <p:sldId id="748" r:id="rId32"/>
    <p:sldId id="649" r:id="rId33"/>
    <p:sldId id="727" r:id="rId34"/>
    <p:sldId id="651" r:id="rId35"/>
    <p:sldId id="720" r:id="rId36"/>
    <p:sldId id="721" r:id="rId37"/>
    <p:sldId id="722" r:id="rId38"/>
    <p:sldId id="723" r:id="rId39"/>
    <p:sldId id="724" r:id="rId40"/>
    <p:sldId id="729" r:id="rId41"/>
    <p:sldId id="731" r:id="rId42"/>
    <p:sldId id="756" r:id="rId43"/>
    <p:sldId id="710" r:id="rId44"/>
    <p:sldId id="732" r:id="rId45"/>
    <p:sldId id="734" r:id="rId46"/>
    <p:sldId id="735" r:id="rId47"/>
    <p:sldId id="736" r:id="rId48"/>
    <p:sldId id="737" r:id="rId49"/>
    <p:sldId id="739" r:id="rId50"/>
    <p:sldId id="738" r:id="rId51"/>
    <p:sldId id="740" r:id="rId52"/>
    <p:sldId id="741" r:id="rId53"/>
    <p:sldId id="742" r:id="rId54"/>
    <p:sldId id="743" r:id="rId55"/>
    <p:sldId id="744" r:id="rId56"/>
    <p:sldId id="677" r:id="rId57"/>
    <p:sldId id="678" r:id="rId58"/>
    <p:sldId id="679" r:id="rId59"/>
    <p:sldId id="747" r:id="rId60"/>
    <p:sldId id="681" r:id="rId61"/>
    <p:sldId id="682" r:id="rId62"/>
    <p:sldId id="685" r:id="rId63"/>
  </p:sldIdLst>
  <p:sldSz cx="9144000" cy="6858000" type="screen4x3"/>
  <p:notesSz cx="6858000" cy="9144000"/>
  <p:custDataLst>
    <p:tags r:id="rId6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00"/>
    <a:srgbClr val="80FFFF"/>
    <a:srgbClr val="FFE0A3"/>
    <a:srgbClr val="339933"/>
    <a:srgbClr val="FF6600"/>
    <a:srgbClr val="00CC00"/>
    <a:srgbClr val="FFFF00"/>
    <a:srgbClr val="0000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94444"/>
  </p:normalViewPr>
  <p:slideViewPr>
    <p:cSldViewPr showGuides="1">
      <p:cViewPr varScale="1">
        <p:scale>
          <a:sx n="109" d="100"/>
          <a:sy n="109" d="100"/>
        </p:scale>
        <p:origin x="163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9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solidFill>
                  <a:srgbClr val="0000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>
                <a:solidFill>
                  <a:srgbClr val="0000FF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68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1">
                <a:solidFill>
                  <a:srgbClr val="0000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‹#›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996A-6013-5994-465D-329DFC85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7640D97A-8BF5-ED70-3119-2DD1D35F41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6739BA3A-52A2-1BBC-D18D-7168E3DBA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54DF702-442B-4924-BA27-9FE2E395192A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2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77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3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4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157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5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08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6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075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7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39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15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18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34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1752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356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3436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4137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138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447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343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530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248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04155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8970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063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360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809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7792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8999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FEA9-244D-7BBB-BC15-05FD8469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264F88-2BE5-496C-6A4D-C28D32C0F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CD63EF-C342-81B6-7DFA-05BF29602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5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1" dirty="0">
                <a:solidFill>
                  <a:srgbClr val="0000FF"/>
                </a:solidFill>
              </a:rPr>
              <a:t>42</a:t>
            </a:fld>
            <a:endParaRPr lang="en-US" altLang="zh-CN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646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2372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01868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77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3927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76338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12379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0947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59853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6912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16239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60681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761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file:///C:\Users\1V994W2\PycharmProjects\PPT_Background_Generation/pic_temp/pic_sup.png" TargetMode="External"/><Relationship Id="rId5" Type="http://schemas.openxmlformats.org/officeDocument/2006/relationships/tags" Target="../tags/tag12.xml"/><Relationship Id="rId10" Type="http://schemas.openxmlformats.org/officeDocument/2006/relationships/image" Target="../media/image1.png"/><Relationship Id="rId4" Type="http://schemas.openxmlformats.org/officeDocument/2006/relationships/tags" Target="../tags/tag11.xml"/><Relationship Id="rId9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png"/><Relationship Id="rId5" Type="http://schemas.openxmlformats.org/officeDocument/2006/relationships/tags" Target="../tags/tag20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9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tags" Target="../tags/tag25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2.xml"/><Relationship Id="rId10" Type="http://schemas.openxmlformats.org/officeDocument/2006/relationships/image" Target="../media/image2.png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50.xml"/><Relationship Id="rId10" Type="http://schemas.openxmlformats.org/officeDocument/2006/relationships/image" Target="../media/image3.png"/><Relationship Id="rId4" Type="http://schemas.openxmlformats.org/officeDocument/2006/relationships/tags" Target="../tags/tag49.xml"/><Relationship Id="rId9" Type="http://schemas.openxmlformats.org/officeDocument/2006/relationships/image" Target="file:///C:\Users\1V994W2\Documents\Tencent%20Files\574576071\FileRecv\&#25340;&#35013;&#32032;&#26448;\&#31616;&#32422;&#28385;&#29256;-28\\19\subject_holdleft_72,108,173_0_staid_full_0.png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59.xml"/><Relationship Id="rId10" Type="http://schemas.openxmlformats.org/officeDocument/2006/relationships/image" Target="../media/image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3.png"/><Relationship Id="rId5" Type="http://schemas.openxmlformats.org/officeDocument/2006/relationships/tags" Target="../tags/tag67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74.xml"/><Relationship Id="rId10" Type="http://schemas.openxmlformats.org/officeDocument/2006/relationships/image" Target="../media/image3.png"/><Relationship Id="rId4" Type="http://schemas.openxmlformats.org/officeDocument/2006/relationships/tags" Target="../tags/tag73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file:///C:\Users\1V994W2\PycharmProjects\PPT_Background_Generation/pic_temp/pic_sup.png" TargetMode="Externa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86.xml"/><Relationship Id="rId10" Type="http://schemas.openxmlformats.org/officeDocument/2006/relationships/image" Target="../media/image3.png"/><Relationship Id="rId4" Type="http://schemas.openxmlformats.org/officeDocument/2006/relationships/tags" Target="../tags/tag85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92.xml"/><Relationship Id="rId10" Type="http://schemas.openxmlformats.org/officeDocument/2006/relationships/image" Target="../media/image2.png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0.xml"/><Relationship Id="rId10" Type="http://schemas.openxmlformats.org/officeDocument/2006/relationships/image" Target="../media/image2.png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image" Target="../media/image3.png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2.png"/><Relationship Id="rId5" Type="http://schemas.openxmlformats.org/officeDocument/2006/relationships/tags" Target="../tags/tag10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3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2.png"/><Relationship Id="rId5" Type="http://schemas.openxmlformats.org/officeDocument/2006/relationships/tags" Target="../tags/tag11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image" Target="../media/image2.png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image" Target="../media/image3.png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3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37.xml"/><Relationship Id="rId10" Type="http://schemas.openxmlformats.org/officeDocument/2006/relationships/image" Target="../media/image6.png"/><Relationship Id="rId4" Type="http://schemas.openxmlformats.org/officeDocument/2006/relationships/tags" Target="../tags/tag136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026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1027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Arc 1028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8853" name="Rectangle 1029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8854" name="Rectangle 10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103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0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0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9900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4787741" y="451419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6"/>
            </p:custDataLst>
          </p:nvPr>
        </p:nvSpPr>
        <p:spPr>
          <a:xfrm>
            <a:off x="4787741" y="503616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7"/>
            </p:custDataLst>
          </p:nvPr>
        </p:nvSpPr>
        <p:spPr>
          <a:xfrm>
            <a:off x="4788000" y="2436774"/>
            <a:ext cx="3619024" cy="728186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3040" b="0" spc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4787741" y="3440747"/>
            <a:ext cx="3619500" cy="360045"/>
          </a:xfrm>
        </p:spPr>
        <p:txBody>
          <a:bodyPr vert="horz" wrap="square" lIns="90170" tIns="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125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 algn="ctr">
              <a:buNone/>
            </a:lvl2pPr>
            <a:lvl3pPr marL="514350" indent="0" algn="ctr">
              <a:buNone/>
            </a:lvl3pPr>
            <a:lvl4pPr marL="771525" indent="0" algn="ctr">
              <a:buNone/>
            </a:lvl4pPr>
            <a:lvl5pPr marL="1028700" indent="0" algn="ctr">
              <a:buNone/>
            </a:lvl5pPr>
            <a:lvl6pPr marL="1285875" indent="0" algn="ctr">
              <a:buNone/>
            </a:lvl6pPr>
            <a:lvl7pPr marL="1543050" indent="0" algn="ctr">
              <a:buNone/>
            </a:lvl7pPr>
            <a:lvl8pPr marL="1800225" indent="0" algn="ctr">
              <a:buNone/>
            </a:lvl8pPr>
            <a:lvl9pPr marL="2057400" indent="0" algn="ctr">
              <a:buNone/>
            </a:lvl9pPr>
          </a:lstStyle>
          <a:p>
            <a:r>
              <a:rPr lang="zh-CN" altLang="en-US"/>
              <a:t>单击此处编辑副标题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3048000" cy="175631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722483" y="2814875"/>
            <a:ext cx="3699034" cy="1228249"/>
          </a:xfrm>
        </p:spPr>
        <p:txBody>
          <a:bodyPr vert="horz" wrap="square" lIns="90170" tIns="46990" rIns="90170" bIns="4699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4500" b="0" spc="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4679158" y="1626121"/>
            <a:ext cx="3962432" cy="4041680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1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502447" y="1000133"/>
            <a:ext cx="3962432" cy="285752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12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125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623560" y="2006384"/>
            <a:ext cx="3291840" cy="284523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2026/6/9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02447" y="1626121"/>
            <a:ext cx="8139178" cy="404168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5"/>
            </p:custDataLst>
          </p:nvPr>
        </p:nvSpPr>
        <p:spPr>
          <a:xfrm>
            <a:off x="4956810" y="3669189"/>
            <a:ext cx="1441133" cy="362903"/>
          </a:xfrm>
        </p:spPr>
        <p:txBody>
          <a:bodyPr vert="horz" wrap="square" lIns="90170" tIns="46990" rIns="90170" bIns="46990" anchor="t" anchorCtr="0">
            <a:noAutofit/>
          </a:bodyPr>
          <a:lstStyle>
            <a:lvl1pPr marL="257175" marR="0" indent="-257175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350" b="0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6"/>
            </p:custDataLst>
          </p:nvPr>
        </p:nvSpPr>
        <p:spPr>
          <a:xfrm>
            <a:off x="4956974" y="2447683"/>
            <a:ext cx="3429027" cy="879158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3715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wrap="square" anchor="ctr">
            <a:normAutofit/>
          </a:bodyPr>
          <a:lstStyle>
            <a:lvl1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wrap="square" anchor="ctr" anchorCtr="0">
            <a:normAutofit/>
          </a:bodyPr>
          <a:lstStyle>
            <a:lvl1pPr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9000" y="859500"/>
            <a:ext cx="8232300" cy="469800"/>
          </a:xfrm>
        </p:spPr>
        <p:txBody>
          <a:bodyPr wrap="square" anchor="ctr">
            <a:normAutofit/>
          </a:bodyPr>
          <a:lstStyle>
            <a:lvl1pPr algn="ctr"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59000" y="1763100"/>
            <a:ext cx="8231981" cy="621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59581" y="3236850"/>
            <a:ext cx="8224200" cy="25731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740250"/>
            <a:ext cx="8232300" cy="423900"/>
          </a:xfrm>
        </p:spPr>
        <p:txBody>
          <a:bodyPr wrap="square" anchor="ctr" anchorCtr="0">
            <a:normAutofit/>
          </a:bodyPr>
          <a:lstStyle>
            <a:lvl1pPr algn="ctr"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2082600"/>
            <a:ext cx="8243100" cy="2408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306850"/>
            <a:ext cx="8251200" cy="7587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2" name="图片 11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234393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34700" y="292846"/>
            <a:ext cx="8278200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34700" y="2025000"/>
            <a:ext cx="40068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681800" y="2025000"/>
            <a:ext cx="40257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429300" y="4914450"/>
            <a:ext cx="40068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4689900" y="4910850"/>
            <a:ext cx="40257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2518"/>
            <a:ext cx="9144000" cy="3712964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454883"/>
            <a:ext cx="1215152" cy="140311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4883"/>
            <a:ext cx="1215152" cy="14031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42100" y="1637550"/>
            <a:ext cx="6858000" cy="1790100"/>
          </a:xfrm>
        </p:spPr>
        <p:txBody>
          <a:bodyPr wrap="square" anchor="b">
            <a:normAutofit/>
          </a:bodyPr>
          <a:lstStyle>
            <a:lvl1pPr algn="ctr">
              <a:defRPr sz="337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4069800"/>
            <a:ext cx="6858000" cy="1242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717827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8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8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135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905510" algn="l"/>
        </a:tabLst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13" Type="http://schemas.openxmlformats.org/officeDocument/2006/relationships/tags" Target="../tags/tag173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12" Type="http://schemas.openxmlformats.org/officeDocument/2006/relationships/tags" Target="../tags/tag172.xml"/><Relationship Id="rId2" Type="http://schemas.openxmlformats.org/officeDocument/2006/relationships/tags" Target="../tags/tag162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tags" Target="../tags/tag171.xml"/><Relationship Id="rId5" Type="http://schemas.openxmlformats.org/officeDocument/2006/relationships/tags" Target="../tags/tag165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170.xml"/><Relationship Id="rId4" Type="http://schemas.openxmlformats.org/officeDocument/2006/relationships/tags" Target="../tags/tag164.xml"/><Relationship Id="rId9" Type="http://schemas.openxmlformats.org/officeDocument/2006/relationships/tags" Target="../tags/tag169.xml"/><Relationship Id="rId14" Type="http://schemas.openxmlformats.org/officeDocument/2006/relationships/tags" Target="../tags/tag17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77.xml"/><Relationship Id="rId7" Type="http://schemas.openxmlformats.org/officeDocument/2006/relationships/image" Target="../media/image2.png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78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image" Target="../media/image2.png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183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13" Type="http://schemas.openxmlformats.org/officeDocument/2006/relationships/tags" Target="../tags/tag200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tags" Target="../tags/tag199.xml"/><Relationship Id="rId2" Type="http://schemas.openxmlformats.org/officeDocument/2006/relationships/tags" Target="../tags/tag189.xml"/><Relationship Id="rId16" Type="http://schemas.openxmlformats.org/officeDocument/2006/relationships/notesSlide" Target="../notesSlides/notesSlide6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Relationship Id="rId14" Type="http://schemas.openxmlformats.org/officeDocument/2006/relationships/tags" Target="../tags/tag20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0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05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0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09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2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8.png"/><Relationship Id="rId4" Type="http://schemas.openxmlformats.org/officeDocument/2006/relationships/tags" Target="../tags/tag213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6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9.png"/><Relationship Id="rId4" Type="http://schemas.openxmlformats.org/officeDocument/2006/relationships/tags" Target="../tags/tag217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tags" Target="../tags/tag230.xml"/><Relationship Id="rId18" Type="http://schemas.openxmlformats.org/officeDocument/2006/relationships/tags" Target="../tags/tag235.xml"/><Relationship Id="rId3" Type="http://schemas.openxmlformats.org/officeDocument/2006/relationships/tags" Target="../tags/tag220.xml"/><Relationship Id="rId21" Type="http://schemas.openxmlformats.org/officeDocument/2006/relationships/image" Target="../media/image2.png"/><Relationship Id="rId7" Type="http://schemas.openxmlformats.org/officeDocument/2006/relationships/tags" Target="../tags/tag224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2" Type="http://schemas.openxmlformats.org/officeDocument/2006/relationships/tags" Target="../tags/tag219.xml"/><Relationship Id="rId16" Type="http://schemas.openxmlformats.org/officeDocument/2006/relationships/tags" Target="../tags/tag233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222.xml"/><Relationship Id="rId15" Type="http://schemas.openxmlformats.org/officeDocument/2006/relationships/tags" Target="../tags/tag232.xml"/><Relationship Id="rId23" Type="http://schemas.openxmlformats.org/officeDocument/2006/relationships/image" Target="../media/image3.png"/><Relationship Id="rId10" Type="http://schemas.openxmlformats.org/officeDocument/2006/relationships/tags" Target="../tags/tag227.xml"/><Relationship Id="rId19" Type="http://schemas.openxmlformats.org/officeDocument/2006/relationships/tags" Target="../tags/tag236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tags" Target="../tags/tag231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26" Type="http://schemas.openxmlformats.org/officeDocument/2006/relationships/tags" Target="../tags/tag262.xml"/><Relationship Id="rId39" Type="http://schemas.openxmlformats.org/officeDocument/2006/relationships/tags" Target="../tags/tag275.xml"/><Relationship Id="rId21" Type="http://schemas.openxmlformats.org/officeDocument/2006/relationships/tags" Target="../tags/tag257.xml"/><Relationship Id="rId34" Type="http://schemas.openxmlformats.org/officeDocument/2006/relationships/tags" Target="../tags/tag270.xml"/><Relationship Id="rId42" Type="http://schemas.openxmlformats.org/officeDocument/2006/relationships/tags" Target="../tags/tag278.xml"/><Relationship Id="rId47" Type="http://schemas.openxmlformats.org/officeDocument/2006/relationships/tags" Target="../tags/tag283.xml"/><Relationship Id="rId50" Type="http://schemas.openxmlformats.org/officeDocument/2006/relationships/tags" Target="../tags/tag286.xml"/><Relationship Id="rId55" Type="http://schemas.openxmlformats.org/officeDocument/2006/relationships/tags" Target="../tags/tag291.xml"/><Relationship Id="rId7" Type="http://schemas.openxmlformats.org/officeDocument/2006/relationships/tags" Target="../tags/tag243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9" Type="http://schemas.openxmlformats.org/officeDocument/2006/relationships/tags" Target="../tags/tag265.xml"/><Relationship Id="rId11" Type="http://schemas.openxmlformats.org/officeDocument/2006/relationships/tags" Target="../tags/tag247.xml"/><Relationship Id="rId24" Type="http://schemas.openxmlformats.org/officeDocument/2006/relationships/tags" Target="../tags/tag260.xml"/><Relationship Id="rId32" Type="http://schemas.openxmlformats.org/officeDocument/2006/relationships/tags" Target="../tags/tag268.xml"/><Relationship Id="rId37" Type="http://schemas.openxmlformats.org/officeDocument/2006/relationships/tags" Target="../tags/tag273.xml"/><Relationship Id="rId40" Type="http://schemas.openxmlformats.org/officeDocument/2006/relationships/tags" Target="../tags/tag276.xml"/><Relationship Id="rId45" Type="http://schemas.openxmlformats.org/officeDocument/2006/relationships/tags" Target="../tags/tag281.xml"/><Relationship Id="rId53" Type="http://schemas.openxmlformats.org/officeDocument/2006/relationships/tags" Target="../tags/tag289.xml"/><Relationship Id="rId58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241.xml"/><Relationship Id="rId19" Type="http://schemas.openxmlformats.org/officeDocument/2006/relationships/tags" Target="../tags/tag255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Relationship Id="rId22" Type="http://schemas.openxmlformats.org/officeDocument/2006/relationships/tags" Target="../tags/tag258.xml"/><Relationship Id="rId27" Type="http://schemas.openxmlformats.org/officeDocument/2006/relationships/tags" Target="../tags/tag263.xml"/><Relationship Id="rId30" Type="http://schemas.openxmlformats.org/officeDocument/2006/relationships/tags" Target="../tags/tag266.xml"/><Relationship Id="rId35" Type="http://schemas.openxmlformats.org/officeDocument/2006/relationships/tags" Target="../tags/tag271.xml"/><Relationship Id="rId43" Type="http://schemas.openxmlformats.org/officeDocument/2006/relationships/tags" Target="../tags/tag279.xml"/><Relationship Id="rId48" Type="http://schemas.openxmlformats.org/officeDocument/2006/relationships/tags" Target="../tags/tag284.xml"/><Relationship Id="rId56" Type="http://schemas.openxmlformats.org/officeDocument/2006/relationships/slideLayout" Target="../slideLayouts/slideLayout18.xml"/><Relationship Id="rId8" Type="http://schemas.openxmlformats.org/officeDocument/2006/relationships/tags" Target="../tags/tag244.xml"/><Relationship Id="rId51" Type="http://schemas.openxmlformats.org/officeDocument/2006/relationships/tags" Target="../tags/tag287.xml"/><Relationship Id="rId3" Type="http://schemas.openxmlformats.org/officeDocument/2006/relationships/tags" Target="../tags/tag239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25" Type="http://schemas.openxmlformats.org/officeDocument/2006/relationships/tags" Target="../tags/tag261.xml"/><Relationship Id="rId33" Type="http://schemas.openxmlformats.org/officeDocument/2006/relationships/tags" Target="../tags/tag269.xml"/><Relationship Id="rId38" Type="http://schemas.openxmlformats.org/officeDocument/2006/relationships/tags" Target="../tags/tag274.xml"/><Relationship Id="rId46" Type="http://schemas.openxmlformats.org/officeDocument/2006/relationships/tags" Target="../tags/tag282.xml"/><Relationship Id="rId59" Type="http://schemas.openxmlformats.org/officeDocument/2006/relationships/image" Target="../media/image3.png"/><Relationship Id="rId20" Type="http://schemas.openxmlformats.org/officeDocument/2006/relationships/tags" Target="../tags/tag256.xml"/><Relationship Id="rId41" Type="http://schemas.openxmlformats.org/officeDocument/2006/relationships/tags" Target="../tags/tag277.xml"/><Relationship Id="rId54" Type="http://schemas.openxmlformats.org/officeDocument/2006/relationships/tags" Target="../tags/tag290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5" Type="http://schemas.openxmlformats.org/officeDocument/2006/relationships/tags" Target="../tags/tag251.xml"/><Relationship Id="rId23" Type="http://schemas.openxmlformats.org/officeDocument/2006/relationships/tags" Target="../tags/tag259.xml"/><Relationship Id="rId28" Type="http://schemas.openxmlformats.org/officeDocument/2006/relationships/tags" Target="../tags/tag264.xml"/><Relationship Id="rId36" Type="http://schemas.openxmlformats.org/officeDocument/2006/relationships/tags" Target="../tags/tag272.xml"/><Relationship Id="rId49" Type="http://schemas.openxmlformats.org/officeDocument/2006/relationships/tags" Target="../tags/tag285.xml"/><Relationship Id="rId57" Type="http://schemas.openxmlformats.org/officeDocument/2006/relationships/image" Target="../media/image2.png"/><Relationship Id="rId10" Type="http://schemas.openxmlformats.org/officeDocument/2006/relationships/tags" Target="../tags/tag246.xml"/><Relationship Id="rId31" Type="http://schemas.openxmlformats.org/officeDocument/2006/relationships/tags" Target="../tags/tag267.xml"/><Relationship Id="rId44" Type="http://schemas.openxmlformats.org/officeDocument/2006/relationships/tags" Target="../tags/tag280.xml"/><Relationship Id="rId52" Type="http://schemas.openxmlformats.org/officeDocument/2006/relationships/tags" Target="../tags/tag288.xml"/><Relationship Id="rId60" Type="http://schemas.openxmlformats.org/officeDocument/2006/relationships/image" Target="file:///C:\Users\1V994W2\PycharmProjects\PPT_Background_Generation/pic_temp/1_pic_quater_right_up.png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tags" Target="../tags/tag304.xml"/><Relationship Id="rId18" Type="http://schemas.openxmlformats.org/officeDocument/2006/relationships/tags" Target="../tags/tag309.xml"/><Relationship Id="rId3" Type="http://schemas.openxmlformats.org/officeDocument/2006/relationships/tags" Target="../tags/tag294.xml"/><Relationship Id="rId21" Type="http://schemas.openxmlformats.org/officeDocument/2006/relationships/image" Target="../media/image2.png"/><Relationship Id="rId7" Type="http://schemas.openxmlformats.org/officeDocument/2006/relationships/tags" Target="../tags/tag298.xml"/><Relationship Id="rId12" Type="http://schemas.openxmlformats.org/officeDocument/2006/relationships/tags" Target="../tags/tag303.xml"/><Relationship Id="rId17" Type="http://schemas.openxmlformats.org/officeDocument/2006/relationships/tags" Target="../tags/tag308.xml"/><Relationship Id="rId2" Type="http://schemas.openxmlformats.org/officeDocument/2006/relationships/tags" Target="../tags/tag293.xml"/><Relationship Id="rId16" Type="http://schemas.openxmlformats.org/officeDocument/2006/relationships/tags" Target="../tags/tag307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tags" Target="../tags/tag302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296.xml"/><Relationship Id="rId15" Type="http://schemas.openxmlformats.org/officeDocument/2006/relationships/tags" Target="../tags/tag306.xml"/><Relationship Id="rId23" Type="http://schemas.openxmlformats.org/officeDocument/2006/relationships/image" Target="../media/image3.png"/><Relationship Id="rId10" Type="http://schemas.openxmlformats.org/officeDocument/2006/relationships/tags" Target="../tags/tag301.xml"/><Relationship Id="rId19" Type="http://schemas.openxmlformats.org/officeDocument/2006/relationships/tags" Target="../tags/tag310.xml"/><Relationship Id="rId4" Type="http://schemas.openxmlformats.org/officeDocument/2006/relationships/tags" Target="../tags/tag295.xml"/><Relationship Id="rId9" Type="http://schemas.openxmlformats.org/officeDocument/2006/relationships/tags" Target="../tags/tag300.xml"/><Relationship Id="rId14" Type="http://schemas.openxmlformats.org/officeDocument/2006/relationships/tags" Target="../tags/tag305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323.xml"/><Relationship Id="rId18" Type="http://schemas.openxmlformats.org/officeDocument/2006/relationships/tags" Target="../tags/tag328.xml"/><Relationship Id="rId26" Type="http://schemas.openxmlformats.org/officeDocument/2006/relationships/tags" Target="../tags/tag336.xml"/><Relationship Id="rId39" Type="http://schemas.openxmlformats.org/officeDocument/2006/relationships/tags" Target="../tags/tag349.xml"/><Relationship Id="rId21" Type="http://schemas.openxmlformats.org/officeDocument/2006/relationships/tags" Target="../tags/tag331.xml"/><Relationship Id="rId34" Type="http://schemas.openxmlformats.org/officeDocument/2006/relationships/tags" Target="../tags/tag344.xml"/><Relationship Id="rId42" Type="http://schemas.openxmlformats.org/officeDocument/2006/relationships/image" Target="../media/image2.png"/><Relationship Id="rId7" Type="http://schemas.openxmlformats.org/officeDocument/2006/relationships/tags" Target="../tags/tag317.xml"/><Relationship Id="rId2" Type="http://schemas.openxmlformats.org/officeDocument/2006/relationships/tags" Target="../tags/tag312.xml"/><Relationship Id="rId16" Type="http://schemas.openxmlformats.org/officeDocument/2006/relationships/tags" Target="../tags/tag326.xml"/><Relationship Id="rId29" Type="http://schemas.openxmlformats.org/officeDocument/2006/relationships/tags" Target="../tags/tag339.xml"/><Relationship Id="rId1" Type="http://schemas.openxmlformats.org/officeDocument/2006/relationships/tags" Target="../tags/tag311.xml"/><Relationship Id="rId6" Type="http://schemas.openxmlformats.org/officeDocument/2006/relationships/tags" Target="../tags/tag316.xml"/><Relationship Id="rId11" Type="http://schemas.openxmlformats.org/officeDocument/2006/relationships/tags" Target="../tags/tag321.xml"/><Relationship Id="rId24" Type="http://schemas.openxmlformats.org/officeDocument/2006/relationships/tags" Target="../tags/tag334.xml"/><Relationship Id="rId32" Type="http://schemas.openxmlformats.org/officeDocument/2006/relationships/tags" Target="../tags/tag342.xml"/><Relationship Id="rId37" Type="http://schemas.openxmlformats.org/officeDocument/2006/relationships/tags" Target="../tags/tag347.xml"/><Relationship Id="rId40" Type="http://schemas.openxmlformats.org/officeDocument/2006/relationships/slideLayout" Target="../slideLayouts/slideLayout18.xml"/><Relationship Id="rId45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315.xml"/><Relationship Id="rId15" Type="http://schemas.openxmlformats.org/officeDocument/2006/relationships/tags" Target="../tags/tag325.xml"/><Relationship Id="rId23" Type="http://schemas.openxmlformats.org/officeDocument/2006/relationships/tags" Target="../tags/tag333.xml"/><Relationship Id="rId28" Type="http://schemas.openxmlformats.org/officeDocument/2006/relationships/tags" Target="../tags/tag338.xml"/><Relationship Id="rId36" Type="http://schemas.openxmlformats.org/officeDocument/2006/relationships/tags" Target="../tags/tag346.xml"/><Relationship Id="rId10" Type="http://schemas.openxmlformats.org/officeDocument/2006/relationships/tags" Target="../tags/tag320.xml"/><Relationship Id="rId19" Type="http://schemas.openxmlformats.org/officeDocument/2006/relationships/tags" Target="../tags/tag329.xml"/><Relationship Id="rId31" Type="http://schemas.openxmlformats.org/officeDocument/2006/relationships/tags" Target="../tags/tag341.xml"/><Relationship Id="rId44" Type="http://schemas.openxmlformats.org/officeDocument/2006/relationships/image" Target="../media/image3.png"/><Relationship Id="rId4" Type="http://schemas.openxmlformats.org/officeDocument/2006/relationships/tags" Target="../tags/tag314.xml"/><Relationship Id="rId9" Type="http://schemas.openxmlformats.org/officeDocument/2006/relationships/tags" Target="../tags/tag319.xml"/><Relationship Id="rId14" Type="http://schemas.openxmlformats.org/officeDocument/2006/relationships/tags" Target="../tags/tag324.xml"/><Relationship Id="rId22" Type="http://schemas.openxmlformats.org/officeDocument/2006/relationships/tags" Target="../tags/tag332.xml"/><Relationship Id="rId27" Type="http://schemas.openxmlformats.org/officeDocument/2006/relationships/tags" Target="../tags/tag337.xml"/><Relationship Id="rId30" Type="http://schemas.openxmlformats.org/officeDocument/2006/relationships/tags" Target="../tags/tag340.xml"/><Relationship Id="rId35" Type="http://schemas.openxmlformats.org/officeDocument/2006/relationships/tags" Target="../tags/tag345.xml"/><Relationship Id="rId43" Type="http://schemas.openxmlformats.org/officeDocument/2006/relationships/image" Target="file:///C:\Users\1V994W2\PycharmProjects\PPT_Background_Generation/pic_temp/0_pic_quater_left_up.png" TargetMode="External"/><Relationship Id="rId8" Type="http://schemas.openxmlformats.org/officeDocument/2006/relationships/tags" Target="../tags/tag318.xml"/><Relationship Id="rId3" Type="http://schemas.openxmlformats.org/officeDocument/2006/relationships/tags" Target="../tags/tag313.xml"/><Relationship Id="rId12" Type="http://schemas.openxmlformats.org/officeDocument/2006/relationships/tags" Target="../tags/tag322.xml"/><Relationship Id="rId17" Type="http://schemas.openxmlformats.org/officeDocument/2006/relationships/tags" Target="../tags/tag327.xml"/><Relationship Id="rId25" Type="http://schemas.openxmlformats.org/officeDocument/2006/relationships/tags" Target="../tags/tag335.xml"/><Relationship Id="rId33" Type="http://schemas.openxmlformats.org/officeDocument/2006/relationships/tags" Target="../tags/tag343.xml"/><Relationship Id="rId38" Type="http://schemas.openxmlformats.org/officeDocument/2006/relationships/tags" Target="../tags/tag348.xml"/><Relationship Id="rId20" Type="http://schemas.openxmlformats.org/officeDocument/2006/relationships/tags" Target="../tags/tag330.xml"/><Relationship Id="rId41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57.xml"/><Relationship Id="rId13" Type="http://schemas.openxmlformats.org/officeDocument/2006/relationships/tags" Target="../tags/tag362.xml"/><Relationship Id="rId18" Type="http://schemas.openxmlformats.org/officeDocument/2006/relationships/tags" Target="../tags/tag367.xml"/><Relationship Id="rId3" Type="http://schemas.openxmlformats.org/officeDocument/2006/relationships/tags" Target="../tags/tag352.xml"/><Relationship Id="rId21" Type="http://schemas.openxmlformats.org/officeDocument/2006/relationships/image" Target="../media/image2.png"/><Relationship Id="rId7" Type="http://schemas.openxmlformats.org/officeDocument/2006/relationships/tags" Target="../tags/tag356.xml"/><Relationship Id="rId12" Type="http://schemas.openxmlformats.org/officeDocument/2006/relationships/tags" Target="../tags/tag361.xml"/><Relationship Id="rId17" Type="http://schemas.openxmlformats.org/officeDocument/2006/relationships/tags" Target="../tags/tag366.xml"/><Relationship Id="rId2" Type="http://schemas.openxmlformats.org/officeDocument/2006/relationships/tags" Target="../tags/tag351.xml"/><Relationship Id="rId16" Type="http://schemas.openxmlformats.org/officeDocument/2006/relationships/tags" Target="../tags/tag365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11" Type="http://schemas.openxmlformats.org/officeDocument/2006/relationships/tags" Target="../tags/tag360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354.xml"/><Relationship Id="rId15" Type="http://schemas.openxmlformats.org/officeDocument/2006/relationships/tags" Target="../tags/tag364.xml"/><Relationship Id="rId23" Type="http://schemas.openxmlformats.org/officeDocument/2006/relationships/image" Target="../media/image3.png"/><Relationship Id="rId10" Type="http://schemas.openxmlformats.org/officeDocument/2006/relationships/tags" Target="../tags/tag359.xml"/><Relationship Id="rId19" Type="http://schemas.openxmlformats.org/officeDocument/2006/relationships/tags" Target="../tags/tag368.xml"/><Relationship Id="rId4" Type="http://schemas.openxmlformats.org/officeDocument/2006/relationships/tags" Target="../tags/tag353.xml"/><Relationship Id="rId9" Type="http://schemas.openxmlformats.org/officeDocument/2006/relationships/tags" Target="../tags/tag358.xml"/><Relationship Id="rId14" Type="http://schemas.openxmlformats.org/officeDocument/2006/relationships/tags" Target="../tags/tag363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381.xml"/><Relationship Id="rId18" Type="http://schemas.openxmlformats.org/officeDocument/2006/relationships/tags" Target="../tags/tag386.xml"/><Relationship Id="rId26" Type="http://schemas.openxmlformats.org/officeDocument/2006/relationships/tags" Target="../tags/tag394.xml"/><Relationship Id="rId39" Type="http://schemas.openxmlformats.org/officeDocument/2006/relationships/tags" Target="../tags/tag407.xml"/><Relationship Id="rId21" Type="http://schemas.openxmlformats.org/officeDocument/2006/relationships/tags" Target="../tags/tag389.xml"/><Relationship Id="rId34" Type="http://schemas.openxmlformats.org/officeDocument/2006/relationships/tags" Target="../tags/tag402.xml"/><Relationship Id="rId42" Type="http://schemas.openxmlformats.org/officeDocument/2006/relationships/tags" Target="../tags/tag410.xml"/><Relationship Id="rId47" Type="http://schemas.openxmlformats.org/officeDocument/2006/relationships/tags" Target="../tags/tag415.xml"/><Relationship Id="rId50" Type="http://schemas.openxmlformats.org/officeDocument/2006/relationships/tags" Target="../tags/tag418.xml"/><Relationship Id="rId55" Type="http://schemas.openxmlformats.org/officeDocument/2006/relationships/image" Target="file:///C:\Users\1V994W2\PycharmProjects\PPT_Background_Generation/pic_temp/0_pic_quater_left_up.png" TargetMode="External"/><Relationship Id="rId7" Type="http://schemas.openxmlformats.org/officeDocument/2006/relationships/tags" Target="../tags/tag375.xml"/><Relationship Id="rId2" Type="http://schemas.openxmlformats.org/officeDocument/2006/relationships/tags" Target="../tags/tag370.xml"/><Relationship Id="rId16" Type="http://schemas.openxmlformats.org/officeDocument/2006/relationships/tags" Target="../tags/tag384.xml"/><Relationship Id="rId29" Type="http://schemas.openxmlformats.org/officeDocument/2006/relationships/tags" Target="../tags/tag397.xml"/><Relationship Id="rId11" Type="http://schemas.openxmlformats.org/officeDocument/2006/relationships/tags" Target="../tags/tag379.xml"/><Relationship Id="rId24" Type="http://schemas.openxmlformats.org/officeDocument/2006/relationships/tags" Target="../tags/tag392.xml"/><Relationship Id="rId32" Type="http://schemas.openxmlformats.org/officeDocument/2006/relationships/tags" Target="../tags/tag400.xml"/><Relationship Id="rId37" Type="http://schemas.openxmlformats.org/officeDocument/2006/relationships/tags" Target="../tags/tag405.xml"/><Relationship Id="rId40" Type="http://schemas.openxmlformats.org/officeDocument/2006/relationships/tags" Target="../tags/tag408.xml"/><Relationship Id="rId45" Type="http://schemas.openxmlformats.org/officeDocument/2006/relationships/tags" Target="../tags/tag413.xml"/><Relationship Id="rId53" Type="http://schemas.openxmlformats.org/officeDocument/2006/relationships/slideLayout" Target="../slideLayouts/slideLayout18.xml"/><Relationship Id="rId5" Type="http://schemas.openxmlformats.org/officeDocument/2006/relationships/tags" Target="../tags/tag373.xml"/><Relationship Id="rId19" Type="http://schemas.openxmlformats.org/officeDocument/2006/relationships/tags" Target="../tags/tag387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Relationship Id="rId22" Type="http://schemas.openxmlformats.org/officeDocument/2006/relationships/tags" Target="../tags/tag390.xml"/><Relationship Id="rId27" Type="http://schemas.openxmlformats.org/officeDocument/2006/relationships/tags" Target="../tags/tag395.xml"/><Relationship Id="rId30" Type="http://schemas.openxmlformats.org/officeDocument/2006/relationships/tags" Target="../tags/tag398.xml"/><Relationship Id="rId35" Type="http://schemas.openxmlformats.org/officeDocument/2006/relationships/tags" Target="../tags/tag403.xml"/><Relationship Id="rId43" Type="http://schemas.openxmlformats.org/officeDocument/2006/relationships/tags" Target="../tags/tag411.xml"/><Relationship Id="rId48" Type="http://schemas.openxmlformats.org/officeDocument/2006/relationships/tags" Target="../tags/tag416.xml"/><Relationship Id="rId56" Type="http://schemas.openxmlformats.org/officeDocument/2006/relationships/image" Target="../media/image3.png"/><Relationship Id="rId8" Type="http://schemas.openxmlformats.org/officeDocument/2006/relationships/tags" Target="../tags/tag376.xml"/><Relationship Id="rId51" Type="http://schemas.openxmlformats.org/officeDocument/2006/relationships/tags" Target="../tags/tag419.xml"/><Relationship Id="rId3" Type="http://schemas.openxmlformats.org/officeDocument/2006/relationships/tags" Target="../tags/tag371.xml"/><Relationship Id="rId12" Type="http://schemas.openxmlformats.org/officeDocument/2006/relationships/tags" Target="../tags/tag380.xml"/><Relationship Id="rId17" Type="http://schemas.openxmlformats.org/officeDocument/2006/relationships/tags" Target="../tags/tag385.xml"/><Relationship Id="rId25" Type="http://schemas.openxmlformats.org/officeDocument/2006/relationships/tags" Target="../tags/tag393.xml"/><Relationship Id="rId33" Type="http://schemas.openxmlformats.org/officeDocument/2006/relationships/tags" Target="../tags/tag401.xml"/><Relationship Id="rId38" Type="http://schemas.openxmlformats.org/officeDocument/2006/relationships/tags" Target="../tags/tag406.xml"/><Relationship Id="rId46" Type="http://schemas.openxmlformats.org/officeDocument/2006/relationships/tags" Target="../tags/tag414.xml"/><Relationship Id="rId20" Type="http://schemas.openxmlformats.org/officeDocument/2006/relationships/tags" Target="../tags/tag388.xml"/><Relationship Id="rId41" Type="http://schemas.openxmlformats.org/officeDocument/2006/relationships/tags" Target="../tags/tag409.xml"/><Relationship Id="rId54" Type="http://schemas.openxmlformats.org/officeDocument/2006/relationships/image" Target="../media/image2.png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5" Type="http://schemas.openxmlformats.org/officeDocument/2006/relationships/tags" Target="../tags/tag383.xml"/><Relationship Id="rId23" Type="http://schemas.openxmlformats.org/officeDocument/2006/relationships/tags" Target="../tags/tag391.xml"/><Relationship Id="rId28" Type="http://schemas.openxmlformats.org/officeDocument/2006/relationships/tags" Target="../tags/tag396.xml"/><Relationship Id="rId36" Type="http://schemas.openxmlformats.org/officeDocument/2006/relationships/tags" Target="../tags/tag404.xml"/><Relationship Id="rId49" Type="http://schemas.openxmlformats.org/officeDocument/2006/relationships/tags" Target="../tags/tag417.xml"/><Relationship Id="rId57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378.xml"/><Relationship Id="rId31" Type="http://schemas.openxmlformats.org/officeDocument/2006/relationships/tags" Target="../tags/tag399.xml"/><Relationship Id="rId44" Type="http://schemas.openxmlformats.org/officeDocument/2006/relationships/tags" Target="../tags/tag412.xml"/><Relationship Id="rId52" Type="http://schemas.openxmlformats.org/officeDocument/2006/relationships/tags" Target="../tags/tag42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13" Type="http://schemas.openxmlformats.org/officeDocument/2006/relationships/tags" Target="../tags/tag433.xml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12" Type="http://schemas.openxmlformats.org/officeDocument/2006/relationships/tags" Target="../tags/tag432.xml"/><Relationship Id="rId2" Type="http://schemas.openxmlformats.org/officeDocument/2006/relationships/tags" Target="../tags/tag422.xml"/><Relationship Id="rId16" Type="http://schemas.openxmlformats.org/officeDocument/2006/relationships/notesSlide" Target="../notesSlides/notesSlide8.xml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11" Type="http://schemas.openxmlformats.org/officeDocument/2006/relationships/tags" Target="../tags/tag431.xml"/><Relationship Id="rId5" Type="http://schemas.openxmlformats.org/officeDocument/2006/relationships/tags" Target="../tags/tag425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430.xml"/><Relationship Id="rId4" Type="http://schemas.openxmlformats.org/officeDocument/2006/relationships/tags" Target="../tags/tag424.xml"/><Relationship Id="rId9" Type="http://schemas.openxmlformats.org/officeDocument/2006/relationships/tags" Target="../tags/tag429.xml"/><Relationship Id="rId14" Type="http://schemas.openxmlformats.org/officeDocument/2006/relationships/tags" Target="../tags/tag43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37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36.xml"/><Relationship Id="rId1" Type="http://schemas.openxmlformats.org/officeDocument/2006/relationships/tags" Target="../tags/tag435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3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41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40.xml"/><Relationship Id="rId1" Type="http://schemas.openxmlformats.org/officeDocument/2006/relationships/tags" Target="../tags/tag439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42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50.xml"/><Relationship Id="rId13" Type="http://schemas.openxmlformats.org/officeDocument/2006/relationships/tags" Target="../tags/tag455.xml"/><Relationship Id="rId18" Type="http://schemas.openxmlformats.org/officeDocument/2006/relationships/tags" Target="../tags/tag460.xml"/><Relationship Id="rId26" Type="http://schemas.openxmlformats.org/officeDocument/2006/relationships/tags" Target="../tags/tag468.xml"/><Relationship Id="rId3" Type="http://schemas.openxmlformats.org/officeDocument/2006/relationships/tags" Target="../tags/tag445.xml"/><Relationship Id="rId21" Type="http://schemas.openxmlformats.org/officeDocument/2006/relationships/tags" Target="../tags/tag463.xml"/><Relationship Id="rId7" Type="http://schemas.openxmlformats.org/officeDocument/2006/relationships/tags" Target="../tags/tag449.xml"/><Relationship Id="rId12" Type="http://schemas.openxmlformats.org/officeDocument/2006/relationships/tags" Target="../tags/tag454.xml"/><Relationship Id="rId17" Type="http://schemas.openxmlformats.org/officeDocument/2006/relationships/tags" Target="../tags/tag459.xml"/><Relationship Id="rId25" Type="http://schemas.openxmlformats.org/officeDocument/2006/relationships/tags" Target="../tags/tag467.xml"/><Relationship Id="rId2" Type="http://schemas.openxmlformats.org/officeDocument/2006/relationships/tags" Target="../tags/tag444.xml"/><Relationship Id="rId16" Type="http://schemas.openxmlformats.org/officeDocument/2006/relationships/tags" Target="../tags/tag458.xml"/><Relationship Id="rId20" Type="http://schemas.openxmlformats.org/officeDocument/2006/relationships/tags" Target="../tags/tag462.xml"/><Relationship Id="rId29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443.xml"/><Relationship Id="rId6" Type="http://schemas.openxmlformats.org/officeDocument/2006/relationships/tags" Target="../tags/tag448.xml"/><Relationship Id="rId11" Type="http://schemas.openxmlformats.org/officeDocument/2006/relationships/tags" Target="../tags/tag453.xml"/><Relationship Id="rId24" Type="http://schemas.openxmlformats.org/officeDocument/2006/relationships/tags" Target="../tags/tag466.xml"/><Relationship Id="rId5" Type="http://schemas.openxmlformats.org/officeDocument/2006/relationships/tags" Target="../tags/tag447.xml"/><Relationship Id="rId15" Type="http://schemas.openxmlformats.org/officeDocument/2006/relationships/tags" Target="../tags/tag457.xml"/><Relationship Id="rId23" Type="http://schemas.openxmlformats.org/officeDocument/2006/relationships/tags" Target="../tags/tag465.xml"/><Relationship Id="rId28" Type="http://schemas.openxmlformats.org/officeDocument/2006/relationships/image" Target="../media/image2.png"/><Relationship Id="rId10" Type="http://schemas.openxmlformats.org/officeDocument/2006/relationships/tags" Target="../tags/tag452.xml"/><Relationship Id="rId19" Type="http://schemas.openxmlformats.org/officeDocument/2006/relationships/tags" Target="../tags/tag461.xml"/><Relationship Id="rId31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446.xml"/><Relationship Id="rId9" Type="http://schemas.openxmlformats.org/officeDocument/2006/relationships/tags" Target="../tags/tag451.xml"/><Relationship Id="rId14" Type="http://schemas.openxmlformats.org/officeDocument/2006/relationships/tags" Target="../tags/tag456.xml"/><Relationship Id="rId22" Type="http://schemas.openxmlformats.org/officeDocument/2006/relationships/tags" Target="../tags/tag464.xml"/><Relationship Id="rId27" Type="http://schemas.openxmlformats.org/officeDocument/2006/relationships/slideLayout" Target="../slideLayouts/slideLayout18.xml"/><Relationship Id="rId30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76.xml"/><Relationship Id="rId13" Type="http://schemas.openxmlformats.org/officeDocument/2006/relationships/image" Target="../media/image3.png"/><Relationship Id="rId3" Type="http://schemas.openxmlformats.org/officeDocument/2006/relationships/tags" Target="../tags/tag471.xml"/><Relationship Id="rId7" Type="http://schemas.openxmlformats.org/officeDocument/2006/relationships/tags" Target="../tags/tag475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6" Type="http://schemas.openxmlformats.org/officeDocument/2006/relationships/tags" Target="../tags/tag474.xml"/><Relationship Id="rId11" Type="http://schemas.openxmlformats.org/officeDocument/2006/relationships/image" Target="../media/image2.png"/><Relationship Id="rId5" Type="http://schemas.openxmlformats.org/officeDocument/2006/relationships/tags" Target="../tags/tag473.xml"/><Relationship Id="rId10" Type="http://schemas.openxmlformats.org/officeDocument/2006/relationships/notesSlide" Target="../notesSlides/notesSlide9.xml"/><Relationship Id="rId4" Type="http://schemas.openxmlformats.org/officeDocument/2006/relationships/tags" Target="../tags/tag472.xml"/><Relationship Id="rId9" Type="http://schemas.openxmlformats.org/officeDocument/2006/relationships/slideLayout" Target="../slideLayouts/slideLayout1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84.xml"/><Relationship Id="rId13" Type="http://schemas.openxmlformats.org/officeDocument/2006/relationships/image" Target="../media/image2.png"/><Relationship Id="rId3" Type="http://schemas.openxmlformats.org/officeDocument/2006/relationships/tags" Target="../tags/tag479.xml"/><Relationship Id="rId7" Type="http://schemas.openxmlformats.org/officeDocument/2006/relationships/tags" Target="../tags/tag483.xml"/><Relationship Id="rId12" Type="http://schemas.openxmlformats.org/officeDocument/2006/relationships/notesSlide" Target="../notesSlides/notesSlide10.xml"/><Relationship Id="rId2" Type="http://schemas.openxmlformats.org/officeDocument/2006/relationships/tags" Target="../tags/tag478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477.xml"/><Relationship Id="rId6" Type="http://schemas.openxmlformats.org/officeDocument/2006/relationships/tags" Target="../tags/tag482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481.xml"/><Relationship Id="rId15" Type="http://schemas.openxmlformats.org/officeDocument/2006/relationships/image" Target="../media/image3.png"/><Relationship Id="rId10" Type="http://schemas.openxmlformats.org/officeDocument/2006/relationships/tags" Target="../tags/tag486.xml"/><Relationship Id="rId4" Type="http://schemas.openxmlformats.org/officeDocument/2006/relationships/tags" Target="../tags/tag480.xml"/><Relationship Id="rId9" Type="http://schemas.openxmlformats.org/officeDocument/2006/relationships/tags" Target="../tags/tag485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94.xml"/><Relationship Id="rId13" Type="http://schemas.openxmlformats.org/officeDocument/2006/relationships/image" Target="../media/image2.png"/><Relationship Id="rId3" Type="http://schemas.openxmlformats.org/officeDocument/2006/relationships/tags" Target="../tags/tag489.xml"/><Relationship Id="rId7" Type="http://schemas.openxmlformats.org/officeDocument/2006/relationships/tags" Target="../tags/tag493.xml"/><Relationship Id="rId12" Type="http://schemas.openxmlformats.org/officeDocument/2006/relationships/notesSlide" Target="../notesSlides/notesSlide11.xml"/><Relationship Id="rId2" Type="http://schemas.openxmlformats.org/officeDocument/2006/relationships/tags" Target="../tags/tag488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487.xml"/><Relationship Id="rId6" Type="http://schemas.openxmlformats.org/officeDocument/2006/relationships/tags" Target="../tags/tag492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491.xml"/><Relationship Id="rId15" Type="http://schemas.openxmlformats.org/officeDocument/2006/relationships/image" Target="../media/image3.png"/><Relationship Id="rId10" Type="http://schemas.openxmlformats.org/officeDocument/2006/relationships/tags" Target="../tags/tag496.xml"/><Relationship Id="rId4" Type="http://schemas.openxmlformats.org/officeDocument/2006/relationships/tags" Target="../tags/tag490.xml"/><Relationship Id="rId9" Type="http://schemas.openxmlformats.org/officeDocument/2006/relationships/tags" Target="../tags/tag495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499.xml"/><Relationship Id="rId7" Type="http://schemas.openxmlformats.org/officeDocument/2006/relationships/image" Target="../media/image2.png"/><Relationship Id="rId2" Type="http://schemas.openxmlformats.org/officeDocument/2006/relationships/tags" Target="../tags/tag498.xml"/><Relationship Id="rId1" Type="http://schemas.openxmlformats.org/officeDocument/2006/relationships/tags" Target="../tags/tag497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00.xml"/><Relationship Id="rId9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08.xml"/><Relationship Id="rId13" Type="http://schemas.openxmlformats.org/officeDocument/2006/relationships/tags" Target="../tags/tag513.xml"/><Relationship Id="rId18" Type="http://schemas.openxmlformats.org/officeDocument/2006/relationships/tags" Target="../tags/tag518.xml"/><Relationship Id="rId26" Type="http://schemas.openxmlformats.org/officeDocument/2006/relationships/image" Target="../media/image3.png"/><Relationship Id="rId3" Type="http://schemas.openxmlformats.org/officeDocument/2006/relationships/tags" Target="../tags/tag503.xml"/><Relationship Id="rId21" Type="http://schemas.openxmlformats.org/officeDocument/2006/relationships/tags" Target="../tags/tag521.xml"/><Relationship Id="rId7" Type="http://schemas.openxmlformats.org/officeDocument/2006/relationships/tags" Target="../tags/tag507.xml"/><Relationship Id="rId12" Type="http://schemas.openxmlformats.org/officeDocument/2006/relationships/tags" Target="../tags/tag512.xml"/><Relationship Id="rId17" Type="http://schemas.openxmlformats.org/officeDocument/2006/relationships/tags" Target="../tags/tag517.xml"/><Relationship Id="rId25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02.xml"/><Relationship Id="rId16" Type="http://schemas.openxmlformats.org/officeDocument/2006/relationships/tags" Target="../tags/tag516.xml"/><Relationship Id="rId20" Type="http://schemas.openxmlformats.org/officeDocument/2006/relationships/tags" Target="../tags/tag520.xml"/><Relationship Id="rId1" Type="http://schemas.openxmlformats.org/officeDocument/2006/relationships/tags" Target="../tags/tag501.xml"/><Relationship Id="rId6" Type="http://schemas.openxmlformats.org/officeDocument/2006/relationships/tags" Target="../tags/tag506.xml"/><Relationship Id="rId11" Type="http://schemas.openxmlformats.org/officeDocument/2006/relationships/tags" Target="../tags/tag511.xml"/><Relationship Id="rId24" Type="http://schemas.openxmlformats.org/officeDocument/2006/relationships/image" Target="../media/image2.png"/><Relationship Id="rId5" Type="http://schemas.openxmlformats.org/officeDocument/2006/relationships/tags" Target="../tags/tag505.xml"/><Relationship Id="rId15" Type="http://schemas.openxmlformats.org/officeDocument/2006/relationships/tags" Target="../tags/tag515.xml"/><Relationship Id="rId23" Type="http://schemas.openxmlformats.org/officeDocument/2006/relationships/notesSlide" Target="../notesSlides/notesSlide13.xml"/><Relationship Id="rId10" Type="http://schemas.openxmlformats.org/officeDocument/2006/relationships/tags" Target="../tags/tag510.xml"/><Relationship Id="rId19" Type="http://schemas.openxmlformats.org/officeDocument/2006/relationships/tags" Target="../tags/tag519.xml"/><Relationship Id="rId4" Type="http://schemas.openxmlformats.org/officeDocument/2006/relationships/tags" Target="../tags/tag504.xml"/><Relationship Id="rId9" Type="http://schemas.openxmlformats.org/officeDocument/2006/relationships/tags" Target="../tags/tag509.xml"/><Relationship Id="rId14" Type="http://schemas.openxmlformats.org/officeDocument/2006/relationships/tags" Target="../tags/tag514.xml"/><Relationship Id="rId22" Type="http://schemas.openxmlformats.org/officeDocument/2006/relationships/slideLayout" Target="../slideLayouts/slideLayout18.xml"/><Relationship Id="rId27" Type="http://schemas.openxmlformats.org/officeDocument/2006/relationships/image" Target="file:///C:\Users\1V994W2\PycharmProjects\PPT_Background_Generation/pic_temp/1_pic_quater_right_up.png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24.xml"/><Relationship Id="rId7" Type="http://schemas.openxmlformats.org/officeDocument/2006/relationships/image" Target="../media/image2.png"/><Relationship Id="rId2" Type="http://schemas.openxmlformats.org/officeDocument/2006/relationships/tags" Target="../tags/tag523.xml"/><Relationship Id="rId1" Type="http://schemas.openxmlformats.org/officeDocument/2006/relationships/tags" Target="../tags/tag522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25.xml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tags" Target="../tags/tag551.xml"/><Relationship Id="rId21" Type="http://schemas.openxmlformats.org/officeDocument/2006/relationships/tags" Target="../tags/tag546.xml"/><Relationship Id="rId42" Type="http://schemas.openxmlformats.org/officeDocument/2006/relationships/tags" Target="../tags/tag567.xml"/><Relationship Id="rId47" Type="http://schemas.openxmlformats.org/officeDocument/2006/relationships/tags" Target="../tags/tag572.xml"/><Relationship Id="rId63" Type="http://schemas.openxmlformats.org/officeDocument/2006/relationships/tags" Target="../tags/tag588.xml"/><Relationship Id="rId68" Type="http://schemas.openxmlformats.org/officeDocument/2006/relationships/tags" Target="../tags/tag593.xml"/><Relationship Id="rId84" Type="http://schemas.openxmlformats.org/officeDocument/2006/relationships/image" Target="file:///C:\Users\1V994W2\PycharmProjects\PPT_Background_Generation/pic_temp/0_pic_quater_left_up.png" TargetMode="External"/><Relationship Id="rId16" Type="http://schemas.openxmlformats.org/officeDocument/2006/relationships/tags" Target="../tags/tag541.xml"/><Relationship Id="rId11" Type="http://schemas.openxmlformats.org/officeDocument/2006/relationships/tags" Target="../tags/tag536.xml"/><Relationship Id="rId32" Type="http://schemas.openxmlformats.org/officeDocument/2006/relationships/tags" Target="../tags/tag557.xml"/><Relationship Id="rId37" Type="http://schemas.openxmlformats.org/officeDocument/2006/relationships/tags" Target="../tags/tag562.xml"/><Relationship Id="rId53" Type="http://schemas.openxmlformats.org/officeDocument/2006/relationships/tags" Target="../tags/tag578.xml"/><Relationship Id="rId58" Type="http://schemas.openxmlformats.org/officeDocument/2006/relationships/tags" Target="../tags/tag583.xml"/><Relationship Id="rId74" Type="http://schemas.openxmlformats.org/officeDocument/2006/relationships/tags" Target="../tags/tag599.xml"/><Relationship Id="rId79" Type="http://schemas.openxmlformats.org/officeDocument/2006/relationships/tags" Target="../tags/tag604.xml"/><Relationship Id="rId5" Type="http://schemas.openxmlformats.org/officeDocument/2006/relationships/tags" Target="../tags/tag530.xml"/><Relationship Id="rId19" Type="http://schemas.openxmlformats.org/officeDocument/2006/relationships/tags" Target="../tags/tag544.xml"/><Relationship Id="rId14" Type="http://schemas.openxmlformats.org/officeDocument/2006/relationships/tags" Target="../tags/tag539.xml"/><Relationship Id="rId22" Type="http://schemas.openxmlformats.org/officeDocument/2006/relationships/tags" Target="../tags/tag547.xml"/><Relationship Id="rId27" Type="http://schemas.openxmlformats.org/officeDocument/2006/relationships/tags" Target="../tags/tag552.xml"/><Relationship Id="rId30" Type="http://schemas.openxmlformats.org/officeDocument/2006/relationships/tags" Target="../tags/tag555.xml"/><Relationship Id="rId35" Type="http://schemas.openxmlformats.org/officeDocument/2006/relationships/tags" Target="../tags/tag560.xml"/><Relationship Id="rId43" Type="http://schemas.openxmlformats.org/officeDocument/2006/relationships/tags" Target="../tags/tag568.xml"/><Relationship Id="rId48" Type="http://schemas.openxmlformats.org/officeDocument/2006/relationships/tags" Target="../tags/tag573.xml"/><Relationship Id="rId56" Type="http://schemas.openxmlformats.org/officeDocument/2006/relationships/tags" Target="../tags/tag581.xml"/><Relationship Id="rId64" Type="http://schemas.openxmlformats.org/officeDocument/2006/relationships/tags" Target="../tags/tag589.xml"/><Relationship Id="rId69" Type="http://schemas.openxmlformats.org/officeDocument/2006/relationships/tags" Target="../tags/tag594.xml"/><Relationship Id="rId77" Type="http://schemas.openxmlformats.org/officeDocument/2006/relationships/tags" Target="../tags/tag602.xml"/><Relationship Id="rId8" Type="http://schemas.openxmlformats.org/officeDocument/2006/relationships/tags" Target="../tags/tag533.xml"/><Relationship Id="rId51" Type="http://schemas.openxmlformats.org/officeDocument/2006/relationships/tags" Target="../tags/tag576.xml"/><Relationship Id="rId72" Type="http://schemas.openxmlformats.org/officeDocument/2006/relationships/tags" Target="../tags/tag597.xml"/><Relationship Id="rId80" Type="http://schemas.openxmlformats.org/officeDocument/2006/relationships/tags" Target="../tags/tag605.xml"/><Relationship Id="rId85" Type="http://schemas.openxmlformats.org/officeDocument/2006/relationships/image" Target="../media/image3.png"/><Relationship Id="rId3" Type="http://schemas.openxmlformats.org/officeDocument/2006/relationships/tags" Target="../tags/tag528.xml"/><Relationship Id="rId12" Type="http://schemas.openxmlformats.org/officeDocument/2006/relationships/tags" Target="../tags/tag537.xml"/><Relationship Id="rId17" Type="http://schemas.openxmlformats.org/officeDocument/2006/relationships/tags" Target="../tags/tag542.xml"/><Relationship Id="rId25" Type="http://schemas.openxmlformats.org/officeDocument/2006/relationships/tags" Target="../tags/tag550.xml"/><Relationship Id="rId33" Type="http://schemas.openxmlformats.org/officeDocument/2006/relationships/tags" Target="../tags/tag558.xml"/><Relationship Id="rId38" Type="http://schemas.openxmlformats.org/officeDocument/2006/relationships/tags" Target="../tags/tag563.xml"/><Relationship Id="rId46" Type="http://schemas.openxmlformats.org/officeDocument/2006/relationships/tags" Target="../tags/tag571.xml"/><Relationship Id="rId59" Type="http://schemas.openxmlformats.org/officeDocument/2006/relationships/tags" Target="../tags/tag584.xml"/><Relationship Id="rId67" Type="http://schemas.openxmlformats.org/officeDocument/2006/relationships/tags" Target="../tags/tag592.xml"/><Relationship Id="rId20" Type="http://schemas.openxmlformats.org/officeDocument/2006/relationships/tags" Target="../tags/tag545.xml"/><Relationship Id="rId41" Type="http://schemas.openxmlformats.org/officeDocument/2006/relationships/tags" Target="../tags/tag566.xml"/><Relationship Id="rId54" Type="http://schemas.openxmlformats.org/officeDocument/2006/relationships/tags" Target="../tags/tag579.xml"/><Relationship Id="rId62" Type="http://schemas.openxmlformats.org/officeDocument/2006/relationships/tags" Target="../tags/tag587.xml"/><Relationship Id="rId70" Type="http://schemas.openxmlformats.org/officeDocument/2006/relationships/tags" Target="../tags/tag595.xml"/><Relationship Id="rId75" Type="http://schemas.openxmlformats.org/officeDocument/2006/relationships/tags" Target="../tags/tag600.xml"/><Relationship Id="rId83" Type="http://schemas.openxmlformats.org/officeDocument/2006/relationships/image" Target="../media/image2.png"/><Relationship Id="rId1" Type="http://schemas.openxmlformats.org/officeDocument/2006/relationships/tags" Target="../tags/tag526.xml"/><Relationship Id="rId6" Type="http://schemas.openxmlformats.org/officeDocument/2006/relationships/tags" Target="../tags/tag531.xml"/><Relationship Id="rId15" Type="http://schemas.openxmlformats.org/officeDocument/2006/relationships/tags" Target="../tags/tag540.xml"/><Relationship Id="rId23" Type="http://schemas.openxmlformats.org/officeDocument/2006/relationships/tags" Target="../tags/tag548.xml"/><Relationship Id="rId28" Type="http://schemas.openxmlformats.org/officeDocument/2006/relationships/tags" Target="../tags/tag553.xml"/><Relationship Id="rId36" Type="http://schemas.openxmlformats.org/officeDocument/2006/relationships/tags" Target="../tags/tag561.xml"/><Relationship Id="rId49" Type="http://schemas.openxmlformats.org/officeDocument/2006/relationships/tags" Target="../tags/tag574.xml"/><Relationship Id="rId57" Type="http://schemas.openxmlformats.org/officeDocument/2006/relationships/tags" Target="../tags/tag582.xml"/><Relationship Id="rId10" Type="http://schemas.openxmlformats.org/officeDocument/2006/relationships/tags" Target="../tags/tag535.xml"/><Relationship Id="rId31" Type="http://schemas.openxmlformats.org/officeDocument/2006/relationships/tags" Target="../tags/tag556.xml"/><Relationship Id="rId44" Type="http://schemas.openxmlformats.org/officeDocument/2006/relationships/tags" Target="../tags/tag569.xml"/><Relationship Id="rId52" Type="http://schemas.openxmlformats.org/officeDocument/2006/relationships/tags" Target="../tags/tag577.xml"/><Relationship Id="rId60" Type="http://schemas.openxmlformats.org/officeDocument/2006/relationships/tags" Target="../tags/tag585.xml"/><Relationship Id="rId65" Type="http://schemas.openxmlformats.org/officeDocument/2006/relationships/tags" Target="../tags/tag590.xml"/><Relationship Id="rId73" Type="http://schemas.openxmlformats.org/officeDocument/2006/relationships/tags" Target="../tags/tag598.xml"/><Relationship Id="rId78" Type="http://schemas.openxmlformats.org/officeDocument/2006/relationships/tags" Target="../tags/tag603.xml"/><Relationship Id="rId81" Type="http://schemas.openxmlformats.org/officeDocument/2006/relationships/tags" Target="../tags/tag606.xml"/><Relationship Id="rId86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29.xml"/><Relationship Id="rId9" Type="http://schemas.openxmlformats.org/officeDocument/2006/relationships/tags" Target="../tags/tag534.xml"/><Relationship Id="rId13" Type="http://schemas.openxmlformats.org/officeDocument/2006/relationships/tags" Target="../tags/tag538.xml"/><Relationship Id="rId18" Type="http://schemas.openxmlformats.org/officeDocument/2006/relationships/tags" Target="../tags/tag543.xml"/><Relationship Id="rId39" Type="http://schemas.openxmlformats.org/officeDocument/2006/relationships/tags" Target="../tags/tag564.xml"/><Relationship Id="rId34" Type="http://schemas.openxmlformats.org/officeDocument/2006/relationships/tags" Target="../tags/tag559.xml"/><Relationship Id="rId50" Type="http://schemas.openxmlformats.org/officeDocument/2006/relationships/tags" Target="../tags/tag575.xml"/><Relationship Id="rId55" Type="http://schemas.openxmlformats.org/officeDocument/2006/relationships/tags" Target="../tags/tag580.xml"/><Relationship Id="rId76" Type="http://schemas.openxmlformats.org/officeDocument/2006/relationships/tags" Target="../tags/tag601.xml"/><Relationship Id="rId7" Type="http://schemas.openxmlformats.org/officeDocument/2006/relationships/tags" Target="../tags/tag532.xml"/><Relationship Id="rId71" Type="http://schemas.openxmlformats.org/officeDocument/2006/relationships/tags" Target="../tags/tag596.xml"/><Relationship Id="rId2" Type="http://schemas.openxmlformats.org/officeDocument/2006/relationships/tags" Target="../tags/tag527.xml"/><Relationship Id="rId29" Type="http://schemas.openxmlformats.org/officeDocument/2006/relationships/tags" Target="../tags/tag554.xml"/><Relationship Id="rId24" Type="http://schemas.openxmlformats.org/officeDocument/2006/relationships/tags" Target="../tags/tag549.xml"/><Relationship Id="rId40" Type="http://schemas.openxmlformats.org/officeDocument/2006/relationships/tags" Target="../tags/tag565.xml"/><Relationship Id="rId45" Type="http://schemas.openxmlformats.org/officeDocument/2006/relationships/tags" Target="../tags/tag570.xml"/><Relationship Id="rId66" Type="http://schemas.openxmlformats.org/officeDocument/2006/relationships/tags" Target="../tags/tag591.xml"/><Relationship Id="rId61" Type="http://schemas.openxmlformats.org/officeDocument/2006/relationships/tags" Target="../tags/tag586.xml"/><Relationship Id="rId82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609.xml"/><Relationship Id="rId7" Type="http://schemas.openxmlformats.org/officeDocument/2006/relationships/image" Target="../media/image2.png"/><Relationship Id="rId2" Type="http://schemas.openxmlformats.org/officeDocument/2006/relationships/tags" Target="../tags/tag608.xml"/><Relationship Id="rId1" Type="http://schemas.openxmlformats.org/officeDocument/2006/relationships/tags" Target="../tags/tag607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610.xml"/><Relationship Id="rId9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623.xml"/><Relationship Id="rId18" Type="http://schemas.openxmlformats.org/officeDocument/2006/relationships/tags" Target="../tags/tag628.xml"/><Relationship Id="rId26" Type="http://schemas.openxmlformats.org/officeDocument/2006/relationships/tags" Target="../tags/tag636.xml"/><Relationship Id="rId39" Type="http://schemas.openxmlformats.org/officeDocument/2006/relationships/tags" Target="../tags/tag649.xml"/><Relationship Id="rId21" Type="http://schemas.openxmlformats.org/officeDocument/2006/relationships/tags" Target="../tags/tag631.xml"/><Relationship Id="rId34" Type="http://schemas.openxmlformats.org/officeDocument/2006/relationships/tags" Target="../tags/tag644.xml"/><Relationship Id="rId42" Type="http://schemas.openxmlformats.org/officeDocument/2006/relationships/tags" Target="../tags/tag652.xml"/><Relationship Id="rId47" Type="http://schemas.openxmlformats.org/officeDocument/2006/relationships/tags" Target="../tags/tag657.xml"/><Relationship Id="rId50" Type="http://schemas.openxmlformats.org/officeDocument/2006/relationships/tags" Target="../tags/tag660.xml"/><Relationship Id="rId55" Type="http://schemas.openxmlformats.org/officeDocument/2006/relationships/image" Target="../media/image2.png"/><Relationship Id="rId7" Type="http://schemas.openxmlformats.org/officeDocument/2006/relationships/tags" Target="../tags/tag617.xml"/><Relationship Id="rId2" Type="http://schemas.openxmlformats.org/officeDocument/2006/relationships/tags" Target="../tags/tag612.xml"/><Relationship Id="rId16" Type="http://schemas.openxmlformats.org/officeDocument/2006/relationships/tags" Target="../tags/tag626.xml"/><Relationship Id="rId29" Type="http://schemas.openxmlformats.org/officeDocument/2006/relationships/tags" Target="../tags/tag639.xml"/><Relationship Id="rId11" Type="http://schemas.openxmlformats.org/officeDocument/2006/relationships/tags" Target="../tags/tag621.xml"/><Relationship Id="rId24" Type="http://schemas.openxmlformats.org/officeDocument/2006/relationships/tags" Target="../tags/tag634.xml"/><Relationship Id="rId32" Type="http://schemas.openxmlformats.org/officeDocument/2006/relationships/tags" Target="../tags/tag642.xml"/><Relationship Id="rId37" Type="http://schemas.openxmlformats.org/officeDocument/2006/relationships/tags" Target="../tags/tag647.xml"/><Relationship Id="rId40" Type="http://schemas.openxmlformats.org/officeDocument/2006/relationships/tags" Target="../tags/tag650.xml"/><Relationship Id="rId45" Type="http://schemas.openxmlformats.org/officeDocument/2006/relationships/tags" Target="../tags/tag655.xml"/><Relationship Id="rId53" Type="http://schemas.openxmlformats.org/officeDocument/2006/relationships/tags" Target="../tags/tag663.xml"/><Relationship Id="rId58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615.xml"/><Relationship Id="rId19" Type="http://schemas.openxmlformats.org/officeDocument/2006/relationships/tags" Target="../tags/tag629.xml"/><Relationship Id="rId4" Type="http://schemas.openxmlformats.org/officeDocument/2006/relationships/tags" Target="../tags/tag614.xml"/><Relationship Id="rId9" Type="http://schemas.openxmlformats.org/officeDocument/2006/relationships/tags" Target="../tags/tag619.xml"/><Relationship Id="rId14" Type="http://schemas.openxmlformats.org/officeDocument/2006/relationships/tags" Target="../tags/tag624.xml"/><Relationship Id="rId22" Type="http://schemas.openxmlformats.org/officeDocument/2006/relationships/tags" Target="../tags/tag632.xml"/><Relationship Id="rId27" Type="http://schemas.openxmlformats.org/officeDocument/2006/relationships/tags" Target="../tags/tag637.xml"/><Relationship Id="rId30" Type="http://schemas.openxmlformats.org/officeDocument/2006/relationships/tags" Target="../tags/tag640.xml"/><Relationship Id="rId35" Type="http://schemas.openxmlformats.org/officeDocument/2006/relationships/tags" Target="../tags/tag645.xml"/><Relationship Id="rId43" Type="http://schemas.openxmlformats.org/officeDocument/2006/relationships/tags" Target="../tags/tag653.xml"/><Relationship Id="rId48" Type="http://schemas.openxmlformats.org/officeDocument/2006/relationships/tags" Target="../tags/tag658.xml"/><Relationship Id="rId56" Type="http://schemas.openxmlformats.org/officeDocument/2006/relationships/image" Target="file:///C:\Users\1V994W2\PycharmProjects\PPT_Background_Generation/pic_temp/0_pic_quater_left_up.png" TargetMode="External"/><Relationship Id="rId8" Type="http://schemas.openxmlformats.org/officeDocument/2006/relationships/tags" Target="../tags/tag618.xml"/><Relationship Id="rId51" Type="http://schemas.openxmlformats.org/officeDocument/2006/relationships/tags" Target="../tags/tag661.xml"/><Relationship Id="rId3" Type="http://schemas.openxmlformats.org/officeDocument/2006/relationships/tags" Target="../tags/tag613.xml"/><Relationship Id="rId12" Type="http://schemas.openxmlformats.org/officeDocument/2006/relationships/tags" Target="../tags/tag622.xml"/><Relationship Id="rId17" Type="http://schemas.openxmlformats.org/officeDocument/2006/relationships/tags" Target="../tags/tag627.xml"/><Relationship Id="rId25" Type="http://schemas.openxmlformats.org/officeDocument/2006/relationships/tags" Target="../tags/tag635.xml"/><Relationship Id="rId33" Type="http://schemas.openxmlformats.org/officeDocument/2006/relationships/tags" Target="../tags/tag643.xml"/><Relationship Id="rId38" Type="http://schemas.openxmlformats.org/officeDocument/2006/relationships/tags" Target="../tags/tag648.xml"/><Relationship Id="rId46" Type="http://schemas.openxmlformats.org/officeDocument/2006/relationships/tags" Target="../tags/tag656.xml"/><Relationship Id="rId20" Type="http://schemas.openxmlformats.org/officeDocument/2006/relationships/tags" Target="../tags/tag630.xml"/><Relationship Id="rId41" Type="http://schemas.openxmlformats.org/officeDocument/2006/relationships/tags" Target="../tags/tag651.xml"/><Relationship Id="rId54" Type="http://schemas.openxmlformats.org/officeDocument/2006/relationships/slideLayout" Target="../slideLayouts/slideLayout18.xml"/><Relationship Id="rId1" Type="http://schemas.openxmlformats.org/officeDocument/2006/relationships/tags" Target="../tags/tag611.xml"/><Relationship Id="rId6" Type="http://schemas.openxmlformats.org/officeDocument/2006/relationships/tags" Target="../tags/tag616.xml"/><Relationship Id="rId15" Type="http://schemas.openxmlformats.org/officeDocument/2006/relationships/tags" Target="../tags/tag625.xml"/><Relationship Id="rId23" Type="http://schemas.openxmlformats.org/officeDocument/2006/relationships/tags" Target="../tags/tag633.xml"/><Relationship Id="rId28" Type="http://schemas.openxmlformats.org/officeDocument/2006/relationships/tags" Target="../tags/tag638.xml"/><Relationship Id="rId36" Type="http://schemas.openxmlformats.org/officeDocument/2006/relationships/tags" Target="../tags/tag646.xml"/><Relationship Id="rId49" Type="http://schemas.openxmlformats.org/officeDocument/2006/relationships/tags" Target="../tags/tag659.xml"/><Relationship Id="rId57" Type="http://schemas.openxmlformats.org/officeDocument/2006/relationships/image" Target="../media/image3.png"/><Relationship Id="rId10" Type="http://schemas.openxmlformats.org/officeDocument/2006/relationships/tags" Target="../tags/tag620.xml"/><Relationship Id="rId31" Type="http://schemas.openxmlformats.org/officeDocument/2006/relationships/tags" Target="../tags/tag641.xml"/><Relationship Id="rId44" Type="http://schemas.openxmlformats.org/officeDocument/2006/relationships/tags" Target="../tags/tag654.xml"/><Relationship Id="rId52" Type="http://schemas.openxmlformats.org/officeDocument/2006/relationships/tags" Target="../tags/tag66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tags" Target="../tags/tag689.xml"/><Relationship Id="rId21" Type="http://schemas.openxmlformats.org/officeDocument/2006/relationships/tags" Target="../tags/tag684.xml"/><Relationship Id="rId42" Type="http://schemas.openxmlformats.org/officeDocument/2006/relationships/tags" Target="../tags/tag705.xml"/><Relationship Id="rId47" Type="http://schemas.openxmlformats.org/officeDocument/2006/relationships/tags" Target="../tags/tag710.xml"/><Relationship Id="rId63" Type="http://schemas.openxmlformats.org/officeDocument/2006/relationships/tags" Target="../tags/tag726.xml"/><Relationship Id="rId68" Type="http://schemas.openxmlformats.org/officeDocument/2006/relationships/tags" Target="../tags/tag731.xml"/><Relationship Id="rId16" Type="http://schemas.openxmlformats.org/officeDocument/2006/relationships/tags" Target="../tags/tag679.xml"/><Relationship Id="rId11" Type="http://schemas.openxmlformats.org/officeDocument/2006/relationships/tags" Target="../tags/tag674.xml"/><Relationship Id="rId32" Type="http://schemas.openxmlformats.org/officeDocument/2006/relationships/tags" Target="../tags/tag695.xml"/><Relationship Id="rId37" Type="http://schemas.openxmlformats.org/officeDocument/2006/relationships/tags" Target="../tags/tag700.xml"/><Relationship Id="rId53" Type="http://schemas.openxmlformats.org/officeDocument/2006/relationships/tags" Target="../tags/tag716.xml"/><Relationship Id="rId58" Type="http://schemas.openxmlformats.org/officeDocument/2006/relationships/tags" Target="../tags/tag721.xml"/><Relationship Id="rId74" Type="http://schemas.openxmlformats.org/officeDocument/2006/relationships/tags" Target="../tags/tag737.xml"/><Relationship Id="rId79" Type="http://schemas.openxmlformats.org/officeDocument/2006/relationships/notesSlide" Target="../notesSlides/notesSlide16.xml"/><Relationship Id="rId5" Type="http://schemas.openxmlformats.org/officeDocument/2006/relationships/tags" Target="../tags/tag668.xml"/><Relationship Id="rId61" Type="http://schemas.openxmlformats.org/officeDocument/2006/relationships/tags" Target="../tags/tag724.xml"/><Relationship Id="rId82" Type="http://schemas.openxmlformats.org/officeDocument/2006/relationships/image" Target="../media/image3.png"/><Relationship Id="rId19" Type="http://schemas.openxmlformats.org/officeDocument/2006/relationships/tags" Target="../tags/tag682.xml"/><Relationship Id="rId14" Type="http://schemas.openxmlformats.org/officeDocument/2006/relationships/tags" Target="../tags/tag677.xml"/><Relationship Id="rId22" Type="http://schemas.openxmlformats.org/officeDocument/2006/relationships/tags" Target="../tags/tag685.xml"/><Relationship Id="rId27" Type="http://schemas.openxmlformats.org/officeDocument/2006/relationships/tags" Target="../tags/tag690.xml"/><Relationship Id="rId30" Type="http://schemas.openxmlformats.org/officeDocument/2006/relationships/tags" Target="../tags/tag693.xml"/><Relationship Id="rId35" Type="http://schemas.openxmlformats.org/officeDocument/2006/relationships/tags" Target="../tags/tag698.xml"/><Relationship Id="rId43" Type="http://schemas.openxmlformats.org/officeDocument/2006/relationships/tags" Target="../tags/tag706.xml"/><Relationship Id="rId48" Type="http://schemas.openxmlformats.org/officeDocument/2006/relationships/tags" Target="../tags/tag711.xml"/><Relationship Id="rId56" Type="http://schemas.openxmlformats.org/officeDocument/2006/relationships/tags" Target="../tags/tag719.xml"/><Relationship Id="rId64" Type="http://schemas.openxmlformats.org/officeDocument/2006/relationships/tags" Target="../tags/tag727.xml"/><Relationship Id="rId69" Type="http://schemas.openxmlformats.org/officeDocument/2006/relationships/tags" Target="../tags/tag732.xml"/><Relationship Id="rId77" Type="http://schemas.openxmlformats.org/officeDocument/2006/relationships/tags" Target="../tags/tag740.xml"/><Relationship Id="rId8" Type="http://schemas.openxmlformats.org/officeDocument/2006/relationships/tags" Target="../tags/tag671.xml"/><Relationship Id="rId51" Type="http://schemas.openxmlformats.org/officeDocument/2006/relationships/tags" Target="../tags/tag714.xml"/><Relationship Id="rId72" Type="http://schemas.openxmlformats.org/officeDocument/2006/relationships/tags" Target="../tags/tag735.xml"/><Relationship Id="rId80" Type="http://schemas.openxmlformats.org/officeDocument/2006/relationships/image" Target="../media/image2.png"/><Relationship Id="rId3" Type="http://schemas.openxmlformats.org/officeDocument/2006/relationships/tags" Target="../tags/tag666.xml"/><Relationship Id="rId12" Type="http://schemas.openxmlformats.org/officeDocument/2006/relationships/tags" Target="../tags/tag675.xml"/><Relationship Id="rId17" Type="http://schemas.openxmlformats.org/officeDocument/2006/relationships/tags" Target="../tags/tag680.xml"/><Relationship Id="rId25" Type="http://schemas.openxmlformats.org/officeDocument/2006/relationships/tags" Target="../tags/tag688.xml"/><Relationship Id="rId33" Type="http://schemas.openxmlformats.org/officeDocument/2006/relationships/tags" Target="../tags/tag696.xml"/><Relationship Id="rId38" Type="http://schemas.openxmlformats.org/officeDocument/2006/relationships/tags" Target="../tags/tag701.xml"/><Relationship Id="rId46" Type="http://schemas.openxmlformats.org/officeDocument/2006/relationships/tags" Target="../tags/tag709.xml"/><Relationship Id="rId59" Type="http://schemas.openxmlformats.org/officeDocument/2006/relationships/tags" Target="../tags/tag722.xml"/><Relationship Id="rId67" Type="http://schemas.openxmlformats.org/officeDocument/2006/relationships/tags" Target="../tags/tag730.xml"/><Relationship Id="rId20" Type="http://schemas.openxmlformats.org/officeDocument/2006/relationships/tags" Target="../tags/tag683.xml"/><Relationship Id="rId41" Type="http://schemas.openxmlformats.org/officeDocument/2006/relationships/tags" Target="../tags/tag704.xml"/><Relationship Id="rId54" Type="http://schemas.openxmlformats.org/officeDocument/2006/relationships/tags" Target="../tags/tag717.xml"/><Relationship Id="rId62" Type="http://schemas.openxmlformats.org/officeDocument/2006/relationships/tags" Target="../tags/tag725.xml"/><Relationship Id="rId70" Type="http://schemas.openxmlformats.org/officeDocument/2006/relationships/tags" Target="../tags/tag733.xml"/><Relationship Id="rId75" Type="http://schemas.openxmlformats.org/officeDocument/2006/relationships/tags" Target="../tags/tag738.xml"/><Relationship Id="rId83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664.xml"/><Relationship Id="rId6" Type="http://schemas.openxmlformats.org/officeDocument/2006/relationships/tags" Target="../tags/tag669.xml"/><Relationship Id="rId15" Type="http://schemas.openxmlformats.org/officeDocument/2006/relationships/tags" Target="../tags/tag678.xml"/><Relationship Id="rId23" Type="http://schemas.openxmlformats.org/officeDocument/2006/relationships/tags" Target="../tags/tag686.xml"/><Relationship Id="rId28" Type="http://schemas.openxmlformats.org/officeDocument/2006/relationships/tags" Target="../tags/tag691.xml"/><Relationship Id="rId36" Type="http://schemas.openxmlformats.org/officeDocument/2006/relationships/tags" Target="../tags/tag699.xml"/><Relationship Id="rId49" Type="http://schemas.openxmlformats.org/officeDocument/2006/relationships/tags" Target="../tags/tag712.xml"/><Relationship Id="rId57" Type="http://schemas.openxmlformats.org/officeDocument/2006/relationships/tags" Target="../tags/tag720.xml"/><Relationship Id="rId10" Type="http://schemas.openxmlformats.org/officeDocument/2006/relationships/tags" Target="../tags/tag673.xml"/><Relationship Id="rId31" Type="http://schemas.openxmlformats.org/officeDocument/2006/relationships/tags" Target="../tags/tag694.xml"/><Relationship Id="rId44" Type="http://schemas.openxmlformats.org/officeDocument/2006/relationships/tags" Target="../tags/tag707.xml"/><Relationship Id="rId52" Type="http://schemas.openxmlformats.org/officeDocument/2006/relationships/tags" Target="../tags/tag715.xml"/><Relationship Id="rId60" Type="http://schemas.openxmlformats.org/officeDocument/2006/relationships/tags" Target="../tags/tag723.xml"/><Relationship Id="rId65" Type="http://schemas.openxmlformats.org/officeDocument/2006/relationships/tags" Target="../tags/tag728.xml"/><Relationship Id="rId73" Type="http://schemas.openxmlformats.org/officeDocument/2006/relationships/tags" Target="../tags/tag736.xml"/><Relationship Id="rId78" Type="http://schemas.openxmlformats.org/officeDocument/2006/relationships/slideLayout" Target="../slideLayouts/slideLayout18.xml"/><Relationship Id="rId81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67.xml"/><Relationship Id="rId9" Type="http://schemas.openxmlformats.org/officeDocument/2006/relationships/tags" Target="../tags/tag672.xml"/><Relationship Id="rId13" Type="http://schemas.openxmlformats.org/officeDocument/2006/relationships/tags" Target="../tags/tag676.xml"/><Relationship Id="rId18" Type="http://schemas.openxmlformats.org/officeDocument/2006/relationships/tags" Target="../tags/tag681.xml"/><Relationship Id="rId39" Type="http://schemas.openxmlformats.org/officeDocument/2006/relationships/tags" Target="../tags/tag702.xml"/><Relationship Id="rId34" Type="http://schemas.openxmlformats.org/officeDocument/2006/relationships/tags" Target="../tags/tag697.xml"/><Relationship Id="rId50" Type="http://schemas.openxmlformats.org/officeDocument/2006/relationships/tags" Target="../tags/tag713.xml"/><Relationship Id="rId55" Type="http://schemas.openxmlformats.org/officeDocument/2006/relationships/tags" Target="../tags/tag718.xml"/><Relationship Id="rId76" Type="http://schemas.openxmlformats.org/officeDocument/2006/relationships/tags" Target="../tags/tag739.xml"/><Relationship Id="rId7" Type="http://schemas.openxmlformats.org/officeDocument/2006/relationships/tags" Target="../tags/tag670.xml"/><Relationship Id="rId71" Type="http://schemas.openxmlformats.org/officeDocument/2006/relationships/tags" Target="../tags/tag734.xml"/><Relationship Id="rId2" Type="http://schemas.openxmlformats.org/officeDocument/2006/relationships/tags" Target="../tags/tag665.xml"/><Relationship Id="rId29" Type="http://schemas.openxmlformats.org/officeDocument/2006/relationships/tags" Target="../tags/tag692.xml"/><Relationship Id="rId24" Type="http://schemas.openxmlformats.org/officeDocument/2006/relationships/tags" Target="../tags/tag687.xml"/><Relationship Id="rId40" Type="http://schemas.openxmlformats.org/officeDocument/2006/relationships/tags" Target="../tags/tag703.xml"/><Relationship Id="rId45" Type="http://schemas.openxmlformats.org/officeDocument/2006/relationships/tags" Target="../tags/tag708.xml"/><Relationship Id="rId66" Type="http://schemas.openxmlformats.org/officeDocument/2006/relationships/tags" Target="../tags/tag72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743.xml"/><Relationship Id="rId7" Type="http://schemas.openxmlformats.org/officeDocument/2006/relationships/image" Target="../media/image2.png"/><Relationship Id="rId2" Type="http://schemas.openxmlformats.org/officeDocument/2006/relationships/tags" Target="../tags/tag742.xml"/><Relationship Id="rId1" Type="http://schemas.openxmlformats.org/officeDocument/2006/relationships/tags" Target="../tags/tag741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744.xml"/><Relationship Id="rId9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757.xml"/><Relationship Id="rId18" Type="http://schemas.openxmlformats.org/officeDocument/2006/relationships/tags" Target="../tags/tag762.xml"/><Relationship Id="rId26" Type="http://schemas.openxmlformats.org/officeDocument/2006/relationships/tags" Target="../tags/tag770.xml"/><Relationship Id="rId39" Type="http://schemas.openxmlformats.org/officeDocument/2006/relationships/tags" Target="../tags/tag783.xml"/><Relationship Id="rId21" Type="http://schemas.openxmlformats.org/officeDocument/2006/relationships/tags" Target="../tags/tag765.xml"/><Relationship Id="rId34" Type="http://schemas.openxmlformats.org/officeDocument/2006/relationships/tags" Target="../tags/tag778.xml"/><Relationship Id="rId42" Type="http://schemas.openxmlformats.org/officeDocument/2006/relationships/tags" Target="../tags/tag786.xml"/><Relationship Id="rId47" Type="http://schemas.openxmlformats.org/officeDocument/2006/relationships/slideLayout" Target="../slideLayouts/slideLayout18.xml"/><Relationship Id="rId50" Type="http://schemas.openxmlformats.org/officeDocument/2006/relationships/image" Target="../media/image3.png"/><Relationship Id="rId7" Type="http://schemas.openxmlformats.org/officeDocument/2006/relationships/tags" Target="../tags/tag751.xml"/><Relationship Id="rId2" Type="http://schemas.openxmlformats.org/officeDocument/2006/relationships/tags" Target="../tags/tag746.xml"/><Relationship Id="rId16" Type="http://schemas.openxmlformats.org/officeDocument/2006/relationships/tags" Target="../tags/tag760.xml"/><Relationship Id="rId29" Type="http://schemas.openxmlformats.org/officeDocument/2006/relationships/tags" Target="../tags/tag773.xml"/><Relationship Id="rId11" Type="http://schemas.openxmlformats.org/officeDocument/2006/relationships/tags" Target="../tags/tag755.xml"/><Relationship Id="rId24" Type="http://schemas.openxmlformats.org/officeDocument/2006/relationships/tags" Target="../tags/tag768.xml"/><Relationship Id="rId32" Type="http://schemas.openxmlformats.org/officeDocument/2006/relationships/tags" Target="../tags/tag776.xml"/><Relationship Id="rId37" Type="http://schemas.openxmlformats.org/officeDocument/2006/relationships/tags" Target="../tags/tag781.xml"/><Relationship Id="rId40" Type="http://schemas.openxmlformats.org/officeDocument/2006/relationships/tags" Target="../tags/tag784.xml"/><Relationship Id="rId45" Type="http://schemas.openxmlformats.org/officeDocument/2006/relationships/tags" Target="../tags/tag789.xml"/><Relationship Id="rId5" Type="http://schemas.openxmlformats.org/officeDocument/2006/relationships/tags" Target="../tags/tag749.xml"/><Relationship Id="rId15" Type="http://schemas.openxmlformats.org/officeDocument/2006/relationships/tags" Target="../tags/tag759.xml"/><Relationship Id="rId23" Type="http://schemas.openxmlformats.org/officeDocument/2006/relationships/tags" Target="../tags/tag767.xml"/><Relationship Id="rId28" Type="http://schemas.openxmlformats.org/officeDocument/2006/relationships/tags" Target="../tags/tag772.xml"/><Relationship Id="rId36" Type="http://schemas.openxmlformats.org/officeDocument/2006/relationships/tags" Target="../tags/tag780.xml"/><Relationship Id="rId49" Type="http://schemas.openxmlformats.org/officeDocument/2006/relationships/image" Target="file:///C:\Users\1V994W2\PycharmProjects\PPT_Background_Generation/pic_temp/0_pic_quater_left_up.png" TargetMode="External"/><Relationship Id="rId10" Type="http://schemas.openxmlformats.org/officeDocument/2006/relationships/tags" Target="../tags/tag754.xml"/><Relationship Id="rId19" Type="http://schemas.openxmlformats.org/officeDocument/2006/relationships/tags" Target="../tags/tag763.xml"/><Relationship Id="rId31" Type="http://schemas.openxmlformats.org/officeDocument/2006/relationships/tags" Target="../tags/tag775.xml"/><Relationship Id="rId44" Type="http://schemas.openxmlformats.org/officeDocument/2006/relationships/tags" Target="../tags/tag788.xml"/><Relationship Id="rId4" Type="http://schemas.openxmlformats.org/officeDocument/2006/relationships/tags" Target="../tags/tag748.xml"/><Relationship Id="rId9" Type="http://schemas.openxmlformats.org/officeDocument/2006/relationships/tags" Target="../tags/tag753.xml"/><Relationship Id="rId14" Type="http://schemas.openxmlformats.org/officeDocument/2006/relationships/tags" Target="../tags/tag758.xml"/><Relationship Id="rId22" Type="http://schemas.openxmlformats.org/officeDocument/2006/relationships/tags" Target="../tags/tag766.xml"/><Relationship Id="rId27" Type="http://schemas.openxmlformats.org/officeDocument/2006/relationships/tags" Target="../tags/tag771.xml"/><Relationship Id="rId30" Type="http://schemas.openxmlformats.org/officeDocument/2006/relationships/tags" Target="../tags/tag774.xml"/><Relationship Id="rId35" Type="http://schemas.openxmlformats.org/officeDocument/2006/relationships/tags" Target="../tags/tag779.xml"/><Relationship Id="rId43" Type="http://schemas.openxmlformats.org/officeDocument/2006/relationships/tags" Target="../tags/tag787.xml"/><Relationship Id="rId48" Type="http://schemas.openxmlformats.org/officeDocument/2006/relationships/image" Target="../media/image2.png"/><Relationship Id="rId8" Type="http://schemas.openxmlformats.org/officeDocument/2006/relationships/tags" Target="../tags/tag752.xml"/><Relationship Id="rId51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747.xml"/><Relationship Id="rId12" Type="http://schemas.openxmlformats.org/officeDocument/2006/relationships/tags" Target="../tags/tag756.xml"/><Relationship Id="rId17" Type="http://schemas.openxmlformats.org/officeDocument/2006/relationships/tags" Target="../tags/tag761.xml"/><Relationship Id="rId25" Type="http://schemas.openxmlformats.org/officeDocument/2006/relationships/tags" Target="../tags/tag769.xml"/><Relationship Id="rId33" Type="http://schemas.openxmlformats.org/officeDocument/2006/relationships/tags" Target="../tags/tag777.xml"/><Relationship Id="rId38" Type="http://schemas.openxmlformats.org/officeDocument/2006/relationships/tags" Target="../tags/tag782.xml"/><Relationship Id="rId46" Type="http://schemas.openxmlformats.org/officeDocument/2006/relationships/tags" Target="../tags/tag790.xml"/><Relationship Id="rId20" Type="http://schemas.openxmlformats.org/officeDocument/2006/relationships/tags" Target="../tags/tag764.xml"/><Relationship Id="rId41" Type="http://schemas.openxmlformats.org/officeDocument/2006/relationships/tags" Target="../tags/tag785.xml"/><Relationship Id="rId1" Type="http://schemas.openxmlformats.org/officeDocument/2006/relationships/tags" Target="../tags/tag745.xml"/><Relationship Id="rId6" Type="http://schemas.openxmlformats.org/officeDocument/2006/relationships/tags" Target="../tags/tag750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93.xml"/><Relationship Id="rId7" Type="http://schemas.openxmlformats.org/officeDocument/2006/relationships/notesSlide" Target="../notesSlides/notesSlide18.xml"/><Relationship Id="rId12" Type="http://schemas.openxmlformats.org/officeDocument/2006/relationships/image" Target="../media/image10.png"/><Relationship Id="rId2" Type="http://schemas.openxmlformats.org/officeDocument/2006/relationships/tags" Target="../tags/tag792.xml"/><Relationship Id="rId1" Type="http://schemas.openxmlformats.org/officeDocument/2006/relationships/tags" Target="../tags/tag791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795.xml"/><Relationship Id="rId10" Type="http://schemas.openxmlformats.org/officeDocument/2006/relationships/image" Target="../media/image3.png"/><Relationship Id="rId4" Type="http://schemas.openxmlformats.org/officeDocument/2006/relationships/tags" Target="../tags/tag794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798.xml"/><Relationship Id="rId7" Type="http://schemas.openxmlformats.org/officeDocument/2006/relationships/image" Target="../media/image2.png"/><Relationship Id="rId2" Type="http://schemas.openxmlformats.org/officeDocument/2006/relationships/tags" Target="../tags/tag797.xml"/><Relationship Id="rId1" Type="http://schemas.openxmlformats.org/officeDocument/2006/relationships/tags" Target="../tags/tag796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799.xml"/><Relationship Id="rId9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807.xml"/><Relationship Id="rId13" Type="http://schemas.openxmlformats.org/officeDocument/2006/relationships/tags" Target="../tags/tag812.xml"/><Relationship Id="rId18" Type="http://schemas.openxmlformats.org/officeDocument/2006/relationships/tags" Target="../tags/tag817.xml"/><Relationship Id="rId3" Type="http://schemas.openxmlformats.org/officeDocument/2006/relationships/tags" Target="../tags/tag802.xml"/><Relationship Id="rId21" Type="http://schemas.openxmlformats.org/officeDocument/2006/relationships/notesSlide" Target="../notesSlides/notesSlide20.xml"/><Relationship Id="rId7" Type="http://schemas.openxmlformats.org/officeDocument/2006/relationships/tags" Target="../tags/tag806.xml"/><Relationship Id="rId12" Type="http://schemas.openxmlformats.org/officeDocument/2006/relationships/tags" Target="../tags/tag811.xml"/><Relationship Id="rId17" Type="http://schemas.openxmlformats.org/officeDocument/2006/relationships/tags" Target="../tags/tag816.xml"/><Relationship Id="rId25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801.xml"/><Relationship Id="rId16" Type="http://schemas.openxmlformats.org/officeDocument/2006/relationships/tags" Target="../tags/tag815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800.xml"/><Relationship Id="rId6" Type="http://schemas.openxmlformats.org/officeDocument/2006/relationships/tags" Target="../tags/tag805.xml"/><Relationship Id="rId11" Type="http://schemas.openxmlformats.org/officeDocument/2006/relationships/tags" Target="../tags/tag810.xml"/><Relationship Id="rId24" Type="http://schemas.openxmlformats.org/officeDocument/2006/relationships/image" Target="../media/image3.png"/><Relationship Id="rId5" Type="http://schemas.openxmlformats.org/officeDocument/2006/relationships/tags" Target="../tags/tag804.xml"/><Relationship Id="rId15" Type="http://schemas.openxmlformats.org/officeDocument/2006/relationships/tags" Target="../tags/tag814.xml"/><Relationship Id="rId23" Type="http://schemas.openxmlformats.org/officeDocument/2006/relationships/image" Target="file:///C:\Users\1V994W2\PycharmProjects\PPT_Background_Generation/pic_temp/0_pic_quater_left_up.png" TargetMode="External"/><Relationship Id="rId10" Type="http://schemas.openxmlformats.org/officeDocument/2006/relationships/tags" Target="../tags/tag809.xml"/><Relationship Id="rId19" Type="http://schemas.openxmlformats.org/officeDocument/2006/relationships/tags" Target="../tags/tag818.xml"/><Relationship Id="rId4" Type="http://schemas.openxmlformats.org/officeDocument/2006/relationships/tags" Target="../tags/tag803.xml"/><Relationship Id="rId9" Type="http://schemas.openxmlformats.org/officeDocument/2006/relationships/tags" Target="../tags/tag808.xml"/><Relationship Id="rId14" Type="http://schemas.openxmlformats.org/officeDocument/2006/relationships/tags" Target="../tags/tag813.xml"/><Relationship Id="rId22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826.xml"/><Relationship Id="rId13" Type="http://schemas.openxmlformats.org/officeDocument/2006/relationships/tags" Target="../tags/tag831.xml"/><Relationship Id="rId18" Type="http://schemas.openxmlformats.org/officeDocument/2006/relationships/tags" Target="../tags/tag836.xml"/><Relationship Id="rId26" Type="http://schemas.openxmlformats.org/officeDocument/2006/relationships/slideLayout" Target="../slideLayouts/slideLayout18.xml"/><Relationship Id="rId3" Type="http://schemas.openxmlformats.org/officeDocument/2006/relationships/tags" Target="../tags/tag821.xml"/><Relationship Id="rId21" Type="http://schemas.openxmlformats.org/officeDocument/2006/relationships/tags" Target="../tags/tag839.xml"/><Relationship Id="rId7" Type="http://schemas.openxmlformats.org/officeDocument/2006/relationships/tags" Target="../tags/tag825.xml"/><Relationship Id="rId12" Type="http://schemas.openxmlformats.org/officeDocument/2006/relationships/tags" Target="../tags/tag830.xml"/><Relationship Id="rId17" Type="http://schemas.openxmlformats.org/officeDocument/2006/relationships/tags" Target="../tags/tag835.xml"/><Relationship Id="rId25" Type="http://schemas.openxmlformats.org/officeDocument/2006/relationships/tags" Target="../tags/tag843.xml"/><Relationship Id="rId2" Type="http://schemas.openxmlformats.org/officeDocument/2006/relationships/tags" Target="../tags/tag820.xml"/><Relationship Id="rId16" Type="http://schemas.openxmlformats.org/officeDocument/2006/relationships/tags" Target="../tags/tag834.xml"/><Relationship Id="rId20" Type="http://schemas.openxmlformats.org/officeDocument/2006/relationships/tags" Target="../tags/tag838.xml"/><Relationship Id="rId29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819.xml"/><Relationship Id="rId6" Type="http://schemas.openxmlformats.org/officeDocument/2006/relationships/tags" Target="../tags/tag824.xml"/><Relationship Id="rId11" Type="http://schemas.openxmlformats.org/officeDocument/2006/relationships/tags" Target="../tags/tag829.xml"/><Relationship Id="rId24" Type="http://schemas.openxmlformats.org/officeDocument/2006/relationships/tags" Target="../tags/tag842.xml"/><Relationship Id="rId5" Type="http://schemas.openxmlformats.org/officeDocument/2006/relationships/tags" Target="../tags/tag823.xml"/><Relationship Id="rId15" Type="http://schemas.openxmlformats.org/officeDocument/2006/relationships/tags" Target="../tags/tag833.xml"/><Relationship Id="rId23" Type="http://schemas.openxmlformats.org/officeDocument/2006/relationships/tags" Target="../tags/tag841.xml"/><Relationship Id="rId28" Type="http://schemas.openxmlformats.org/officeDocument/2006/relationships/image" Target="../media/image2.png"/><Relationship Id="rId10" Type="http://schemas.openxmlformats.org/officeDocument/2006/relationships/tags" Target="../tags/tag828.xml"/><Relationship Id="rId19" Type="http://schemas.openxmlformats.org/officeDocument/2006/relationships/tags" Target="../tags/tag837.xml"/><Relationship Id="rId31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22.xml"/><Relationship Id="rId9" Type="http://schemas.openxmlformats.org/officeDocument/2006/relationships/tags" Target="../tags/tag827.xml"/><Relationship Id="rId14" Type="http://schemas.openxmlformats.org/officeDocument/2006/relationships/tags" Target="../tags/tag832.xml"/><Relationship Id="rId22" Type="http://schemas.openxmlformats.org/officeDocument/2006/relationships/tags" Target="../tags/tag840.xml"/><Relationship Id="rId27" Type="http://schemas.openxmlformats.org/officeDocument/2006/relationships/notesSlide" Target="../notesSlides/notesSlide21.xml"/><Relationship Id="rId30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851.xml"/><Relationship Id="rId13" Type="http://schemas.openxmlformats.org/officeDocument/2006/relationships/tags" Target="../tags/tag856.xml"/><Relationship Id="rId18" Type="http://schemas.openxmlformats.org/officeDocument/2006/relationships/tags" Target="../tags/tag861.xml"/><Relationship Id="rId26" Type="http://schemas.openxmlformats.org/officeDocument/2006/relationships/image" Target="../media/image3.png"/><Relationship Id="rId3" Type="http://schemas.openxmlformats.org/officeDocument/2006/relationships/tags" Target="../tags/tag846.xml"/><Relationship Id="rId21" Type="http://schemas.openxmlformats.org/officeDocument/2006/relationships/tags" Target="../tags/tag864.xml"/><Relationship Id="rId7" Type="http://schemas.openxmlformats.org/officeDocument/2006/relationships/tags" Target="../tags/tag850.xml"/><Relationship Id="rId12" Type="http://schemas.openxmlformats.org/officeDocument/2006/relationships/tags" Target="../tags/tag855.xml"/><Relationship Id="rId17" Type="http://schemas.openxmlformats.org/officeDocument/2006/relationships/tags" Target="../tags/tag860.xml"/><Relationship Id="rId25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845.xml"/><Relationship Id="rId16" Type="http://schemas.openxmlformats.org/officeDocument/2006/relationships/tags" Target="../tags/tag859.xml"/><Relationship Id="rId20" Type="http://schemas.openxmlformats.org/officeDocument/2006/relationships/tags" Target="../tags/tag863.xml"/><Relationship Id="rId1" Type="http://schemas.openxmlformats.org/officeDocument/2006/relationships/tags" Target="../tags/tag844.xml"/><Relationship Id="rId6" Type="http://schemas.openxmlformats.org/officeDocument/2006/relationships/tags" Target="../tags/tag849.xml"/><Relationship Id="rId11" Type="http://schemas.openxmlformats.org/officeDocument/2006/relationships/tags" Target="../tags/tag854.xml"/><Relationship Id="rId24" Type="http://schemas.openxmlformats.org/officeDocument/2006/relationships/image" Target="../media/image2.png"/><Relationship Id="rId5" Type="http://schemas.openxmlformats.org/officeDocument/2006/relationships/tags" Target="../tags/tag848.xml"/><Relationship Id="rId15" Type="http://schemas.openxmlformats.org/officeDocument/2006/relationships/tags" Target="../tags/tag858.xml"/><Relationship Id="rId23" Type="http://schemas.openxmlformats.org/officeDocument/2006/relationships/notesSlide" Target="../notesSlides/notesSlide22.xml"/><Relationship Id="rId10" Type="http://schemas.openxmlformats.org/officeDocument/2006/relationships/tags" Target="../tags/tag853.xml"/><Relationship Id="rId19" Type="http://schemas.openxmlformats.org/officeDocument/2006/relationships/tags" Target="../tags/tag862.xml"/><Relationship Id="rId4" Type="http://schemas.openxmlformats.org/officeDocument/2006/relationships/tags" Target="../tags/tag847.xml"/><Relationship Id="rId9" Type="http://schemas.openxmlformats.org/officeDocument/2006/relationships/tags" Target="../tags/tag852.xml"/><Relationship Id="rId14" Type="http://schemas.openxmlformats.org/officeDocument/2006/relationships/tags" Target="../tags/tag857.xml"/><Relationship Id="rId22" Type="http://schemas.openxmlformats.org/officeDocument/2006/relationships/slideLayout" Target="../slideLayouts/slideLayout18.xml"/><Relationship Id="rId27" Type="http://schemas.openxmlformats.org/officeDocument/2006/relationships/image" Target="file:///C:\Users\1V994W2\PycharmProjects\PPT_Background_Generation/pic_temp/1_pic_quater_right_up.png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67.xml"/><Relationship Id="rId7" Type="http://schemas.openxmlformats.org/officeDocument/2006/relationships/image" Target="../media/image2.png"/><Relationship Id="rId2" Type="http://schemas.openxmlformats.org/officeDocument/2006/relationships/tags" Target="../tags/tag866.xml"/><Relationship Id="rId1" Type="http://schemas.openxmlformats.org/officeDocument/2006/relationships/tags" Target="../tags/tag865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68.xml"/><Relationship Id="rId9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71.xml"/><Relationship Id="rId7" Type="http://schemas.openxmlformats.org/officeDocument/2006/relationships/image" Target="../media/image2.png"/><Relationship Id="rId2" Type="http://schemas.openxmlformats.org/officeDocument/2006/relationships/tags" Target="../tags/tag870.xml"/><Relationship Id="rId1" Type="http://schemas.openxmlformats.org/officeDocument/2006/relationships/tags" Target="../tags/tag869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72.xml"/><Relationship Id="rId9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75.xml"/><Relationship Id="rId7" Type="http://schemas.openxmlformats.org/officeDocument/2006/relationships/image" Target="../media/image2.png"/><Relationship Id="rId2" Type="http://schemas.openxmlformats.org/officeDocument/2006/relationships/tags" Target="../tags/tag874.xml"/><Relationship Id="rId1" Type="http://schemas.openxmlformats.org/officeDocument/2006/relationships/tags" Target="../tags/tag873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76.xml"/><Relationship Id="rId9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884.xml"/><Relationship Id="rId13" Type="http://schemas.openxmlformats.org/officeDocument/2006/relationships/tags" Target="../tags/tag889.xml"/><Relationship Id="rId3" Type="http://schemas.openxmlformats.org/officeDocument/2006/relationships/tags" Target="../tags/tag879.xml"/><Relationship Id="rId7" Type="http://schemas.openxmlformats.org/officeDocument/2006/relationships/tags" Target="../tags/tag883.xml"/><Relationship Id="rId12" Type="http://schemas.openxmlformats.org/officeDocument/2006/relationships/tags" Target="../tags/tag888.xml"/><Relationship Id="rId2" Type="http://schemas.openxmlformats.org/officeDocument/2006/relationships/tags" Target="../tags/tag878.xml"/><Relationship Id="rId16" Type="http://schemas.openxmlformats.org/officeDocument/2006/relationships/notesSlide" Target="../notesSlides/notesSlide26.xml"/><Relationship Id="rId1" Type="http://schemas.openxmlformats.org/officeDocument/2006/relationships/tags" Target="../tags/tag877.xml"/><Relationship Id="rId6" Type="http://schemas.openxmlformats.org/officeDocument/2006/relationships/tags" Target="../tags/tag882.xml"/><Relationship Id="rId11" Type="http://schemas.openxmlformats.org/officeDocument/2006/relationships/tags" Target="../tags/tag887.xml"/><Relationship Id="rId5" Type="http://schemas.openxmlformats.org/officeDocument/2006/relationships/tags" Target="../tags/tag881.xml"/><Relationship Id="rId15" Type="http://schemas.openxmlformats.org/officeDocument/2006/relationships/slideLayout" Target="../slideLayouts/slideLayout17.xml"/><Relationship Id="rId10" Type="http://schemas.openxmlformats.org/officeDocument/2006/relationships/tags" Target="../tags/tag886.xml"/><Relationship Id="rId4" Type="http://schemas.openxmlformats.org/officeDocument/2006/relationships/tags" Target="../tags/tag880.xml"/><Relationship Id="rId9" Type="http://schemas.openxmlformats.org/officeDocument/2006/relationships/tags" Target="../tags/tag885.xml"/><Relationship Id="rId14" Type="http://schemas.openxmlformats.org/officeDocument/2006/relationships/tags" Target="../tags/tag890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93.xml"/><Relationship Id="rId7" Type="http://schemas.openxmlformats.org/officeDocument/2006/relationships/image" Target="../media/image2.png"/><Relationship Id="rId2" Type="http://schemas.openxmlformats.org/officeDocument/2006/relationships/tags" Target="../tags/tag892.xml"/><Relationship Id="rId1" Type="http://schemas.openxmlformats.org/officeDocument/2006/relationships/tags" Target="../tags/tag891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94.xml"/><Relationship Id="rId9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897.xml"/><Relationship Id="rId7" Type="http://schemas.openxmlformats.org/officeDocument/2006/relationships/image" Target="../media/image2.png"/><Relationship Id="rId2" Type="http://schemas.openxmlformats.org/officeDocument/2006/relationships/tags" Target="../tags/tag896.xml"/><Relationship Id="rId1" Type="http://schemas.openxmlformats.org/officeDocument/2006/relationships/tags" Target="../tags/tag895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898.xml"/><Relationship Id="rId9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01.xml"/><Relationship Id="rId7" Type="http://schemas.openxmlformats.org/officeDocument/2006/relationships/image" Target="../media/image2.png"/><Relationship Id="rId2" Type="http://schemas.openxmlformats.org/officeDocument/2006/relationships/tags" Target="../tags/tag900.xml"/><Relationship Id="rId1" Type="http://schemas.openxmlformats.org/officeDocument/2006/relationships/tags" Target="../tags/tag899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02.xml"/><Relationship Id="rId9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05.xml"/><Relationship Id="rId7" Type="http://schemas.openxmlformats.org/officeDocument/2006/relationships/image" Target="../media/image2.png"/><Relationship Id="rId2" Type="http://schemas.openxmlformats.org/officeDocument/2006/relationships/tags" Target="../tags/tag904.xml"/><Relationship Id="rId1" Type="http://schemas.openxmlformats.org/officeDocument/2006/relationships/tags" Target="../tags/tag903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06.xml"/><Relationship Id="rId9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09.xml"/><Relationship Id="rId7" Type="http://schemas.openxmlformats.org/officeDocument/2006/relationships/image" Target="../media/image2.png"/><Relationship Id="rId2" Type="http://schemas.openxmlformats.org/officeDocument/2006/relationships/tags" Target="../tags/tag908.xml"/><Relationship Id="rId1" Type="http://schemas.openxmlformats.org/officeDocument/2006/relationships/tags" Target="../tags/tag907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10.xml"/><Relationship Id="rId9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13.xml"/><Relationship Id="rId7" Type="http://schemas.openxmlformats.org/officeDocument/2006/relationships/image" Target="../media/image2.png"/><Relationship Id="rId2" Type="http://schemas.openxmlformats.org/officeDocument/2006/relationships/tags" Target="../tags/tag912.xml"/><Relationship Id="rId1" Type="http://schemas.openxmlformats.org/officeDocument/2006/relationships/tags" Target="../tags/tag911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14.xml"/><Relationship Id="rId9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17.xml"/><Relationship Id="rId7" Type="http://schemas.openxmlformats.org/officeDocument/2006/relationships/image" Target="../media/image2.png"/><Relationship Id="rId2" Type="http://schemas.openxmlformats.org/officeDocument/2006/relationships/tags" Target="../tags/tag916.xml"/><Relationship Id="rId1" Type="http://schemas.openxmlformats.org/officeDocument/2006/relationships/tags" Target="../tags/tag915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18.xml"/><Relationship Id="rId9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21.xml"/><Relationship Id="rId7" Type="http://schemas.openxmlformats.org/officeDocument/2006/relationships/image" Target="../media/image2.png"/><Relationship Id="rId2" Type="http://schemas.openxmlformats.org/officeDocument/2006/relationships/tags" Target="../tags/tag920.xml"/><Relationship Id="rId1" Type="http://schemas.openxmlformats.org/officeDocument/2006/relationships/tags" Target="../tags/tag919.xml"/><Relationship Id="rId6" Type="http://schemas.openxmlformats.org/officeDocument/2006/relationships/notesSlide" Target="../notesSlides/notesSlide34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22.xml"/><Relationship Id="rId9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25.xml"/><Relationship Id="rId7" Type="http://schemas.openxmlformats.org/officeDocument/2006/relationships/image" Target="../media/image2.png"/><Relationship Id="rId2" Type="http://schemas.openxmlformats.org/officeDocument/2006/relationships/tags" Target="../tags/tag924.xml"/><Relationship Id="rId1" Type="http://schemas.openxmlformats.org/officeDocument/2006/relationships/tags" Target="../tags/tag923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26.xml"/><Relationship Id="rId9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29.xml"/><Relationship Id="rId7" Type="http://schemas.openxmlformats.org/officeDocument/2006/relationships/image" Target="../media/image2.png"/><Relationship Id="rId2" Type="http://schemas.openxmlformats.org/officeDocument/2006/relationships/tags" Target="../tags/tag928.xml"/><Relationship Id="rId1" Type="http://schemas.openxmlformats.org/officeDocument/2006/relationships/tags" Target="../tags/tag927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30.xml"/><Relationship Id="rId9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33.xml"/><Relationship Id="rId7" Type="http://schemas.openxmlformats.org/officeDocument/2006/relationships/image" Target="../media/image2.png"/><Relationship Id="rId2" Type="http://schemas.openxmlformats.org/officeDocument/2006/relationships/tags" Target="../tags/tag932.xml"/><Relationship Id="rId1" Type="http://schemas.openxmlformats.org/officeDocument/2006/relationships/tags" Target="../tags/tag931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34.xml"/><Relationship Id="rId9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937.xml"/><Relationship Id="rId7" Type="http://schemas.openxmlformats.org/officeDocument/2006/relationships/image" Target="../media/image2.png"/><Relationship Id="rId2" Type="http://schemas.openxmlformats.org/officeDocument/2006/relationships/tags" Target="../tags/tag936.xml"/><Relationship Id="rId1" Type="http://schemas.openxmlformats.org/officeDocument/2006/relationships/tags" Target="../tags/tag935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938.xml"/><Relationship Id="rId9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41.xml"/><Relationship Id="rId7" Type="http://schemas.openxmlformats.org/officeDocument/2006/relationships/image" Target="../media/image3.png"/><Relationship Id="rId2" Type="http://schemas.openxmlformats.org/officeDocument/2006/relationships/tags" Target="../tags/tag940.xml"/><Relationship Id="rId1" Type="http://schemas.openxmlformats.org/officeDocument/2006/relationships/tags" Target="../tags/tag939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tags" Target="../tags/tag954.xml"/><Relationship Id="rId18" Type="http://schemas.openxmlformats.org/officeDocument/2006/relationships/tags" Target="../tags/tag959.xml"/><Relationship Id="rId26" Type="http://schemas.openxmlformats.org/officeDocument/2006/relationships/tags" Target="../tags/tag967.xml"/><Relationship Id="rId39" Type="http://schemas.openxmlformats.org/officeDocument/2006/relationships/image" Target="file:///C:\Users\1V994W2\PycharmProjects\PPT_Background_Generation/pic_temp/1_pic_quater_right_up.png" TargetMode="External"/><Relationship Id="rId21" Type="http://schemas.openxmlformats.org/officeDocument/2006/relationships/tags" Target="../tags/tag962.xml"/><Relationship Id="rId34" Type="http://schemas.openxmlformats.org/officeDocument/2006/relationships/tags" Target="../tags/tag975.xml"/><Relationship Id="rId7" Type="http://schemas.openxmlformats.org/officeDocument/2006/relationships/tags" Target="../tags/tag948.xml"/><Relationship Id="rId12" Type="http://schemas.openxmlformats.org/officeDocument/2006/relationships/tags" Target="../tags/tag953.xml"/><Relationship Id="rId17" Type="http://schemas.openxmlformats.org/officeDocument/2006/relationships/tags" Target="../tags/tag958.xml"/><Relationship Id="rId25" Type="http://schemas.openxmlformats.org/officeDocument/2006/relationships/tags" Target="../tags/tag966.xml"/><Relationship Id="rId33" Type="http://schemas.openxmlformats.org/officeDocument/2006/relationships/tags" Target="../tags/tag974.xml"/><Relationship Id="rId38" Type="http://schemas.openxmlformats.org/officeDocument/2006/relationships/image" Target="../media/image3.png"/><Relationship Id="rId2" Type="http://schemas.openxmlformats.org/officeDocument/2006/relationships/tags" Target="../tags/tag943.xml"/><Relationship Id="rId16" Type="http://schemas.openxmlformats.org/officeDocument/2006/relationships/tags" Target="../tags/tag957.xml"/><Relationship Id="rId20" Type="http://schemas.openxmlformats.org/officeDocument/2006/relationships/tags" Target="../tags/tag961.xml"/><Relationship Id="rId29" Type="http://schemas.openxmlformats.org/officeDocument/2006/relationships/tags" Target="../tags/tag970.xml"/><Relationship Id="rId1" Type="http://schemas.openxmlformats.org/officeDocument/2006/relationships/tags" Target="../tags/tag942.xml"/><Relationship Id="rId6" Type="http://schemas.openxmlformats.org/officeDocument/2006/relationships/tags" Target="../tags/tag947.xml"/><Relationship Id="rId11" Type="http://schemas.openxmlformats.org/officeDocument/2006/relationships/tags" Target="../tags/tag952.xml"/><Relationship Id="rId24" Type="http://schemas.openxmlformats.org/officeDocument/2006/relationships/tags" Target="../tags/tag965.xml"/><Relationship Id="rId32" Type="http://schemas.openxmlformats.org/officeDocument/2006/relationships/tags" Target="../tags/tag973.xml"/><Relationship Id="rId37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946.xml"/><Relationship Id="rId15" Type="http://schemas.openxmlformats.org/officeDocument/2006/relationships/tags" Target="../tags/tag956.xml"/><Relationship Id="rId23" Type="http://schemas.openxmlformats.org/officeDocument/2006/relationships/tags" Target="../tags/tag964.xml"/><Relationship Id="rId28" Type="http://schemas.openxmlformats.org/officeDocument/2006/relationships/tags" Target="../tags/tag969.xml"/><Relationship Id="rId36" Type="http://schemas.openxmlformats.org/officeDocument/2006/relationships/image" Target="../media/image2.png"/><Relationship Id="rId10" Type="http://schemas.openxmlformats.org/officeDocument/2006/relationships/tags" Target="../tags/tag951.xml"/><Relationship Id="rId19" Type="http://schemas.openxmlformats.org/officeDocument/2006/relationships/tags" Target="../tags/tag960.xml"/><Relationship Id="rId31" Type="http://schemas.openxmlformats.org/officeDocument/2006/relationships/tags" Target="../tags/tag972.xml"/><Relationship Id="rId4" Type="http://schemas.openxmlformats.org/officeDocument/2006/relationships/tags" Target="../tags/tag945.xml"/><Relationship Id="rId9" Type="http://schemas.openxmlformats.org/officeDocument/2006/relationships/tags" Target="../tags/tag950.xml"/><Relationship Id="rId14" Type="http://schemas.openxmlformats.org/officeDocument/2006/relationships/tags" Target="../tags/tag955.xml"/><Relationship Id="rId22" Type="http://schemas.openxmlformats.org/officeDocument/2006/relationships/tags" Target="../tags/tag963.xml"/><Relationship Id="rId27" Type="http://schemas.openxmlformats.org/officeDocument/2006/relationships/tags" Target="../tags/tag968.xml"/><Relationship Id="rId30" Type="http://schemas.openxmlformats.org/officeDocument/2006/relationships/tags" Target="../tags/tag971.xml"/><Relationship Id="rId35" Type="http://schemas.openxmlformats.org/officeDocument/2006/relationships/slideLayout" Target="../slideLayouts/slideLayout18.xml"/><Relationship Id="rId8" Type="http://schemas.openxmlformats.org/officeDocument/2006/relationships/tags" Target="../tags/tag949.xml"/><Relationship Id="rId3" Type="http://schemas.openxmlformats.org/officeDocument/2006/relationships/tags" Target="../tags/tag94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7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977.xml"/><Relationship Id="rId1" Type="http://schemas.openxmlformats.org/officeDocument/2006/relationships/tags" Target="../tags/tag976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79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82.xml"/><Relationship Id="rId7" Type="http://schemas.openxmlformats.org/officeDocument/2006/relationships/image" Target="../media/image3.png"/><Relationship Id="rId2" Type="http://schemas.openxmlformats.org/officeDocument/2006/relationships/tags" Target="../tags/tag981.xml"/><Relationship Id="rId1" Type="http://schemas.openxmlformats.org/officeDocument/2006/relationships/tags" Target="../tags/tag980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tags" Target="../tags/tag995.xml"/><Relationship Id="rId18" Type="http://schemas.openxmlformats.org/officeDocument/2006/relationships/tags" Target="../tags/tag1000.xml"/><Relationship Id="rId26" Type="http://schemas.openxmlformats.org/officeDocument/2006/relationships/tags" Target="../tags/tag1008.xml"/><Relationship Id="rId39" Type="http://schemas.openxmlformats.org/officeDocument/2006/relationships/tags" Target="../tags/tag1021.xml"/><Relationship Id="rId21" Type="http://schemas.openxmlformats.org/officeDocument/2006/relationships/tags" Target="../tags/tag1003.xml"/><Relationship Id="rId34" Type="http://schemas.openxmlformats.org/officeDocument/2006/relationships/tags" Target="../tags/tag1016.xml"/><Relationship Id="rId42" Type="http://schemas.openxmlformats.org/officeDocument/2006/relationships/tags" Target="../tags/tag1024.xml"/><Relationship Id="rId47" Type="http://schemas.openxmlformats.org/officeDocument/2006/relationships/image" Target="../media/image3.png"/><Relationship Id="rId7" Type="http://schemas.openxmlformats.org/officeDocument/2006/relationships/tags" Target="../tags/tag989.xml"/><Relationship Id="rId2" Type="http://schemas.openxmlformats.org/officeDocument/2006/relationships/tags" Target="../tags/tag984.xml"/><Relationship Id="rId16" Type="http://schemas.openxmlformats.org/officeDocument/2006/relationships/tags" Target="../tags/tag998.xml"/><Relationship Id="rId29" Type="http://schemas.openxmlformats.org/officeDocument/2006/relationships/tags" Target="../tags/tag1011.xml"/><Relationship Id="rId1" Type="http://schemas.openxmlformats.org/officeDocument/2006/relationships/tags" Target="../tags/tag983.xml"/><Relationship Id="rId6" Type="http://schemas.openxmlformats.org/officeDocument/2006/relationships/tags" Target="../tags/tag988.xml"/><Relationship Id="rId11" Type="http://schemas.openxmlformats.org/officeDocument/2006/relationships/tags" Target="../tags/tag993.xml"/><Relationship Id="rId24" Type="http://schemas.openxmlformats.org/officeDocument/2006/relationships/tags" Target="../tags/tag1006.xml"/><Relationship Id="rId32" Type="http://schemas.openxmlformats.org/officeDocument/2006/relationships/tags" Target="../tags/tag1014.xml"/><Relationship Id="rId37" Type="http://schemas.openxmlformats.org/officeDocument/2006/relationships/tags" Target="../tags/tag1019.xml"/><Relationship Id="rId40" Type="http://schemas.openxmlformats.org/officeDocument/2006/relationships/tags" Target="../tags/tag1022.xml"/><Relationship Id="rId45" Type="http://schemas.openxmlformats.org/officeDocument/2006/relationships/image" Target="../media/image2.png"/><Relationship Id="rId5" Type="http://schemas.openxmlformats.org/officeDocument/2006/relationships/tags" Target="../tags/tag987.xml"/><Relationship Id="rId15" Type="http://schemas.openxmlformats.org/officeDocument/2006/relationships/tags" Target="../tags/tag997.xml"/><Relationship Id="rId23" Type="http://schemas.openxmlformats.org/officeDocument/2006/relationships/tags" Target="../tags/tag1005.xml"/><Relationship Id="rId28" Type="http://schemas.openxmlformats.org/officeDocument/2006/relationships/tags" Target="../tags/tag1010.xml"/><Relationship Id="rId36" Type="http://schemas.openxmlformats.org/officeDocument/2006/relationships/tags" Target="../tags/tag1018.xml"/><Relationship Id="rId10" Type="http://schemas.openxmlformats.org/officeDocument/2006/relationships/tags" Target="../tags/tag992.xml"/><Relationship Id="rId19" Type="http://schemas.openxmlformats.org/officeDocument/2006/relationships/tags" Target="../tags/tag1001.xml"/><Relationship Id="rId31" Type="http://schemas.openxmlformats.org/officeDocument/2006/relationships/tags" Target="../tags/tag1013.xml"/><Relationship Id="rId44" Type="http://schemas.openxmlformats.org/officeDocument/2006/relationships/slideLayout" Target="../slideLayouts/slideLayout18.xml"/><Relationship Id="rId4" Type="http://schemas.openxmlformats.org/officeDocument/2006/relationships/tags" Target="../tags/tag986.xml"/><Relationship Id="rId9" Type="http://schemas.openxmlformats.org/officeDocument/2006/relationships/tags" Target="../tags/tag991.xml"/><Relationship Id="rId14" Type="http://schemas.openxmlformats.org/officeDocument/2006/relationships/tags" Target="../tags/tag996.xml"/><Relationship Id="rId22" Type="http://schemas.openxmlformats.org/officeDocument/2006/relationships/tags" Target="../tags/tag1004.xml"/><Relationship Id="rId27" Type="http://schemas.openxmlformats.org/officeDocument/2006/relationships/tags" Target="../tags/tag1009.xml"/><Relationship Id="rId30" Type="http://schemas.openxmlformats.org/officeDocument/2006/relationships/tags" Target="../tags/tag1012.xml"/><Relationship Id="rId35" Type="http://schemas.openxmlformats.org/officeDocument/2006/relationships/tags" Target="../tags/tag1017.xml"/><Relationship Id="rId43" Type="http://schemas.openxmlformats.org/officeDocument/2006/relationships/tags" Target="../tags/tag1025.xml"/><Relationship Id="rId48" Type="http://schemas.openxmlformats.org/officeDocument/2006/relationships/image" Target="file:///C:\Users\1V994W2\PycharmProjects\PPT_Background_Generation/pic_temp/1_pic_quater_right_up.png" TargetMode="External"/><Relationship Id="rId8" Type="http://schemas.openxmlformats.org/officeDocument/2006/relationships/tags" Target="../tags/tag990.xml"/><Relationship Id="rId3" Type="http://schemas.openxmlformats.org/officeDocument/2006/relationships/tags" Target="../tags/tag985.xml"/><Relationship Id="rId12" Type="http://schemas.openxmlformats.org/officeDocument/2006/relationships/tags" Target="../tags/tag994.xml"/><Relationship Id="rId17" Type="http://schemas.openxmlformats.org/officeDocument/2006/relationships/tags" Target="../tags/tag999.xml"/><Relationship Id="rId25" Type="http://schemas.openxmlformats.org/officeDocument/2006/relationships/tags" Target="../tags/tag1007.xml"/><Relationship Id="rId33" Type="http://schemas.openxmlformats.org/officeDocument/2006/relationships/tags" Target="../tags/tag1015.xml"/><Relationship Id="rId38" Type="http://schemas.openxmlformats.org/officeDocument/2006/relationships/tags" Target="../tags/tag1020.xml"/><Relationship Id="rId46" Type="http://schemas.openxmlformats.org/officeDocument/2006/relationships/image" Target="file:///C:\Users\1V994W2\PycharmProjects\PPT_Background_Generation/pic_temp/0_pic_quater_left_up.png" TargetMode="External"/><Relationship Id="rId20" Type="http://schemas.openxmlformats.org/officeDocument/2006/relationships/tags" Target="../tags/tag1002.xml"/><Relationship Id="rId41" Type="http://schemas.openxmlformats.org/officeDocument/2006/relationships/tags" Target="../tags/tag1023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028.xml"/><Relationship Id="rId7" Type="http://schemas.openxmlformats.org/officeDocument/2006/relationships/image" Target="../media/image3.png"/><Relationship Id="rId2" Type="http://schemas.openxmlformats.org/officeDocument/2006/relationships/tags" Target="../tags/tag1027.xml"/><Relationship Id="rId1" Type="http://schemas.openxmlformats.org/officeDocument/2006/relationships/tags" Target="../tags/tag1026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30.xml"/><Relationship Id="rId1" Type="http://schemas.openxmlformats.org/officeDocument/2006/relationships/tags" Target="../tags/tag10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09135" y="2420620"/>
            <a:ext cx="4531360" cy="728345"/>
          </a:xfrm>
          <a:prstGeom prst="rect">
            <a:avLst/>
          </a:prstGeom>
        </p:spPr>
        <p:txBody>
          <a:bodyPr vert="horz" wrap="square" lIns="90170" tIns="46990" rIns="9017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3040" b="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管理信息系统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5868670" y="3572510"/>
            <a:ext cx="3023870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u="none" strike="noStrike" baseline="0">
                <a:solidFill>
                  <a:schemeClr val="tx2">
                    <a:lumMod val="50000"/>
                  </a:schemeClr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23C48648-DDD0-F9E6-D86F-62866EF58160}"/>
              </a:ext>
            </a:extLst>
          </p:cNvPr>
          <p:cNvSpPr>
            <a:spLocks noGrp="1"/>
          </p:cNvSpPr>
          <p:nvPr>
            <p:ph type="subTitle" idx="13"/>
            <p:custDataLst>
              <p:tags r:id="rId4"/>
            </p:custDataLst>
          </p:nvPr>
        </p:nvSpPr>
        <p:spPr>
          <a:xfrm>
            <a:off x="6804025" y="5085080"/>
            <a:ext cx="2058035" cy="830580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鞠京芮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F7A20-5E5E-3187-E00F-77EE05F5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工程绘图&#10;&#10;AI 生成的内容可能不正确。">
            <a:extLst>
              <a:ext uri="{FF2B5EF4-FFF2-40B4-BE49-F238E27FC236}">
                <a16:creationId xmlns:a16="http://schemas.microsoft.com/office/drawing/2014/main" id="{8426311E-EDB8-C48F-6836-2E2579CC2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6" t="3272" b="5140"/>
          <a:stretch>
            <a:fillRect/>
          </a:stretch>
        </p:blipFill>
        <p:spPr>
          <a:xfrm rot="16200000">
            <a:off x="1761909" y="-493908"/>
            <a:ext cx="5700637" cy="734481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6A72AE5-A599-29FD-CDF0-4640F4AE91F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028051" y="5877272"/>
            <a:ext cx="417646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管理信息系统的生命周期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ED77FA-08E3-9622-C547-86388790E99D}"/>
              </a:ext>
            </a:extLst>
          </p:cNvPr>
          <p:cNvSpPr/>
          <p:nvPr/>
        </p:nvSpPr>
        <p:spPr>
          <a:xfrm>
            <a:off x="5980379" y="1124744"/>
            <a:ext cx="1800200" cy="1152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253FB0-2DA6-B139-734C-AF4F143BFEFF}"/>
              </a:ext>
            </a:extLst>
          </p:cNvPr>
          <p:cNvSpPr txBox="1"/>
          <p:nvPr/>
        </p:nvSpPr>
        <p:spPr>
          <a:xfrm>
            <a:off x="7763950" y="112474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系统分析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5E4FFF-F086-028D-FFBB-A55F50ABA489}"/>
              </a:ext>
            </a:extLst>
          </p:cNvPr>
          <p:cNvSpPr/>
          <p:nvPr/>
        </p:nvSpPr>
        <p:spPr>
          <a:xfrm>
            <a:off x="6628450" y="2348880"/>
            <a:ext cx="1296144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729443-7F8B-CD05-4C37-7485F7F5A023}"/>
              </a:ext>
            </a:extLst>
          </p:cNvPr>
          <p:cNvSpPr txBox="1"/>
          <p:nvPr/>
        </p:nvSpPr>
        <p:spPr>
          <a:xfrm>
            <a:off x="8012493" y="229063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28AB10-39A5-EDDE-7D9A-7AE38D4D43D8}"/>
              </a:ext>
            </a:extLst>
          </p:cNvPr>
          <p:cNvSpPr/>
          <p:nvPr/>
        </p:nvSpPr>
        <p:spPr>
          <a:xfrm>
            <a:off x="6340418" y="2946120"/>
            <a:ext cx="1672075" cy="1923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435554-3C0F-1EBC-1090-04CAE0E228C9}"/>
              </a:ext>
            </a:extLst>
          </p:cNvPr>
          <p:cNvSpPr txBox="1"/>
          <p:nvPr/>
        </p:nvSpPr>
        <p:spPr>
          <a:xfrm>
            <a:off x="8100392" y="288787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系统实施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24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796871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652855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25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0" name="Text Box 3"/>
          <p:cNvSpPr txBox="1"/>
          <p:nvPr/>
        </p:nvSpPr>
        <p:spPr>
          <a:xfrm>
            <a:off x="827088" y="2373454"/>
            <a:ext cx="7849368" cy="26281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</a:rPr>
              <a:t>借助分析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当前系统的不足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以及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用户的新需求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，分析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</a:rPr>
              <a:t>构建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新系统的逻辑模型</a:t>
            </a: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（为系统阶段的物理模型提供基础）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，并对新系统逻辑模型进行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优化设计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，使其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满足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新系统建设的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规划目标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，进而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适应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公司业务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发展规划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3353803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系统分析的目标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281436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776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170" name="Text Box 3"/>
          <p:cNvSpPr txBox="1"/>
          <p:nvPr/>
        </p:nvSpPr>
        <p:spPr>
          <a:xfrm>
            <a:off x="899592" y="2408445"/>
            <a:ext cx="4174560" cy="27091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彻底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搞清楚用户需求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，通过对选定的对象进行调查和分析（分析环境、分析需求、分析目标），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提出系统的初步模型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（又叫逻辑设计），并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完成系统分析报告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7171" name="Rectangle 4"/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3353803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系统分析的任务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95020" y="584122"/>
            <a:ext cx="8564708" cy="560388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第1节 信息系统分析的目标和任务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E14D3D6-76EA-C78B-A1D3-44080FC7D602}"/>
              </a:ext>
            </a:extLst>
          </p:cNvPr>
          <p:cNvGrpSpPr/>
          <p:nvPr/>
        </p:nvGrpSpPr>
        <p:grpSpPr>
          <a:xfrm>
            <a:off x="5796136" y="2564904"/>
            <a:ext cx="2947568" cy="2483339"/>
            <a:chOff x="6012160" y="3022985"/>
            <a:chExt cx="2947568" cy="2483339"/>
          </a:xfrm>
        </p:grpSpPr>
        <p:sp>
          <p:nvSpPr>
            <p:cNvPr id="2" name="Text Box 3">
              <a:extLst>
                <a:ext uri="{FF2B5EF4-FFF2-40B4-BE49-F238E27FC236}">
                  <a16:creationId xmlns:a16="http://schemas.microsoft.com/office/drawing/2014/main" id="{70CB6031-4D14-4B28-242D-FB2FAA4939F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015016" y="3022985"/>
              <a:ext cx="2944712" cy="46166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管理业务调查分析</a:t>
              </a:r>
            </a:p>
          </p:txBody>
        </p:sp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62FA9A44-7BDA-0CD9-40E0-FCCB84E0307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80312" y="3547864"/>
              <a:ext cx="78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817382F1-3CF6-0B19-7134-123BAB9E0621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6012160" y="4003444"/>
              <a:ext cx="2944712" cy="46166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数据流程调查分析</a:t>
              </a:r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790C3A6C-F63C-E151-892C-8008B302106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80312" y="4534586"/>
              <a:ext cx="780" cy="457200"/>
            </a:xfrm>
            <a:prstGeom prst="line">
              <a:avLst/>
            </a:prstGeom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AD42EC30-04BE-0811-AD16-AFB0B082075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015016" y="5013176"/>
              <a:ext cx="2944712" cy="49314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1" indent="0" algn="ctr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新系统逻辑模型提出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25785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220807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071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业务流程分析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832144" y="2420888"/>
            <a:ext cx="8060336" cy="289380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任务：调查系统中各环节的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业务活动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，掌握业务的内容、作用、信息的输入、输出、数据存储和信息处理方法及过程等。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原则：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应遵循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用户参与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的原则，即由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使用部门的业务人员、主管人员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设计部门的系统分析人员、系统设计人员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共同进行，便于业务交流和问题分析。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27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业务流程分析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832144" y="2420888"/>
            <a:ext cx="8060336" cy="400244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方法：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收集资料（日常业务计划、原始凭据、报表等）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发调查表征求意见（重点询问、全面业务需求分析）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开调查会（按职能部门座谈、各类人员联合座谈）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访谈（访谈目的和任务、对象、提纲和报告）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2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  <a:sym typeface="Wingdings" pitchFamily="2" charset="2"/>
              </a:rPr>
              <a:t>深入实际（直接参与业务实践）</a:t>
            </a:r>
            <a:endParaRPr lang="en-US" altLang="zh-CN" sz="22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  <a:sym typeface="Wingdings" pitchFamily="2" charset="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EE95B7-A720-E6F2-98FA-B15DFE029C7A}"/>
              </a:ext>
            </a:extLst>
          </p:cNvPr>
          <p:cNvSpPr txBox="1"/>
          <p:nvPr/>
        </p:nvSpPr>
        <p:spPr>
          <a:xfrm>
            <a:off x="904152" y="5805264"/>
            <a:ext cx="8060336" cy="49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程序：组织结构调查</a:t>
            </a:r>
            <a:r>
              <a:rPr lang="en-US" altLang="zh-CN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—&gt;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管理功能调查</a:t>
            </a:r>
            <a:r>
              <a:rPr lang="en-US" altLang="zh-CN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—&gt;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业务流程调查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28D440-138E-F83C-6A76-35AFEA236F33}"/>
              </a:ext>
            </a:extLst>
          </p:cNvPr>
          <p:cNvSpPr txBox="1"/>
          <p:nvPr/>
        </p:nvSpPr>
        <p:spPr>
          <a:xfrm>
            <a:off x="2915816" y="6298412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FF0000"/>
                </a:solidFill>
              </a:rPr>
              <a:t>（职能域</a:t>
            </a:r>
            <a:r>
              <a:rPr kumimoji="1" lang="en-US" altLang="zh-CN" sz="1600" b="1" dirty="0">
                <a:solidFill>
                  <a:srgbClr val="FF0000"/>
                </a:solidFill>
              </a:rPr>
              <a:t>——</a:t>
            </a:r>
            <a:r>
              <a:rPr kumimoji="1" lang="zh-CN" altLang="en-US" sz="1600" b="1" dirty="0">
                <a:solidFill>
                  <a:srgbClr val="FF0000"/>
                </a:solidFill>
              </a:rPr>
              <a:t>业务过程</a:t>
            </a:r>
            <a:r>
              <a:rPr kumimoji="1" lang="en-US" altLang="zh-CN" sz="1600" b="1" dirty="0">
                <a:solidFill>
                  <a:srgbClr val="FF0000"/>
                </a:solidFill>
              </a:rPr>
              <a:t>——</a:t>
            </a:r>
            <a:r>
              <a:rPr kumimoji="1" lang="zh-CN" altLang="en-US" sz="1600" b="1" dirty="0">
                <a:solidFill>
                  <a:srgbClr val="FF0000"/>
                </a:solidFill>
              </a:rPr>
              <a:t>业务活动）</a:t>
            </a:r>
          </a:p>
          <a:p>
            <a:endParaRPr kumimoji="1" lang="zh-CN" altLang="en-US" sz="1600" b="1" dirty="0">
              <a:solidFill>
                <a:srgbClr val="FF0000"/>
              </a:solidFill>
            </a:endParaRPr>
          </a:p>
          <a:p>
            <a:endParaRPr kumimoji="1" lang="zh-CN" altLang="en-US" sz="16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002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组织结构调查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FE4B943-9D2B-2606-DBAA-438ECAA79488}"/>
              </a:ext>
            </a:extLst>
          </p:cNvPr>
          <p:cNvSpPr txBox="1"/>
          <p:nvPr/>
        </p:nvSpPr>
        <p:spPr>
          <a:xfrm>
            <a:off x="685800" y="2348880"/>
            <a:ext cx="3670176" cy="322620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组织结构指的是一个组织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（部门、企业、车间、科室等）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的组成以及这些组成部分之间的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隶属关系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或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管理与被管理关系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通常可用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组织结构图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来表示。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4B5CBD-62EB-E9DF-EC2D-7994F6C77E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8364" y="2348880"/>
            <a:ext cx="4469084" cy="349462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1B51F9-2642-A3F6-5DAE-07221255E94A}"/>
              </a:ext>
            </a:extLst>
          </p:cNvPr>
          <p:cNvSpPr txBox="1"/>
          <p:nvPr/>
        </p:nvSpPr>
        <p:spPr>
          <a:xfrm>
            <a:off x="755576" y="5602852"/>
            <a:ext cx="4572000" cy="392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——</a:t>
            </a:r>
            <a:r>
              <a:rPr lang="zh-CN" altLang="en-US" sz="1800" b="1" dirty="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rPr>
              <a:t>大致确定职能域</a:t>
            </a:r>
            <a:endParaRPr lang="en-US" altLang="zh-CN" sz="1800" b="1" dirty="0">
              <a:solidFill>
                <a:srgbClr val="FF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91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管理功能调查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FE4B943-9D2B-2606-DBAA-438ECAA79488}"/>
              </a:ext>
            </a:extLst>
          </p:cNvPr>
          <p:cNvSpPr txBox="1"/>
          <p:nvPr/>
        </p:nvSpPr>
        <p:spPr>
          <a:xfrm>
            <a:off x="685800" y="2348880"/>
            <a:ext cx="2590056" cy="41532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功能指的是完成某项工作的能力。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通常用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功能层次图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来表示。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描述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从系统目标到各项功能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的层次关系。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020290-40FD-69EE-ADED-1E1B0FFE61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5856" y="2348880"/>
            <a:ext cx="5715000" cy="3454400"/>
          </a:xfrm>
          <a:prstGeom prst="rect">
            <a:avLst/>
          </a:prstGeom>
        </p:spPr>
      </p:pic>
      <p:sp>
        <p:nvSpPr>
          <p:cNvPr id="5" name="文本框 7">
            <a:extLst>
              <a:ext uri="{FF2B5EF4-FFF2-40B4-BE49-F238E27FC236}">
                <a16:creationId xmlns:a16="http://schemas.microsoft.com/office/drawing/2014/main" id="{DE1B51F9-2642-A3F6-5DAE-07221255E94A}"/>
              </a:ext>
            </a:extLst>
          </p:cNvPr>
          <p:cNvSpPr txBox="1"/>
          <p:nvPr/>
        </p:nvSpPr>
        <p:spPr>
          <a:xfrm>
            <a:off x="698911" y="5899568"/>
            <a:ext cx="4572000" cy="3928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——</a:t>
            </a:r>
            <a:r>
              <a:rPr lang="zh-CN" altLang="en-US" sz="1800" b="1" dirty="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rPr>
              <a:t>确定业务过程</a:t>
            </a:r>
            <a:endParaRPr lang="en-US" altLang="zh-CN" sz="1800" b="1" dirty="0">
              <a:solidFill>
                <a:srgbClr val="FF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6382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25319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5586413" cy="558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第2节 业务流程分析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00" y="1700213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4.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业务流程调查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FE4B943-9D2B-2606-DBAA-438ECAA79488}"/>
              </a:ext>
            </a:extLst>
          </p:cNvPr>
          <p:cNvSpPr txBox="1"/>
          <p:nvPr/>
        </p:nvSpPr>
        <p:spPr>
          <a:xfrm>
            <a:off x="971600" y="2348880"/>
            <a:ext cx="792088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Clr>
                <a:schemeClr val="folHlink"/>
              </a:buClr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业务流程图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Transaction flow diagram</a:t>
            </a:r>
            <a:r>
              <a:rPr lang="en-US" altLang="zh-CN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TFD)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用一些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规定的符号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及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连线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来描述各单位、人员之间业务关系、作业顺序和管理信息流向的图表。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基本上按照业务的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实际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处理步骤和过程绘制。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FCE4FC55-E1B7-F6C5-3691-F9C2E634FBA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86591" y="4317680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975986-CC45-A5C9-9AAB-4987AB862C8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907428" y="4319217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7FD86F04-0B50-74AC-51ED-44E8A20CD8B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34793" y="425178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47217C8F-0F7D-A981-D26D-F85BFD454F6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63673" y="432290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B0E3776D-28AF-67E1-914B-8CE5851FB8A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590648" y="439466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B4AF86DE-A7AF-3DB6-21CC-88FEDD93502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334792" y="4263651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F7E2BB89-E8F8-036E-E8B4-585C14FA65C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34792" y="4695451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6100FB9E-B5C0-B449-1E54-709F3314F34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846960" y="4533903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F203713E-75E8-82B8-FFF2-DBF534BF177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70849" y="5039963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27859C9A-7981-D513-57E7-96D9473DB2E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683682" y="5000766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64B83E2A-53DD-36F9-EB87-D03A7113551B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4158529" y="5017163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AE928A15-7D12-02FA-5296-9D434B52294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931816" y="5007871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8ED5AAB5-F01A-2C67-4DEB-A8073A8CCEF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7733987" y="4991103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BAF0D6E3-B32F-C1E8-C162-DDF8157515B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509417" y="4245871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86ECD-3C4B-B5CA-5B63-5EF0E5FFB8DE}"/>
              </a:ext>
            </a:extLst>
          </p:cNvPr>
          <p:cNvSpPr txBox="1"/>
          <p:nvPr/>
        </p:nvSpPr>
        <p:spPr>
          <a:xfrm>
            <a:off x="1286591" y="5909210"/>
            <a:ext cx="6971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a typeface="楷体" panose="02010609060101010101" charset="-122"/>
              </a:rPr>
              <a:t>PS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</a:rPr>
              <a:t>：业务流程图的符号很不统一，本课程以上面为标准</a:t>
            </a:r>
          </a:p>
        </p:txBody>
      </p:sp>
      <p:sp>
        <p:nvSpPr>
          <p:cNvPr id="3" name="Line 12">
            <a:extLst>
              <a:ext uri="{FF2B5EF4-FFF2-40B4-BE49-F238E27FC236}">
                <a16:creationId xmlns:a16="http://schemas.microsoft.com/office/drawing/2014/main" id="{2614B2C8-05CC-DDB7-AEB1-4435C6D53C1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334792" y="4263651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文本框 7">
            <a:extLst>
              <a:ext uri="{FF2B5EF4-FFF2-40B4-BE49-F238E27FC236}">
                <a16:creationId xmlns:a16="http://schemas.microsoft.com/office/drawing/2014/main" id="{DE1B51F9-2642-A3F6-5DAE-07221255E94A}"/>
              </a:ext>
            </a:extLst>
          </p:cNvPr>
          <p:cNvSpPr txBox="1"/>
          <p:nvPr/>
        </p:nvSpPr>
        <p:spPr>
          <a:xfrm>
            <a:off x="3686499" y="1777999"/>
            <a:ext cx="4572000" cy="3928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rPr>
              <a:t>——</a:t>
            </a:r>
            <a:r>
              <a:rPr lang="zh-CN" altLang="en-US" sz="1800" b="1" dirty="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rPr>
              <a:t>确定业务活动如何开展</a:t>
            </a:r>
            <a:endParaRPr lang="en-US" altLang="zh-CN" sz="1800" b="1" dirty="0">
              <a:solidFill>
                <a:srgbClr val="FF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927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7" r:link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9" r:link="rId6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" name="Text Box 51">
            <a:extLst>
              <a:ext uri="{FF2B5EF4-FFF2-40B4-BE49-F238E27FC236}">
                <a16:creationId xmlns:a16="http://schemas.microsoft.com/office/drawing/2014/main" id="{C0543D4F-33E1-EEC1-2E77-34D26DDAE062}"/>
              </a:ext>
            </a:extLst>
          </p:cNvPr>
          <p:cNvSpPr txBox="1"/>
          <p:nvPr/>
        </p:nvSpPr>
        <p:spPr>
          <a:xfrm>
            <a:off x="273057" y="1777962"/>
            <a:ext cx="32004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某领料业务流程图：</a:t>
            </a:r>
          </a:p>
        </p:txBody>
      </p:sp>
      <p:sp>
        <p:nvSpPr>
          <p:cNvPr id="12" name="Line 3">
            <a:extLst>
              <a:ext uri="{FF2B5EF4-FFF2-40B4-BE49-F238E27FC236}">
                <a16:creationId xmlns:a16="http://schemas.microsoft.com/office/drawing/2014/main" id="{B84F137B-4D40-5B86-4472-CAB21459F3F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4389264" y="5190654"/>
            <a:ext cx="0" cy="1825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" name="Line 4">
            <a:extLst>
              <a:ext uri="{FF2B5EF4-FFF2-40B4-BE49-F238E27FC236}">
                <a16:creationId xmlns:a16="http://schemas.microsoft.com/office/drawing/2014/main" id="{EF55FA43-26FE-32B4-E8A5-6351450FEA8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96135" y="3645024"/>
            <a:ext cx="1" cy="327891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954CE54E-572D-080A-3EEE-612A1E35CE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13493" y="2813521"/>
            <a:ext cx="1363662" cy="9937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各基层单位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46309F86-34AC-59E7-4C6B-E4E48A24789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447825" y="3158455"/>
            <a:ext cx="1363663" cy="3603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开领料单</a:t>
            </a:r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780414B0-9A9A-8EBF-527F-EE3B5C0C7F6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927228" y="3964707"/>
            <a:ext cx="1477962" cy="3349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查库存状态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174C8AB6-EC30-8E49-9F9C-A3EC06D014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138615" y="3964707"/>
            <a:ext cx="1393825" cy="3603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开缺货单</a:t>
            </a: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F132D8DA-5D2C-89CB-F7E3-F027530F11B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965527" y="4628431"/>
            <a:ext cx="1436687" cy="3127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发货处理</a:t>
            </a: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4056FBE7-F62F-D78E-1CAB-76E9F93F7A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347864" y="6072336"/>
            <a:ext cx="2057400" cy="2730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基层单位存档</a:t>
            </a: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B8B396E0-C1DB-19FA-AFB3-A77E1B66F89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700664" y="5944195"/>
            <a:ext cx="1289050" cy="246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仓库存档</a:t>
            </a:r>
          </a:p>
        </p:txBody>
      </p:sp>
      <p:sp>
        <p:nvSpPr>
          <p:cNvPr id="31" name="Line 18">
            <a:extLst>
              <a:ext uri="{FF2B5EF4-FFF2-40B4-BE49-F238E27FC236}">
                <a16:creationId xmlns:a16="http://schemas.microsoft.com/office/drawing/2014/main" id="{A3C7BFCA-299A-7E2B-28CB-5002C164163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231132" y="3302917"/>
            <a:ext cx="2016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4D911329-5A4A-06C8-A56C-C687EF4F67A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823395" y="3302917"/>
            <a:ext cx="17621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" name="Line 20">
            <a:extLst>
              <a:ext uri="{FF2B5EF4-FFF2-40B4-BE49-F238E27FC236}">
                <a16:creationId xmlns:a16="http://schemas.microsoft.com/office/drawing/2014/main" id="{0FE66836-5ED7-C976-FA34-A9CEE7EF6B0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55295" y="3302917"/>
            <a:ext cx="234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" name="Line 22">
            <a:extLst>
              <a:ext uri="{FF2B5EF4-FFF2-40B4-BE49-F238E27FC236}">
                <a16:creationId xmlns:a16="http://schemas.microsoft.com/office/drawing/2014/main" id="{860A91C3-F241-F54E-FDAD-DF4A12E69D68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 flipV="1">
            <a:off x="7641853" y="2956644"/>
            <a:ext cx="0" cy="273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" name="Line 23">
            <a:extLst>
              <a:ext uri="{FF2B5EF4-FFF2-40B4-BE49-F238E27FC236}">
                <a16:creationId xmlns:a16="http://schemas.microsoft.com/office/drawing/2014/main" id="{36CF4BCA-20E1-E1BB-6BA2-D1BA18B68D6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 flipV="1">
            <a:off x="7641853" y="3680544"/>
            <a:ext cx="0" cy="273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" name="Rectangle 24">
            <a:extLst>
              <a:ext uri="{FF2B5EF4-FFF2-40B4-BE49-F238E27FC236}">
                <a16:creationId xmlns:a16="http://schemas.microsoft.com/office/drawing/2014/main" id="{E835F91E-FE44-39F2-C773-6D8C383D30F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190752" y="4331087"/>
            <a:ext cx="950913" cy="3476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正常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1A5ED3B6-3502-9768-EC34-DACE80A41B5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435626" y="3887143"/>
            <a:ext cx="728662" cy="2619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</a:t>
            </a:r>
          </a:p>
        </p:txBody>
      </p:sp>
      <p:sp>
        <p:nvSpPr>
          <p:cNvPr id="38" name="Line 27">
            <a:extLst>
              <a:ext uri="{FF2B5EF4-FFF2-40B4-BE49-F238E27FC236}">
                <a16:creationId xmlns:a16="http://schemas.microsoft.com/office/drawing/2014/main" id="{4E484626-B3DC-70D4-882F-F5332F0206F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389264" y="5190654"/>
            <a:ext cx="25257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0571D8BF-2FC6-25AE-92C1-5769CCB3CB41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406727" y="5773886"/>
            <a:ext cx="0" cy="2333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" name="Line 30">
            <a:extLst>
              <a:ext uri="{FF2B5EF4-FFF2-40B4-BE49-F238E27FC236}">
                <a16:creationId xmlns:a16="http://schemas.microsoft.com/office/drawing/2014/main" id="{BD86C7A0-4DFC-9C45-68F9-DDC3C540EFB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910214" y="5755283"/>
            <a:ext cx="0" cy="18891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" name="Oval 32">
            <a:extLst>
              <a:ext uri="{FF2B5EF4-FFF2-40B4-BE49-F238E27FC236}">
                <a16:creationId xmlns:a16="http://schemas.microsoft.com/office/drawing/2014/main" id="{8F91F469-52FD-A600-ADD0-613424CE2A5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6935415" y="2124793"/>
            <a:ext cx="1360487" cy="83185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物资采购部门</a:t>
            </a:r>
          </a:p>
        </p:txBody>
      </p:sp>
      <p:sp>
        <p:nvSpPr>
          <p:cNvPr id="42" name="AutoShape 34">
            <a:extLst>
              <a:ext uri="{FF2B5EF4-FFF2-40B4-BE49-F238E27FC236}">
                <a16:creationId xmlns:a16="http://schemas.microsoft.com/office/drawing/2014/main" id="{91551A64-709D-6224-2858-FDB950B18D8B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478414" y="5340499"/>
            <a:ext cx="1060450" cy="43021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43" name="Line 35">
            <a:extLst>
              <a:ext uri="{FF2B5EF4-FFF2-40B4-BE49-F238E27FC236}">
                <a16:creationId xmlns:a16="http://schemas.microsoft.com/office/drawing/2014/main" id="{1577EB90-8CEA-FC84-B0F9-0B022336C871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6910214" y="5190654"/>
            <a:ext cx="0" cy="152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" name="AutoShape 36">
            <a:extLst>
              <a:ext uri="{FF2B5EF4-FFF2-40B4-BE49-F238E27FC236}">
                <a16:creationId xmlns:a16="http://schemas.microsoft.com/office/drawing/2014/main" id="{AF7D4485-93A7-0412-BC1E-7BD141B6294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7065590" y="3243982"/>
            <a:ext cx="1390650" cy="427037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45" name="AutoShape 37">
            <a:extLst>
              <a:ext uri="{FF2B5EF4-FFF2-40B4-BE49-F238E27FC236}">
                <a16:creationId xmlns:a16="http://schemas.microsoft.com/office/drawing/2014/main" id="{65547228-6E58-4448-764D-32BBC015FCC4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983732" y="3015580"/>
            <a:ext cx="1066800" cy="635000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46" name="AutoShape 38">
            <a:extLst>
              <a:ext uri="{FF2B5EF4-FFF2-40B4-BE49-F238E27FC236}">
                <a16:creationId xmlns:a16="http://schemas.microsoft.com/office/drawing/2014/main" id="{9A0B2BC1-553C-7F53-F9E6-41EC3C3D66DA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3728864" y="5375424"/>
            <a:ext cx="1092200" cy="3984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47" name="Oval 39">
            <a:extLst>
              <a:ext uri="{FF2B5EF4-FFF2-40B4-BE49-F238E27FC236}">
                <a16:creationId xmlns:a16="http://schemas.microsoft.com/office/drawing/2014/main" id="{B245E72B-F2E1-9868-7B21-2EE536F3588E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270748" y="2858417"/>
            <a:ext cx="989012" cy="80486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48" name="Line 42">
            <a:extLst>
              <a:ext uri="{FF2B5EF4-FFF2-40B4-BE49-F238E27FC236}">
                <a16:creationId xmlns:a16="http://schemas.microsoft.com/office/drawing/2014/main" id="{7763DA93-54C3-AB31-AD8A-DF79817B776D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347864" y="6105991"/>
            <a:ext cx="0" cy="3473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" name="Line 43">
            <a:extLst>
              <a:ext uri="{FF2B5EF4-FFF2-40B4-BE49-F238E27FC236}">
                <a16:creationId xmlns:a16="http://schemas.microsoft.com/office/drawing/2014/main" id="{042ADAFF-7DDF-188A-96AC-6CB404BD443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47864" y="6105991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" name="Line 44">
            <a:extLst>
              <a:ext uri="{FF2B5EF4-FFF2-40B4-BE49-F238E27FC236}">
                <a16:creationId xmlns:a16="http://schemas.microsoft.com/office/drawing/2014/main" id="{2FE52350-C03C-8027-AC85-30380D210243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347864" y="6453336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" name="Line 46">
            <a:extLst>
              <a:ext uri="{FF2B5EF4-FFF2-40B4-BE49-F238E27FC236}">
                <a16:creationId xmlns:a16="http://schemas.microsoft.com/office/drawing/2014/main" id="{CC2A0053-CFC8-859D-994A-BE6964F24335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6478414" y="5944195"/>
            <a:ext cx="0" cy="3651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" name="Line 47">
            <a:extLst>
              <a:ext uri="{FF2B5EF4-FFF2-40B4-BE49-F238E27FC236}">
                <a16:creationId xmlns:a16="http://schemas.microsoft.com/office/drawing/2014/main" id="{472E4711-9DFD-BB1D-C222-98406767B660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6478414" y="5944195"/>
            <a:ext cx="90995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" name="Line 48">
            <a:extLst>
              <a:ext uri="{FF2B5EF4-FFF2-40B4-BE49-F238E27FC236}">
                <a16:creationId xmlns:a16="http://schemas.microsoft.com/office/drawing/2014/main" id="{292AB2A4-DAA0-841B-DF05-3528023E753D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478414" y="6309320"/>
            <a:ext cx="90995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EB5B1558-C57A-071E-CE55-30216FB5DF14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3570114" y="6126857"/>
            <a:ext cx="6350" cy="326479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6" name="Line 59">
            <a:extLst>
              <a:ext uri="{FF2B5EF4-FFF2-40B4-BE49-F238E27FC236}">
                <a16:creationId xmlns:a16="http://schemas.microsoft.com/office/drawing/2014/main" id="{7F43EC2F-CBA0-2846-5F47-84E17D3F651D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6398840" y="4163144"/>
            <a:ext cx="762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7" name="Line 52">
            <a:extLst>
              <a:ext uri="{FF2B5EF4-FFF2-40B4-BE49-F238E27FC236}">
                <a16:creationId xmlns:a16="http://schemas.microsoft.com/office/drawing/2014/main" id="{11C41AE9-D628-84D8-907E-993625BD307E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692726" y="5961658"/>
            <a:ext cx="7931" cy="3476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65C76F05-00E3-D6F0-F9F2-3D63D58A82C0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5652120" y="4941168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60D3E34F-908C-5B56-549E-AFC0F37F0047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5724128" y="4323953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16F504D-7B06-BF47-798F-DC3985C87AF6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689309" y="495151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E121116-B3EB-BF39-9CD4-10A0B3869148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2310146" y="496688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D970754B-3476-48C3-A6C8-602C6341B0DD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4137511" y="429258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CE564843-1CBD-1EE4-BA56-4879FEF352F2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4066391" y="500378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EAF3A035-58A2-8B9E-5434-C6C3D201F723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3993366" y="572133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5A31DA21-D91E-BCF3-9A82-16ECE2F48601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5737510" y="441122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E48DB05F-EEAE-59F0-1C58-0ACE27755FA2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5737510" y="872922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E8D7222C-B30B-219A-0251-02ACBDDFB4EF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7249678" y="711374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53927FF3-CAA5-EB2B-1975-CEC1713C7ECC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473567" y="1217434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A7E783CB-9F92-C5A9-B378-93882BE1697A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2086400" y="1178237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5120066F-7C24-E380-97FE-DAB3A41D6F37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3561247" y="1194634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76CDC0B2-1F41-F065-4FD9-EC6AD73FAB47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5334534" y="1185342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D54A3A00-36BF-892B-DA47-E4010A6DFEB9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7136705" y="1168574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6EFBFB46-5F6E-01D8-2089-EE47E5503B97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5912135" y="423342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" name="Line 12">
            <a:extLst>
              <a:ext uri="{FF2B5EF4-FFF2-40B4-BE49-F238E27FC236}">
                <a16:creationId xmlns:a16="http://schemas.microsoft.com/office/drawing/2014/main" id="{FB63225B-1937-D39F-2FF3-C2075504264B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5737510" y="441122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0401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0418" name="Rectangle 1026"/>
          <p:cNvSpPr/>
          <p:nvPr>
            <p:custDataLst>
              <p:tags r:id="rId4"/>
            </p:custDataLst>
          </p:nvPr>
        </p:nvSpPr>
        <p:spPr>
          <a:xfrm>
            <a:off x="719572" y="2776910"/>
            <a:ext cx="7704856" cy="184019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lnSpc>
                <a:spcPct val="15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采购员从仓库收到缺货通知单后，查阅订货合同单，若已订货，则向供货单位发出催货请求，否则就填写补充订货单交供货单位。供货单位发货同时，向采购员发出提货通知单。</a:t>
            </a:r>
          </a:p>
        </p:txBody>
      </p:sp>
      <p:sp>
        <p:nvSpPr>
          <p:cNvPr id="60419" name="Rectangle 1027"/>
          <p:cNvSpPr/>
          <p:nvPr/>
        </p:nvSpPr>
        <p:spPr>
          <a:xfrm>
            <a:off x="328247" y="1825507"/>
            <a:ext cx="7560324" cy="990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：按以下调查结果，画出订货业务流程图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F3209DB-9941-4317-8B12-5A03A0FCF9D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2955" y="764505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1938282-21ED-44FF-8BF8-B7DFFF1BCAD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73792" y="766042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0C6ED529-D58F-4052-AA11-2A4FFE84875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801157" y="69861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E9397006-FA38-4EF1-B169-055ED8D2F84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30037" y="76973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47D8E946-7A5A-4AB5-8678-C44DF804830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657012" y="84148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57C12667-B32B-4751-B861-EF772FACB39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01156" y="710476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049BBF0A-FAC0-46E3-B0C6-333A8984C78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401156" y="11422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52CE8F21-2B04-4170-BB45-D90BC1331EE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913324" y="980728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A69EE23-D0F2-4DD2-B80A-75B0FBECB8D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7213" y="1486788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288709A4-EC6F-42A0-9D32-C38DBD0B0EA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750046" y="1447591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99DF084D-C941-4E68-B0E0-598B045C25AB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224893" y="1463988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67B0F091-F0D5-4430-93B7-936819C56A3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98180" y="1454696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1D0F89DB-AFF8-4A30-A886-192A7A1B083F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800351" y="1437928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C7D1E4A5-3D19-42EE-BE65-7F6EB1BFF33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575781" y="692696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E70937C3-5E62-4894-AC59-86FFED64DC1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401156" y="7104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2" r:link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4" r:link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1442" name="Oval 10"/>
          <p:cNvSpPr/>
          <p:nvPr>
            <p:custDataLst>
              <p:tags r:id="rId4"/>
            </p:custDataLst>
          </p:nvPr>
        </p:nvSpPr>
        <p:spPr>
          <a:xfrm>
            <a:off x="250825" y="1124744"/>
            <a:ext cx="874713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61443" name="Line 52"/>
          <p:cNvSpPr/>
          <p:nvPr>
            <p:custDataLst>
              <p:tags r:id="rId5"/>
            </p:custDataLst>
          </p:nvPr>
        </p:nvSpPr>
        <p:spPr>
          <a:xfrm>
            <a:off x="1114425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4" name="Rectangle 53"/>
          <p:cNvSpPr/>
          <p:nvPr>
            <p:custDataLst>
              <p:tags r:id="rId6"/>
            </p:custDataLst>
          </p:nvPr>
        </p:nvSpPr>
        <p:spPr>
          <a:xfrm>
            <a:off x="1403350" y="1194594"/>
            <a:ext cx="1366838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开具缺货通知单</a:t>
            </a:r>
          </a:p>
        </p:txBody>
      </p:sp>
      <p:sp>
        <p:nvSpPr>
          <p:cNvPr id="61445" name="Line 54"/>
          <p:cNvSpPr/>
          <p:nvPr>
            <p:custDataLst>
              <p:tags r:id="rId7"/>
            </p:custDataLst>
          </p:nvPr>
        </p:nvSpPr>
        <p:spPr>
          <a:xfrm>
            <a:off x="2770188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6" name="AutoShape 55"/>
          <p:cNvSpPr/>
          <p:nvPr>
            <p:custDataLst>
              <p:tags r:id="rId8"/>
            </p:custDataLst>
          </p:nvPr>
        </p:nvSpPr>
        <p:spPr>
          <a:xfrm>
            <a:off x="3059113" y="1137444"/>
            <a:ext cx="1066800" cy="7794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缺货通知单</a:t>
            </a:r>
          </a:p>
        </p:txBody>
      </p:sp>
      <p:sp>
        <p:nvSpPr>
          <p:cNvPr id="61447" name="Line 56"/>
          <p:cNvSpPr/>
          <p:nvPr>
            <p:custDataLst>
              <p:tags r:id="rId9"/>
            </p:custDataLst>
          </p:nvPr>
        </p:nvSpPr>
        <p:spPr>
          <a:xfrm>
            <a:off x="4138613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8" name="Oval 57"/>
          <p:cNvSpPr/>
          <p:nvPr>
            <p:custDataLst>
              <p:tags r:id="rId10"/>
            </p:custDataLst>
          </p:nvPr>
        </p:nvSpPr>
        <p:spPr>
          <a:xfrm>
            <a:off x="4427537" y="1124744"/>
            <a:ext cx="935029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采购员</a:t>
            </a:r>
          </a:p>
        </p:txBody>
      </p:sp>
      <p:sp>
        <p:nvSpPr>
          <p:cNvPr id="61449" name="Line 58"/>
          <p:cNvSpPr/>
          <p:nvPr>
            <p:custDataLst>
              <p:tags r:id="rId11"/>
            </p:custDataLst>
          </p:nvPr>
        </p:nvSpPr>
        <p:spPr>
          <a:xfrm>
            <a:off x="4837113" y="1916906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0" name="Rectangle 59"/>
          <p:cNvSpPr/>
          <p:nvPr>
            <p:custDataLst>
              <p:tags r:id="rId12"/>
            </p:custDataLst>
          </p:nvPr>
        </p:nvSpPr>
        <p:spPr>
          <a:xfrm>
            <a:off x="4425950" y="2202656"/>
            <a:ext cx="1152525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查阅订货合同</a:t>
            </a:r>
          </a:p>
        </p:txBody>
      </p:sp>
      <p:sp>
        <p:nvSpPr>
          <p:cNvPr id="61451" name="Rectangle 65"/>
          <p:cNvSpPr/>
          <p:nvPr>
            <p:custDataLst>
              <p:tags r:id="rId13"/>
            </p:custDataLst>
          </p:nvPr>
        </p:nvSpPr>
        <p:spPr>
          <a:xfrm>
            <a:off x="5722938" y="1196181"/>
            <a:ext cx="1439862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订货合同</a:t>
            </a:r>
          </a:p>
        </p:txBody>
      </p:sp>
      <p:sp>
        <p:nvSpPr>
          <p:cNvPr id="61476" name="Line 67"/>
          <p:cNvSpPr/>
          <p:nvPr>
            <p:custDataLst>
              <p:tags r:id="rId14"/>
            </p:custDataLst>
          </p:nvPr>
        </p:nvSpPr>
        <p:spPr>
          <a:xfrm>
            <a:off x="5723255" y="1229836"/>
            <a:ext cx="0" cy="3473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7" name="Line 68"/>
          <p:cNvSpPr/>
          <p:nvPr>
            <p:custDataLst>
              <p:tags r:id="rId15"/>
            </p:custDataLst>
          </p:nvPr>
        </p:nvSpPr>
        <p:spPr>
          <a:xfrm>
            <a:off x="5723255" y="1229836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8" name="Line 69"/>
          <p:cNvSpPr/>
          <p:nvPr>
            <p:custDataLst>
              <p:tags r:id="rId16"/>
            </p:custDataLst>
          </p:nvPr>
        </p:nvSpPr>
        <p:spPr>
          <a:xfrm>
            <a:off x="5723255" y="1577181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3" name="Line 70"/>
          <p:cNvSpPr/>
          <p:nvPr>
            <p:custDataLst>
              <p:tags r:id="rId17"/>
            </p:custDataLst>
          </p:nvPr>
        </p:nvSpPr>
        <p:spPr>
          <a:xfrm>
            <a:off x="5951538" y="1272381"/>
            <a:ext cx="0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54" name="Line 71"/>
          <p:cNvSpPr/>
          <p:nvPr>
            <p:custDataLst>
              <p:tags r:id="rId18"/>
            </p:custDataLst>
          </p:nvPr>
        </p:nvSpPr>
        <p:spPr>
          <a:xfrm>
            <a:off x="5435600" y="1483519"/>
            <a:ext cx="0" cy="6905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5" name="Line 72"/>
          <p:cNvSpPr/>
          <p:nvPr>
            <p:custDataLst>
              <p:tags r:id="rId19"/>
            </p:custDataLst>
          </p:nvPr>
        </p:nvSpPr>
        <p:spPr>
          <a:xfrm>
            <a:off x="5434013" y="14835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6" name="Rectangle 74"/>
          <p:cNvSpPr/>
          <p:nvPr>
            <p:custDataLst>
              <p:tags r:id="rId20"/>
            </p:custDataLst>
          </p:nvPr>
        </p:nvSpPr>
        <p:spPr>
          <a:xfrm>
            <a:off x="4354513" y="3499644"/>
            <a:ext cx="1152525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填写订货单</a:t>
            </a:r>
          </a:p>
        </p:txBody>
      </p:sp>
      <p:sp>
        <p:nvSpPr>
          <p:cNvPr id="61457" name="Line 75"/>
          <p:cNvSpPr/>
          <p:nvPr>
            <p:custDataLst>
              <p:tags r:id="rId21"/>
            </p:custDataLst>
          </p:nvPr>
        </p:nvSpPr>
        <p:spPr>
          <a:xfrm>
            <a:off x="4859338" y="2883694"/>
            <a:ext cx="0" cy="6175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8" name="Rectangle 76"/>
          <p:cNvSpPr/>
          <p:nvPr>
            <p:custDataLst>
              <p:tags r:id="rId22"/>
            </p:custDataLst>
          </p:nvPr>
        </p:nvSpPr>
        <p:spPr>
          <a:xfrm>
            <a:off x="4836730" y="3017017"/>
            <a:ext cx="719138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未订货</a:t>
            </a:r>
          </a:p>
        </p:txBody>
      </p:sp>
      <p:sp>
        <p:nvSpPr>
          <p:cNvPr id="61459" name="Line 77"/>
          <p:cNvSpPr/>
          <p:nvPr>
            <p:custDataLst>
              <p:tags r:id="rId23"/>
            </p:custDataLst>
          </p:nvPr>
        </p:nvSpPr>
        <p:spPr>
          <a:xfrm>
            <a:off x="5578475" y="2491581"/>
            <a:ext cx="649288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0" name="Rectangle 78"/>
          <p:cNvSpPr/>
          <p:nvPr>
            <p:custDataLst>
              <p:tags r:id="rId24"/>
            </p:custDataLst>
          </p:nvPr>
        </p:nvSpPr>
        <p:spPr>
          <a:xfrm>
            <a:off x="5543550" y="2237565"/>
            <a:ext cx="719137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已订货</a:t>
            </a:r>
          </a:p>
        </p:txBody>
      </p:sp>
      <p:sp>
        <p:nvSpPr>
          <p:cNvPr id="61461" name="Rectangle 79"/>
          <p:cNvSpPr/>
          <p:nvPr>
            <p:custDataLst>
              <p:tags r:id="rId25"/>
            </p:custDataLst>
          </p:nvPr>
        </p:nvSpPr>
        <p:spPr>
          <a:xfrm>
            <a:off x="6238875" y="2204244"/>
            <a:ext cx="1152525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填写催货单</a:t>
            </a:r>
          </a:p>
        </p:txBody>
      </p:sp>
      <p:sp>
        <p:nvSpPr>
          <p:cNvPr id="61462" name="Line 80"/>
          <p:cNvSpPr/>
          <p:nvPr>
            <p:custDataLst>
              <p:tags r:id="rId26"/>
            </p:custDataLst>
          </p:nvPr>
        </p:nvSpPr>
        <p:spPr>
          <a:xfrm>
            <a:off x="7380288" y="256301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3" name="Oval 81"/>
          <p:cNvSpPr/>
          <p:nvPr>
            <p:custDataLst>
              <p:tags r:id="rId27"/>
            </p:custDataLst>
          </p:nvPr>
        </p:nvSpPr>
        <p:spPr>
          <a:xfrm>
            <a:off x="4427538" y="5228431"/>
            <a:ext cx="993776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供货单位</a:t>
            </a:r>
          </a:p>
        </p:txBody>
      </p:sp>
      <p:sp>
        <p:nvSpPr>
          <p:cNvPr id="61464" name="AutoShape 82"/>
          <p:cNvSpPr/>
          <p:nvPr>
            <p:custDataLst>
              <p:tags r:id="rId28"/>
            </p:custDataLst>
          </p:nvPr>
        </p:nvSpPr>
        <p:spPr>
          <a:xfrm>
            <a:off x="7680325" y="2275681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催货单</a:t>
            </a:r>
          </a:p>
        </p:txBody>
      </p:sp>
      <p:sp>
        <p:nvSpPr>
          <p:cNvPr id="61465" name="Line 83"/>
          <p:cNvSpPr/>
          <p:nvPr>
            <p:custDataLst>
              <p:tags r:id="rId29"/>
            </p:custDataLst>
          </p:nvPr>
        </p:nvSpPr>
        <p:spPr>
          <a:xfrm flipH="1">
            <a:off x="8102080" y="2925885"/>
            <a:ext cx="11084" cy="26638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6" name="Line 84"/>
          <p:cNvSpPr/>
          <p:nvPr>
            <p:custDataLst>
              <p:tags r:id="rId30"/>
            </p:custDataLst>
          </p:nvPr>
        </p:nvSpPr>
        <p:spPr>
          <a:xfrm>
            <a:off x="4859338" y="4148931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7" name="AutoShape 85"/>
          <p:cNvSpPr/>
          <p:nvPr>
            <p:custDataLst>
              <p:tags r:id="rId31"/>
            </p:custDataLst>
          </p:nvPr>
        </p:nvSpPr>
        <p:spPr>
          <a:xfrm>
            <a:off x="4354513" y="4436269"/>
            <a:ext cx="1066800" cy="5762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补货单</a:t>
            </a:r>
          </a:p>
        </p:txBody>
      </p:sp>
      <p:sp>
        <p:nvSpPr>
          <p:cNvPr id="61468" name="Line 86"/>
          <p:cNvSpPr/>
          <p:nvPr>
            <p:custDataLst>
              <p:tags r:id="rId32"/>
            </p:custDataLst>
          </p:nvPr>
        </p:nvSpPr>
        <p:spPr>
          <a:xfrm>
            <a:off x="4859338" y="4971256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69" name="Line 87"/>
          <p:cNvSpPr/>
          <p:nvPr>
            <p:custDataLst>
              <p:tags r:id="rId33"/>
            </p:custDataLst>
          </p:nvPr>
        </p:nvSpPr>
        <p:spPr>
          <a:xfrm flipH="1">
            <a:off x="5508104" y="5589711"/>
            <a:ext cx="259397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1470" name="Rectangle 88"/>
          <p:cNvSpPr/>
          <p:nvPr>
            <p:custDataLst>
              <p:tags r:id="rId34"/>
            </p:custDataLst>
          </p:nvPr>
        </p:nvSpPr>
        <p:spPr>
          <a:xfrm>
            <a:off x="2914650" y="5301456"/>
            <a:ext cx="1152525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填写提货单</a:t>
            </a:r>
          </a:p>
        </p:txBody>
      </p:sp>
      <p:sp>
        <p:nvSpPr>
          <p:cNvPr id="61471" name="Line 89"/>
          <p:cNvSpPr/>
          <p:nvPr>
            <p:custDataLst>
              <p:tags r:id="rId35"/>
            </p:custDataLst>
          </p:nvPr>
        </p:nvSpPr>
        <p:spPr>
          <a:xfrm>
            <a:off x="4140200" y="5590381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1472" name="AutoShape 90"/>
          <p:cNvSpPr/>
          <p:nvPr>
            <p:custDataLst>
              <p:tags r:id="rId36"/>
            </p:custDataLst>
          </p:nvPr>
        </p:nvSpPr>
        <p:spPr>
          <a:xfrm>
            <a:off x="1476375" y="5374481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提货单</a:t>
            </a:r>
          </a:p>
        </p:txBody>
      </p:sp>
      <p:sp>
        <p:nvSpPr>
          <p:cNvPr id="61473" name="Line 91"/>
          <p:cNvSpPr/>
          <p:nvPr>
            <p:custDataLst>
              <p:tags r:id="rId37"/>
            </p:custDataLst>
          </p:nvPr>
        </p:nvSpPr>
        <p:spPr>
          <a:xfrm>
            <a:off x="2555875" y="5590381"/>
            <a:ext cx="36036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1474" name="Line 92"/>
          <p:cNvSpPr/>
          <p:nvPr>
            <p:custDataLst>
              <p:tags r:id="rId38"/>
            </p:custDataLst>
          </p:nvPr>
        </p:nvSpPr>
        <p:spPr>
          <a:xfrm flipH="1">
            <a:off x="684213" y="1989931"/>
            <a:ext cx="11112" cy="36004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1475" name="Line 93"/>
          <p:cNvSpPr/>
          <p:nvPr>
            <p:custDataLst>
              <p:tags r:id="rId39"/>
            </p:custDataLst>
          </p:nvPr>
        </p:nvSpPr>
        <p:spPr>
          <a:xfrm>
            <a:off x="684213" y="5590381"/>
            <a:ext cx="7921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0418" name="Rectangle 1026"/>
          <p:cNvSpPr/>
          <p:nvPr>
            <p:custDataLst>
              <p:tags r:id="rId4"/>
            </p:custDataLst>
          </p:nvPr>
        </p:nvSpPr>
        <p:spPr>
          <a:xfrm>
            <a:off x="719572" y="2780928"/>
            <a:ext cx="7704856" cy="184019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lnSpc>
                <a:spcPct val="15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填写领料单给仓库要求领料，库长根据用料计划审批领料单，未批准的退回车间，已批准的领料单被送到仓库保管员处，由他查阅库存账。若账上有货，则填写提货通知，并通知车间前来领料，否则，填写缺货单，并通知采购人员。</a:t>
            </a:r>
          </a:p>
        </p:txBody>
      </p:sp>
      <p:sp>
        <p:nvSpPr>
          <p:cNvPr id="60419" name="Rectangle 1027"/>
          <p:cNvSpPr/>
          <p:nvPr/>
        </p:nvSpPr>
        <p:spPr>
          <a:xfrm>
            <a:off x="540068" y="2065998"/>
            <a:ext cx="8136388" cy="990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：根据以下业务过程，画出领料业务流程图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81C3B2AF-61E0-4170-A636-D15433CAD12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2955" y="764505"/>
            <a:ext cx="576262" cy="576263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5FC243B-08BB-47B3-A913-0B9337750A9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73792" y="766042"/>
            <a:ext cx="719138" cy="5032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111A1854-099F-48B7-AA07-F7AF1301639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801157" y="69861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F357AB7-3E47-4D39-B46E-D9E517EABAE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30037" y="769732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43DF8750-6196-48F1-927D-5239DD411D9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657012" y="841487"/>
            <a:ext cx="720725" cy="504825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0FF2D724-0D5A-427A-BBFE-F78C0673159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01156" y="710476"/>
            <a:ext cx="0" cy="431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2A8C7520-3DA8-4AC2-8454-A495C3DBA25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401156" y="11422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E477A672-1615-424D-8152-1D227740C2A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913324" y="980728"/>
            <a:ext cx="7207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81BC84A-4AF5-4200-84D0-CE5573678C2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7213" y="1486788"/>
            <a:ext cx="12958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人员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单位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D5560A70-A8DA-4229-8ABD-5487F0B8255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750046" y="1447591"/>
            <a:ext cx="16751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业务处理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90424ABD-C26A-4EE0-A0A9-2C219EFCF19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224893" y="1463988"/>
            <a:ext cx="177328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报表表格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1369D7B3-C805-479C-86C4-7DC07A4E8E9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98180" y="1454696"/>
            <a:ext cx="208121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数据文件存档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50B97C6A-149F-4164-BED4-168C94738A8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800351" y="1437928"/>
            <a:ext cx="159054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信息传递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C9B2A3BD-085A-454E-AB05-D4DAE89B04DC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575781" y="692696"/>
            <a:ext cx="0" cy="4572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Line 12">
            <a:extLst>
              <a:ext uri="{FF2B5EF4-FFF2-40B4-BE49-F238E27FC236}">
                <a16:creationId xmlns:a16="http://schemas.microsoft.com/office/drawing/2014/main" id="{AB8C6A17-A2E4-4E94-A8F1-0485F4DCEAC7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401156" y="710476"/>
            <a:ext cx="6477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775442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4" r:link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6" r:link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4514" name="Oval 4"/>
          <p:cNvSpPr/>
          <p:nvPr>
            <p:custDataLst>
              <p:tags r:id="rId4"/>
            </p:custDataLst>
          </p:nvPr>
        </p:nvSpPr>
        <p:spPr>
          <a:xfrm>
            <a:off x="250825" y="1053629"/>
            <a:ext cx="874713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64515" name="Line 5"/>
          <p:cNvSpPr/>
          <p:nvPr>
            <p:custDataLst>
              <p:tags r:id="rId5"/>
            </p:custDataLst>
          </p:nvPr>
        </p:nvSpPr>
        <p:spPr>
          <a:xfrm>
            <a:off x="1114425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16" name="Rectangle 6"/>
          <p:cNvSpPr/>
          <p:nvPr>
            <p:custDataLst>
              <p:tags r:id="rId6"/>
            </p:custDataLst>
          </p:nvPr>
        </p:nvSpPr>
        <p:spPr>
          <a:xfrm>
            <a:off x="1403350" y="1123479"/>
            <a:ext cx="1008063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填写领料单</a:t>
            </a:r>
          </a:p>
        </p:txBody>
      </p:sp>
      <p:sp>
        <p:nvSpPr>
          <p:cNvPr id="64517" name="Line 7"/>
          <p:cNvSpPr/>
          <p:nvPr>
            <p:custDataLst>
              <p:tags r:id="rId7"/>
            </p:custDataLst>
          </p:nvPr>
        </p:nvSpPr>
        <p:spPr>
          <a:xfrm>
            <a:off x="2411413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18" name="AutoShape 8"/>
          <p:cNvSpPr/>
          <p:nvPr>
            <p:custDataLst>
              <p:tags r:id="rId8"/>
            </p:custDataLst>
          </p:nvPr>
        </p:nvSpPr>
        <p:spPr>
          <a:xfrm>
            <a:off x="2700338" y="1126654"/>
            <a:ext cx="1066800" cy="5635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64519" name="Line 9"/>
          <p:cNvSpPr/>
          <p:nvPr>
            <p:custDataLst>
              <p:tags r:id="rId9"/>
            </p:custDataLst>
          </p:nvPr>
        </p:nvSpPr>
        <p:spPr>
          <a:xfrm>
            <a:off x="3779838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0" name="Oval 10"/>
          <p:cNvSpPr/>
          <p:nvPr>
            <p:custDataLst>
              <p:tags r:id="rId10"/>
            </p:custDataLst>
          </p:nvPr>
        </p:nvSpPr>
        <p:spPr>
          <a:xfrm>
            <a:off x="4068762" y="1053629"/>
            <a:ext cx="993773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仓库库长</a:t>
            </a:r>
          </a:p>
        </p:txBody>
      </p:sp>
      <p:sp>
        <p:nvSpPr>
          <p:cNvPr id="64521" name="Line 11"/>
          <p:cNvSpPr/>
          <p:nvPr>
            <p:custDataLst>
              <p:tags r:id="rId11"/>
            </p:custDataLst>
          </p:nvPr>
        </p:nvSpPr>
        <p:spPr>
          <a:xfrm>
            <a:off x="4549775" y="1845792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2" name="Rectangle 12"/>
          <p:cNvSpPr/>
          <p:nvPr>
            <p:custDataLst>
              <p:tags r:id="rId12"/>
            </p:custDataLst>
          </p:nvPr>
        </p:nvSpPr>
        <p:spPr>
          <a:xfrm>
            <a:off x="3779838" y="2131542"/>
            <a:ext cx="1511300" cy="4349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审批领料单</a:t>
            </a:r>
          </a:p>
        </p:txBody>
      </p:sp>
      <p:sp>
        <p:nvSpPr>
          <p:cNvPr id="64523" name="Rectangle 13"/>
          <p:cNvSpPr/>
          <p:nvPr/>
        </p:nvSpPr>
        <p:spPr>
          <a:xfrm>
            <a:off x="5435600" y="1125067"/>
            <a:ext cx="1439863" cy="2873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用料计划</a:t>
            </a:r>
          </a:p>
        </p:txBody>
      </p:sp>
      <p:sp>
        <p:nvSpPr>
          <p:cNvPr id="64563" name="Line 15"/>
          <p:cNvSpPr/>
          <p:nvPr>
            <p:custDataLst>
              <p:tags r:id="rId13"/>
            </p:custDataLst>
          </p:nvPr>
        </p:nvSpPr>
        <p:spPr>
          <a:xfrm>
            <a:off x="5435600" y="1158404"/>
            <a:ext cx="0" cy="34798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4" name="Line 16"/>
          <p:cNvSpPr/>
          <p:nvPr>
            <p:custDataLst>
              <p:tags r:id="rId14"/>
            </p:custDataLst>
          </p:nvPr>
        </p:nvSpPr>
        <p:spPr>
          <a:xfrm>
            <a:off x="5435600" y="1158404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5" name="Line 17"/>
          <p:cNvSpPr/>
          <p:nvPr>
            <p:custDataLst>
              <p:tags r:id="rId15"/>
            </p:custDataLst>
          </p:nvPr>
        </p:nvSpPr>
        <p:spPr>
          <a:xfrm>
            <a:off x="5435600" y="1506384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5" name="Line 18"/>
          <p:cNvSpPr/>
          <p:nvPr>
            <p:custDataLst>
              <p:tags r:id="rId16"/>
            </p:custDataLst>
          </p:nvPr>
        </p:nvSpPr>
        <p:spPr>
          <a:xfrm>
            <a:off x="5664200" y="1201267"/>
            <a:ext cx="0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26" name="Line 19"/>
          <p:cNvSpPr/>
          <p:nvPr>
            <p:custDataLst>
              <p:tags r:id="rId17"/>
            </p:custDataLst>
          </p:nvPr>
        </p:nvSpPr>
        <p:spPr>
          <a:xfrm>
            <a:off x="5148263" y="1412404"/>
            <a:ext cx="0" cy="6905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7" name="Line 20"/>
          <p:cNvSpPr/>
          <p:nvPr>
            <p:custDataLst>
              <p:tags r:id="rId18"/>
            </p:custDataLst>
          </p:nvPr>
        </p:nvSpPr>
        <p:spPr>
          <a:xfrm>
            <a:off x="5146675" y="1412404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8" name="Rectangle 21"/>
          <p:cNvSpPr/>
          <p:nvPr>
            <p:custDataLst>
              <p:tags r:id="rId19"/>
            </p:custDataLst>
          </p:nvPr>
        </p:nvSpPr>
        <p:spPr>
          <a:xfrm>
            <a:off x="6227763" y="4869979"/>
            <a:ext cx="1008062" cy="649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填写缺货单</a:t>
            </a:r>
          </a:p>
        </p:txBody>
      </p:sp>
      <p:sp>
        <p:nvSpPr>
          <p:cNvPr id="64529" name="Line 22"/>
          <p:cNvSpPr/>
          <p:nvPr>
            <p:custDataLst>
              <p:tags r:id="rId20"/>
            </p:custDataLst>
          </p:nvPr>
        </p:nvSpPr>
        <p:spPr>
          <a:xfrm>
            <a:off x="4572000" y="2568104"/>
            <a:ext cx="0" cy="50323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0" name="Rectangle 23"/>
          <p:cNvSpPr/>
          <p:nvPr>
            <p:custDataLst>
              <p:tags r:id="rId21"/>
            </p:custDataLst>
          </p:nvPr>
        </p:nvSpPr>
        <p:spPr>
          <a:xfrm>
            <a:off x="4643438" y="2566517"/>
            <a:ext cx="719137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通过</a:t>
            </a:r>
          </a:p>
        </p:txBody>
      </p:sp>
      <p:sp>
        <p:nvSpPr>
          <p:cNvPr id="64531" name="Line 24"/>
          <p:cNvSpPr/>
          <p:nvPr>
            <p:custDataLst>
              <p:tags r:id="rId22"/>
            </p:custDataLst>
          </p:nvPr>
        </p:nvSpPr>
        <p:spPr>
          <a:xfrm>
            <a:off x="5291138" y="2420467"/>
            <a:ext cx="2017712" cy="158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2" name="Rectangle 25"/>
          <p:cNvSpPr/>
          <p:nvPr>
            <p:custDataLst>
              <p:tags r:id="rId23"/>
            </p:custDataLst>
          </p:nvPr>
        </p:nvSpPr>
        <p:spPr>
          <a:xfrm>
            <a:off x="5219700" y="1917229"/>
            <a:ext cx="1008063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不通过</a:t>
            </a:r>
          </a:p>
        </p:txBody>
      </p:sp>
      <p:sp>
        <p:nvSpPr>
          <p:cNvPr id="64533" name="AutoShape 29"/>
          <p:cNvSpPr/>
          <p:nvPr>
            <p:custDataLst>
              <p:tags r:id="rId24"/>
            </p:custDataLst>
          </p:nvPr>
        </p:nvSpPr>
        <p:spPr>
          <a:xfrm>
            <a:off x="7308850" y="2133129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64534" name="Line 31"/>
          <p:cNvSpPr/>
          <p:nvPr>
            <p:custDataLst>
              <p:tags r:id="rId25"/>
            </p:custDataLst>
          </p:nvPr>
        </p:nvSpPr>
        <p:spPr>
          <a:xfrm>
            <a:off x="4572000" y="3604742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5" name="AutoShape 32"/>
          <p:cNvSpPr/>
          <p:nvPr>
            <p:custDataLst>
              <p:tags r:id="rId26"/>
            </p:custDataLst>
          </p:nvPr>
        </p:nvSpPr>
        <p:spPr>
          <a:xfrm>
            <a:off x="3995738" y="3069754"/>
            <a:ext cx="1066800" cy="5762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64536" name="Line 33"/>
          <p:cNvSpPr/>
          <p:nvPr>
            <p:custDataLst>
              <p:tags r:id="rId27"/>
            </p:custDataLst>
          </p:nvPr>
        </p:nvSpPr>
        <p:spPr>
          <a:xfrm>
            <a:off x="4572000" y="4654079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7" name="Rectangle 35"/>
          <p:cNvSpPr/>
          <p:nvPr>
            <p:custDataLst>
              <p:tags r:id="rId28"/>
            </p:custDataLst>
          </p:nvPr>
        </p:nvSpPr>
        <p:spPr>
          <a:xfrm>
            <a:off x="3984625" y="5878042"/>
            <a:ext cx="1152525" cy="649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生成提货通知</a:t>
            </a:r>
          </a:p>
        </p:txBody>
      </p:sp>
      <p:sp>
        <p:nvSpPr>
          <p:cNvPr id="64538" name="AutoShape 37"/>
          <p:cNvSpPr/>
          <p:nvPr>
            <p:custDataLst>
              <p:tags r:id="rId29"/>
            </p:custDataLst>
          </p:nvPr>
        </p:nvSpPr>
        <p:spPr>
          <a:xfrm>
            <a:off x="2339975" y="5951067"/>
            <a:ext cx="1273175" cy="576262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提货通知</a:t>
            </a:r>
          </a:p>
        </p:txBody>
      </p:sp>
      <p:sp>
        <p:nvSpPr>
          <p:cNvPr id="64539" name="Line 38"/>
          <p:cNvSpPr/>
          <p:nvPr>
            <p:custDataLst>
              <p:tags r:id="rId30"/>
            </p:custDataLst>
          </p:nvPr>
        </p:nvSpPr>
        <p:spPr>
          <a:xfrm>
            <a:off x="3625850" y="6166967"/>
            <a:ext cx="36036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4540" name="Line 39"/>
          <p:cNvSpPr/>
          <p:nvPr>
            <p:custDataLst>
              <p:tags r:id="rId31"/>
            </p:custDataLst>
          </p:nvPr>
        </p:nvSpPr>
        <p:spPr>
          <a:xfrm flipH="1">
            <a:off x="684213" y="1918817"/>
            <a:ext cx="11112" cy="42465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4541" name="Line 40"/>
          <p:cNvSpPr/>
          <p:nvPr>
            <p:custDataLst>
              <p:tags r:id="rId32"/>
            </p:custDataLst>
          </p:nvPr>
        </p:nvSpPr>
        <p:spPr>
          <a:xfrm>
            <a:off x="684213" y="6165379"/>
            <a:ext cx="16557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42" name="Oval 41"/>
          <p:cNvSpPr/>
          <p:nvPr>
            <p:custDataLst>
              <p:tags r:id="rId33"/>
            </p:custDataLst>
          </p:nvPr>
        </p:nvSpPr>
        <p:spPr>
          <a:xfrm>
            <a:off x="3946897" y="3933056"/>
            <a:ext cx="1273175" cy="63658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</p:txBody>
      </p:sp>
      <p:sp>
        <p:nvSpPr>
          <p:cNvPr id="64543" name="Line 42"/>
          <p:cNvSpPr/>
          <p:nvPr>
            <p:custDataLst>
              <p:tags r:id="rId34"/>
            </p:custDataLst>
          </p:nvPr>
        </p:nvSpPr>
        <p:spPr>
          <a:xfrm flipV="1">
            <a:off x="7885113" y="764704"/>
            <a:ext cx="0" cy="13684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44" name="Line 43"/>
          <p:cNvSpPr/>
          <p:nvPr>
            <p:custDataLst>
              <p:tags r:id="rId35"/>
            </p:custDataLst>
          </p:nvPr>
        </p:nvSpPr>
        <p:spPr>
          <a:xfrm flipH="1">
            <a:off x="684213" y="764704"/>
            <a:ext cx="72009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45" name="Line 44"/>
          <p:cNvSpPr/>
          <p:nvPr>
            <p:custDataLst>
              <p:tags r:id="rId36"/>
            </p:custDataLst>
          </p:nvPr>
        </p:nvSpPr>
        <p:spPr>
          <a:xfrm>
            <a:off x="684213" y="764704"/>
            <a:ext cx="0" cy="257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46" name="Rectangle 45"/>
          <p:cNvSpPr/>
          <p:nvPr>
            <p:custDataLst>
              <p:tags r:id="rId37"/>
            </p:custDataLst>
          </p:nvPr>
        </p:nvSpPr>
        <p:spPr>
          <a:xfrm>
            <a:off x="2124075" y="4149254"/>
            <a:ext cx="1439863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库存台账</a:t>
            </a:r>
          </a:p>
        </p:txBody>
      </p:sp>
      <p:sp>
        <p:nvSpPr>
          <p:cNvPr id="64560" name="Line 47"/>
          <p:cNvSpPr/>
          <p:nvPr>
            <p:custDataLst>
              <p:tags r:id="rId38"/>
            </p:custDataLst>
          </p:nvPr>
        </p:nvSpPr>
        <p:spPr>
          <a:xfrm>
            <a:off x="2124075" y="4182909"/>
            <a:ext cx="0" cy="34734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1" name="Line 48"/>
          <p:cNvSpPr/>
          <p:nvPr>
            <p:custDataLst>
              <p:tags r:id="rId39"/>
            </p:custDataLst>
          </p:nvPr>
        </p:nvSpPr>
        <p:spPr>
          <a:xfrm>
            <a:off x="2124075" y="4182909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62" name="Line 49"/>
          <p:cNvSpPr/>
          <p:nvPr>
            <p:custDataLst>
              <p:tags r:id="rId40"/>
            </p:custDataLst>
          </p:nvPr>
        </p:nvSpPr>
        <p:spPr>
          <a:xfrm>
            <a:off x="2124075" y="4530254"/>
            <a:ext cx="1371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48" name="Line 50"/>
          <p:cNvSpPr/>
          <p:nvPr>
            <p:custDataLst>
              <p:tags r:id="rId41"/>
            </p:custDataLst>
          </p:nvPr>
        </p:nvSpPr>
        <p:spPr>
          <a:xfrm>
            <a:off x="2352675" y="4225454"/>
            <a:ext cx="0" cy="304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49" name="Rectangle 52"/>
          <p:cNvSpPr/>
          <p:nvPr>
            <p:custDataLst>
              <p:tags r:id="rId42"/>
            </p:custDataLst>
          </p:nvPr>
        </p:nvSpPr>
        <p:spPr>
          <a:xfrm>
            <a:off x="3851275" y="4938242"/>
            <a:ext cx="1511300" cy="4349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查询库存账</a:t>
            </a:r>
          </a:p>
        </p:txBody>
      </p:sp>
      <p:sp>
        <p:nvSpPr>
          <p:cNvPr id="64550" name="Line 53"/>
          <p:cNvSpPr/>
          <p:nvPr>
            <p:custDataLst>
              <p:tags r:id="rId43"/>
            </p:custDataLst>
          </p:nvPr>
        </p:nvSpPr>
        <p:spPr>
          <a:xfrm>
            <a:off x="2843213" y="4581054"/>
            <a:ext cx="0" cy="5048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51" name="Line 54"/>
          <p:cNvSpPr/>
          <p:nvPr>
            <p:custDataLst>
              <p:tags r:id="rId44"/>
            </p:custDataLst>
          </p:nvPr>
        </p:nvSpPr>
        <p:spPr>
          <a:xfrm>
            <a:off x="2843213" y="5085879"/>
            <a:ext cx="10080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4552" name="Line 55"/>
          <p:cNvSpPr/>
          <p:nvPr>
            <p:custDataLst>
              <p:tags r:id="rId45"/>
            </p:custDataLst>
          </p:nvPr>
        </p:nvSpPr>
        <p:spPr>
          <a:xfrm>
            <a:off x="4572000" y="5373217"/>
            <a:ext cx="0" cy="5048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3" name="Rectangle 56"/>
          <p:cNvSpPr/>
          <p:nvPr>
            <p:custDataLst>
              <p:tags r:id="rId46"/>
            </p:custDataLst>
          </p:nvPr>
        </p:nvSpPr>
        <p:spPr>
          <a:xfrm>
            <a:off x="4643438" y="5373217"/>
            <a:ext cx="719137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有货</a:t>
            </a:r>
          </a:p>
        </p:txBody>
      </p:sp>
      <p:sp>
        <p:nvSpPr>
          <p:cNvPr id="64554" name="Line 57"/>
          <p:cNvSpPr/>
          <p:nvPr>
            <p:custDataLst>
              <p:tags r:id="rId47"/>
            </p:custDataLst>
          </p:nvPr>
        </p:nvSpPr>
        <p:spPr>
          <a:xfrm>
            <a:off x="5364163" y="5157317"/>
            <a:ext cx="7921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4555" name="Rectangle 58"/>
          <p:cNvSpPr/>
          <p:nvPr>
            <p:custDataLst>
              <p:tags r:id="rId48"/>
            </p:custDataLst>
          </p:nvPr>
        </p:nvSpPr>
        <p:spPr>
          <a:xfrm>
            <a:off x="5364163" y="4725517"/>
            <a:ext cx="720725" cy="360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</a:t>
            </a:r>
          </a:p>
        </p:txBody>
      </p:sp>
      <p:sp>
        <p:nvSpPr>
          <p:cNvPr id="64556" name="Line 59"/>
          <p:cNvSpPr/>
          <p:nvPr>
            <p:custDataLst>
              <p:tags r:id="rId49"/>
            </p:custDataLst>
          </p:nvPr>
        </p:nvSpPr>
        <p:spPr>
          <a:xfrm>
            <a:off x="7307263" y="5155729"/>
            <a:ext cx="2889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7" name="AutoShape 60"/>
          <p:cNvSpPr/>
          <p:nvPr>
            <p:custDataLst>
              <p:tags r:id="rId50"/>
            </p:custDataLst>
          </p:nvPr>
        </p:nvSpPr>
        <p:spPr>
          <a:xfrm>
            <a:off x="7596188" y="4869979"/>
            <a:ext cx="1066800" cy="563563"/>
          </a:xfrm>
          <a:prstGeom prst="flowChartDocumen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缺货单</a:t>
            </a:r>
          </a:p>
        </p:txBody>
      </p:sp>
      <p:sp>
        <p:nvSpPr>
          <p:cNvPr id="64558" name="Line 61"/>
          <p:cNvSpPr/>
          <p:nvPr>
            <p:custDataLst>
              <p:tags r:id="rId51"/>
            </p:custDataLst>
          </p:nvPr>
        </p:nvSpPr>
        <p:spPr>
          <a:xfrm>
            <a:off x="8101013" y="5446242"/>
            <a:ext cx="0" cy="3603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9" name="Oval 62"/>
          <p:cNvSpPr/>
          <p:nvPr>
            <p:custDataLst>
              <p:tags r:id="rId52"/>
            </p:custDataLst>
          </p:nvPr>
        </p:nvSpPr>
        <p:spPr>
          <a:xfrm>
            <a:off x="7667625" y="5805017"/>
            <a:ext cx="995362" cy="77787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lIns="54000" rIns="54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采购员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508839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7464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6D57-A7F3-1118-B763-6BD5268C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35511FE-AA82-3DF2-BF21-E9EF7637FE1C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030D2C-10F5-40E2-B46E-576FE1E7D8D3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8431BA60-6C2F-BF73-4206-EF26AB58ADA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660148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业务流程分析与数据流程分析的关系：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4DB205D-8703-793B-D078-293DDB5353A4}"/>
              </a:ext>
            </a:extLst>
          </p:cNvPr>
          <p:cNvSpPr txBox="1"/>
          <p:nvPr/>
        </p:nvSpPr>
        <p:spPr>
          <a:xfrm>
            <a:off x="683568" y="1844824"/>
            <a:ext cx="7992372" cy="48529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业务流程图形象表达了管理中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全流程活动 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charset="-122"/>
              </a:rPr>
              <a:t>+ 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角色 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charset="-122"/>
              </a:rPr>
              <a:t>+ 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顺序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”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，但系统开发只认数据，必须把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业务动作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转成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数据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比如，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业务里的 “审核、登记、统计”，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要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转成系统可以理解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的“数据处理、计算、存储、输出” ，直接支撑后续的表结构设计与功能模块划分</a:t>
            </a:r>
            <a:endParaRPr lang="en-US" altLang="zh-CN" b="1" dirty="0">
              <a:solidFill>
                <a:srgbClr val="FF0000"/>
              </a:solidFill>
              <a:ea typeface="楷体" panose="02010609060101010101" charset="-122"/>
            </a:endParaRPr>
          </a:p>
          <a:p>
            <a:pPr lvl="4" eaLnBrk="1" hangingPunct="1">
              <a:lnSpc>
                <a:spcPct val="120000"/>
              </a:lnSpc>
              <a:spcBef>
                <a:spcPts val="2040"/>
              </a:spcBef>
            </a:pP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业务流程图 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charset="-122"/>
              </a:rPr>
              <a:t>= 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现实工作怎么走</a:t>
            </a:r>
          </a:p>
          <a:p>
            <a:pPr lvl="4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数据流程图 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charset="-122"/>
              </a:rPr>
              <a:t>= 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charset="-122"/>
              </a:rPr>
              <a:t>信息系统怎么跑</a:t>
            </a:r>
            <a:endParaRPr lang="en-US" altLang="zh-CN" b="1" dirty="0">
              <a:solidFill>
                <a:srgbClr val="FF0000"/>
              </a:solidFill>
              <a:ea typeface="楷体" panose="02010609060101010101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en-US" altLang="zh-CN" b="1" dirty="0">
              <a:solidFill>
                <a:schemeClr val="dk1"/>
              </a:solidFill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F2AA7D-6698-187B-F35C-521E0C701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4464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99312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数据流程分析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567702" y="1968999"/>
            <a:ext cx="8576298" cy="403347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数据流程：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指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在系统中产生、传输、加工处理、使用、存储的过程。</a:t>
            </a:r>
            <a:endParaRPr lang="en-US" altLang="zh-CN" b="1" dirty="0">
              <a:solidFill>
                <a:srgbClr val="0070C0"/>
              </a:solidFill>
              <a:ea typeface="楷体" panose="02010609060101010101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数据流程调查，需收集的资料：</a:t>
            </a:r>
            <a:endParaRPr lang="en-US" altLang="zh-CN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原系统全部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输入单据、输出报表、数据存储介质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的典型格式</a:t>
            </a:r>
            <a:endParaRPr lang="en-US" altLang="zh-CN" sz="20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弄清楚各环节的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处理方法和计算方法</a:t>
            </a:r>
            <a:endParaRPr lang="en-US" altLang="zh-CN" sz="2000" b="1" dirty="0">
              <a:solidFill>
                <a:srgbClr val="0070C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注明上述数据资料的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制作单位、报送单位、存放地点、发生频率、发生高峰期和发生量等</a:t>
            </a:r>
            <a:endParaRPr lang="en-US" altLang="zh-CN" sz="2000" b="1" dirty="0">
              <a:solidFill>
                <a:srgbClr val="0070C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注明上述数据资料的各项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  <a:cs typeface="微软雅黑" panose="020B0503020204020204" pitchFamily="34" charset="-122"/>
              </a:rPr>
              <a:t>数据类型、长度、取值范围等</a:t>
            </a:r>
            <a:endParaRPr lang="en-US" altLang="zh-CN" sz="2000" b="1" dirty="0">
              <a:solidFill>
                <a:srgbClr val="0070C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3749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8" r:link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0" r:link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D69EA-8656-28C0-514A-2D047D69512A}"/>
              </a:ext>
            </a:extLst>
          </p:cNvPr>
          <p:cNvSpPr txBox="1"/>
          <p:nvPr/>
        </p:nvSpPr>
        <p:spPr>
          <a:xfrm>
            <a:off x="567702" y="1968999"/>
            <a:ext cx="8311856" cy="18227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数据流程图（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Data Flow Diagram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DFD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）是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用一些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规定的符号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及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连线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来描述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  <a:cs typeface="微软雅黑" panose="020B0503020204020204" pitchFamily="34" charset="-122"/>
              </a:rPr>
              <a:t>信息在系统中的流动、处理和存储情况。它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不但可以表达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在系统内部的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逻辑流向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，而且可以表达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系统的逻辑功能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数据的逻辑转换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EF9E9C-20CD-B4BF-A8A1-C280A9153E6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378113" y="4298404"/>
            <a:ext cx="105015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A0F4499B-45B0-9757-70AE-85CE8775440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06676" y="415552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6F2D0557-A8CD-41FA-7135-B060A2D675D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306676" y="4155529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2F7F174A-CBE5-92C7-6C14-63E14815379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31640" y="5154349"/>
            <a:ext cx="11545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外部实体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1AA2C8D-B339-FBBE-5FBE-07B29AB3EDA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075697" y="4003513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CF02A860-5DF5-6E01-1069-462C20FD531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075697" y="4166718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2E09F369-A066-95C5-393C-C6A4821846F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flipV="1">
            <a:off x="3075697" y="4518821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ED7C1C54-A8CF-1BB6-7246-105B9BBFBD0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939860" y="4334717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A8F4F164-0BAB-756E-96FB-2F6064C643D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39860" y="4334717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D685735E-5431-4CF6-DE67-DCAA73713B8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939860" y="4731592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E01ED898-8D22-0710-37C7-114B95F6AB7F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409636" y="4334717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6FB07282-45DC-612E-25B2-A2C568B3BEA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134074" y="5154349"/>
            <a:ext cx="1454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3E8A4856-02FE-EC7D-62DE-37EDAB9E407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125295" y="4651648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C7AF769F-CEE0-4707-5921-EFE4BB685DE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323124" y="4368873"/>
            <a:ext cx="115282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外部项名称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7428291A-1F0A-C4AC-9EBA-CB6E9F3ACD8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3280898" y="3954057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1977ED7E-00D3-7809-2699-87416FFC609C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237341" y="4257837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9BE9E6FC-8338-559C-04D4-D4342529B15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149910" y="4580319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功能完成者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8B1EE8AF-7B07-C8F5-6EDB-7F60C37DE15C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202558" y="5154349"/>
            <a:ext cx="14414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处理功能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D03C9F9F-1AD0-C1EB-CE7A-25FD89C640B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939860" y="4388833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BDEF2C07-5FB3-AAEC-B237-C0B40581526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359376" y="4391506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数据存储名称</a:t>
            </a:r>
          </a:p>
        </p:txBody>
      </p:sp>
      <p:sp>
        <p:nvSpPr>
          <p:cNvPr id="28" name="Text Box 24">
            <a:extLst>
              <a:ext uri="{FF2B5EF4-FFF2-40B4-BE49-F238E27FC236}">
                <a16:creationId xmlns:a16="http://schemas.microsoft.com/office/drawing/2014/main" id="{2DB10AFD-718B-8440-541A-248DE7E1F0B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164288" y="5154349"/>
            <a:ext cx="9485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D0BF69-8C95-7113-841A-AA32D0F08A88}"/>
              </a:ext>
            </a:extLst>
          </p:cNvPr>
          <p:cNvSpPr txBox="1"/>
          <p:nvPr/>
        </p:nvSpPr>
        <p:spPr>
          <a:xfrm>
            <a:off x="1453906" y="5765194"/>
            <a:ext cx="6971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ea typeface="楷体" panose="02010609060101010101" charset="-122"/>
              </a:rPr>
              <a:t>PS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</a:rPr>
              <a:t>：数据流程图的符号很不统一，本课程以上面为标准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820FAB10-7AF1-ADBE-80CF-A8087C29CB0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012286" y="4314666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数据流名称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343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300" y="2057106"/>
            <a:ext cx="7391400" cy="329320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指不受系统控制、在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系统以外的事物或人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，它表达了该系统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数据处理的外部来源和去处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一般用一个矩形并在其上方和左上方各加一条线来表示。矩形内部要标明该外部项的名称。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为了避免在数据流程图中出现线条交叉，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同一外部项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可以在一张数据流程图中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出现若干次。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EF8782-2A38-2541-ED26-87B9433CAF07}"/>
              </a:ext>
            </a:extLst>
          </p:cNvPr>
          <p:cNvSpPr/>
          <p:nvPr/>
        </p:nvSpPr>
        <p:spPr>
          <a:xfrm>
            <a:off x="3707333" y="1934855"/>
            <a:ext cx="105015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4B4A49AD-24B3-38AA-84C7-26AD1CC3C89A}"/>
              </a:ext>
            </a:extLst>
          </p:cNvPr>
          <p:cNvSpPr/>
          <p:nvPr/>
        </p:nvSpPr>
        <p:spPr>
          <a:xfrm>
            <a:off x="3635896" y="1791980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B216D8A3-EB34-A3FF-FF67-0B463E9A7B00}"/>
              </a:ext>
            </a:extLst>
          </p:cNvPr>
          <p:cNvSpPr/>
          <p:nvPr/>
        </p:nvSpPr>
        <p:spPr>
          <a:xfrm>
            <a:off x="3635896" y="179198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D9C4F1DD-AE54-5BD8-7456-12E68D8ADFDD}"/>
              </a:ext>
            </a:extLst>
          </p:cNvPr>
          <p:cNvSpPr txBox="1"/>
          <p:nvPr/>
        </p:nvSpPr>
        <p:spPr>
          <a:xfrm>
            <a:off x="3652344" y="2005324"/>
            <a:ext cx="115282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外部项名称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DD87931-0AA0-CFF8-0125-210E416A1AA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571326" y="1919881"/>
            <a:ext cx="92752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4">
            <a:extLst>
              <a:ext uri="{FF2B5EF4-FFF2-40B4-BE49-F238E27FC236}">
                <a16:creationId xmlns:a16="http://schemas.microsoft.com/office/drawing/2014/main" id="{C54D8E8B-898F-3733-C9B3-206891582DC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499889" y="1777006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C75A936E-75DA-027A-3201-CED6958C48D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499889" y="1777006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58839E35-3FB1-2685-0527-EDBAFFD17AA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4735" y="1878185"/>
            <a:ext cx="845418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663511-4146-8D0B-743F-D959949E2E43}"/>
              </a:ext>
            </a:extLst>
          </p:cNvPr>
          <p:cNvSpPr txBox="1"/>
          <p:nvPr/>
        </p:nvSpPr>
        <p:spPr>
          <a:xfrm>
            <a:off x="4754742" y="1934452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137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300" y="2057106"/>
            <a:ext cx="8088188" cy="49141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处理功能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对数据处理的逻辑功能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一般用一个长方形来表示。处理功能符号由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三部分组成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：标识、功能描述和功能完成者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部分位于长方形的上方，用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唯一地标识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出这个处理功能，可以用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数字表示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部分是处理功能中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必不可少的组成部分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，要求用一句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简单的祈使句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来直接表示这个处理功能要完成的工作任务。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 eaLnBrk="1" hangingPunct="1">
              <a:spcBef>
                <a:spcPts val="8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祈使句没有主语，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主语在功能完成者部分描述。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1AA2C8D-B339-FBBE-5FBE-07B29AB3EDAA}"/>
              </a:ext>
            </a:extLst>
          </p:cNvPr>
          <p:cNvSpPr/>
          <p:nvPr/>
        </p:nvSpPr>
        <p:spPr>
          <a:xfrm>
            <a:off x="3541527" y="1564437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CF02A860-5DF5-6E01-1069-462C20FD531B}"/>
              </a:ext>
            </a:extLst>
          </p:cNvPr>
          <p:cNvSpPr/>
          <p:nvPr/>
        </p:nvSpPr>
        <p:spPr>
          <a:xfrm>
            <a:off x="3541527" y="1727642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2E09F369-A066-95C5-393C-C6A4821846F8}"/>
              </a:ext>
            </a:extLst>
          </p:cNvPr>
          <p:cNvSpPr/>
          <p:nvPr/>
        </p:nvSpPr>
        <p:spPr>
          <a:xfrm flipV="1">
            <a:off x="3541527" y="2079745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7428291A-1F0A-C4AC-9EBA-CB6E9F3ACD8C}"/>
              </a:ext>
            </a:extLst>
          </p:cNvPr>
          <p:cNvSpPr txBox="1"/>
          <p:nvPr/>
        </p:nvSpPr>
        <p:spPr>
          <a:xfrm>
            <a:off x="3746728" y="1514981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1977ED7E-00D3-7809-2699-87416FFC609C}"/>
              </a:ext>
            </a:extLst>
          </p:cNvPr>
          <p:cNvSpPr txBox="1"/>
          <p:nvPr/>
        </p:nvSpPr>
        <p:spPr>
          <a:xfrm>
            <a:off x="3703171" y="1818761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9BE9E6FC-8338-559C-04D4-D4342529B157}"/>
              </a:ext>
            </a:extLst>
          </p:cNvPr>
          <p:cNvSpPr txBox="1"/>
          <p:nvPr/>
        </p:nvSpPr>
        <p:spPr>
          <a:xfrm>
            <a:off x="3615740" y="2141243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功能完成者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65D5ADF8-2B07-0157-1C51-E1F2FB3A0D4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62835" y="1583428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2B3C8AB2-16D8-46D1-9140-4EC72E14328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362835" y="1746633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12EC8C13-0BD5-B337-F2DA-29496DC0EA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V="1">
            <a:off x="5362835" y="2098736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4B8BFB81-991F-FDDC-08F2-59F337FD8AD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68036" y="1533972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2.3</a:t>
            </a:r>
            <a:endParaRPr lang="zh-CN" altLang="en-US" sz="12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29FF74B2-A186-5965-E6D5-ABCF47F1A34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24479" y="1837752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登录成绩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F4865E56-06CC-F74A-1C53-9FA736C3E2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437048" y="2160234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任课老师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DC2067-ECE7-D7CE-5647-CCD9FD37FE39}"/>
              </a:ext>
            </a:extLst>
          </p:cNvPr>
          <p:cNvSpPr txBox="1"/>
          <p:nvPr/>
        </p:nvSpPr>
        <p:spPr>
          <a:xfrm>
            <a:off x="4754742" y="1934452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2200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299" y="2057106"/>
            <a:ext cx="8016171" cy="45858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指明了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数据保存的“地方”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，是数据存储的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逻辑描述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，而非数据保存的物理地址或物理存储介质。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一般用一个右端开口的水平长方条表示，在长方条内部写明数据存储的名称，其名称要适当且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必须是名词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。为了区别于各种数据存储，为数据存储加上一个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标识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一般用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DB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开始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，后接英文字符或数字。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为了避免在数据流程图中出现线条交叉，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同一数据存储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可以在一张数据流程图中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出现若干次。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ED7C1C54-A8CF-1BB6-7246-105B9BBFBD03}"/>
              </a:ext>
            </a:extLst>
          </p:cNvPr>
          <p:cNvSpPr/>
          <p:nvPr/>
        </p:nvSpPr>
        <p:spPr>
          <a:xfrm>
            <a:off x="3576420" y="1998674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A8F4F164-0BAB-756E-96FB-2F6064C643DC}"/>
              </a:ext>
            </a:extLst>
          </p:cNvPr>
          <p:cNvSpPr/>
          <p:nvPr/>
        </p:nvSpPr>
        <p:spPr>
          <a:xfrm>
            <a:off x="3576420" y="1998674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D685735E-5431-4CF6-DE67-DCAA73713B85}"/>
              </a:ext>
            </a:extLst>
          </p:cNvPr>
          <p:cNvSpPr/>
          <p:nvPr/>
        </p:nvSpPr>
        <p:spPr>
          <a:xfrm>
            <a:off x="3576419" y="2404578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E01ED898-8D22-0710-37C7-114B95F6AB7F}"/>
              </a:ext>
            </a:extLst>
          </p:cNvPr>
          <p:cNvSpPr/>
          <p:nvPr/>
        </p:nvSpPr>
        <p:spPr>
          <a:xfrm>
            <a:off x="4046196" y="1998674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D03C9F9F-1AD0-C1EB-CE7A-25FD89C640B0}"/>
              </a:ext>
            </a:extLst>
          </p:cNvPr>
          <p:cNvSpPr txBox="1"/>
          <p:nvPr/>
        </p:nvSpPr>
        <p:spPr>
          <a:xfrm>
            <a:off x="3576420" y="2052790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BDEF2C07-5FB3-AAEC-B237-C0B40581526D}"/>
              </a:ext>
            </a:extLst>
          </p:cNvPr>
          <p:cNvSpPr txBox="1"/>
          <p:nvPr/>
        </p:nvSpPr>
        <p:spPr>
          <a:xfrm>
            <a:off x="3995936" y="2055463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数据存储名称</a:t>
            </a: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59C8FC8A-9A2A-342B-F189-2CAA5E9CA0C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830416" y="1994715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C37D2493-60E5-7F71-36E3-7C84CE812E9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830416" y="1994715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BFDCD915-2A36-7179-0EEC-889F4F6FE14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30416" y="2391590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1D5C52E8-FBC9-00F2-2C3A-4F92A27DE3E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300192" y="1994715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DC00DDC6-3F8E-04AB-69E6-A4C1E5ABD20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830416" y="2094128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B3F98A8A-34CE-4C8C-F6CF-9562ADF0F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49932" y="2096801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学生档案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9F5168-0CA5-8C23-7A04-307C1B70968D}"/>
              </a:ext>
            </a:extLst>
          </p:cNvPr>
          <p:cNvSpPr txBox="1"/>
          <p:nvPr/>
        </p:nvSpPr>
        <p:spPr>
          <a:xfrm>
            <a:off x="5101993" y="2013180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7832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7C4AB7B-EF13-5462-EFCC-DD4A86C5191B}"/>
              </a:ext>
            </a:extLst>
          </p:cNvPr>
          <p:cNvSpPr txBox="1"/>
          <p:nvPr/>
        </p:nvSpPr>
        <p:spPr>
          <a:xfrm>
            <a:off x="876299" y="2057106"/>
            <a:ext cx="8088189" cy="434477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表明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数据的流动方向及其名称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，是数据载体的表现形式之一。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一般用一个带有箭头的直线来表示，箭头指出了数据的流动方向。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数据流的名称及数据载体的名称，其名称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一定是名词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而不能出现动词。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可以来自或流向一个外部项、数据存储、处理功能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等。</a:t>
            </a:r>
          </a:p>
          <a:p>
            <a:pPr lvl="1" eaLnBrk="1" hangingPunct="1">
              <a:spcBef>
                <a:spcPts val="240"/>
              </a:spcBef>
              <a:buSzTx/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除了与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相关的数据流以外，数据流中的箭头只采用单箭头表示。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3E8A4856-02FE-EC7D-62DE-37EDAB9E4072}"/>
              </a:ext>
            </a:extLst>
          </p:cNvPr>
          <p:cNvSpPr/>
          <p:nvPr/>
        </p:nvSpPr>
        <p:spPr>
          <a:xfrm>
            <a:off x="3532881" y="2394088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Text Box 23">
            <a:extLst>
              <a:ext uri="{FF2B5EF4-FFF2-40B4-BE49-F238E27FC236}">
                <a16:creationId xmlns:a16="http://schemas.microsoft.com/office/drawing/2014/main" id="{820FAB10-7AF1-ADBE-80CF-A8087C29CB09}"/>
              </a:ext>
            </a:extLst>
          </p:cNvPr>
          <p:cNvSpPr txBox="1"/>
          <p:nvPr/>
        </p:nvSpPr>
        <p:spPr>
          <a:xfrm>
            <a:off x="3419872" y="2057106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数据流名称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0F44C51E-9C9E-7656-4E73-2795CD9F889B}"/>
              </a:ext>
            </a:extLst>
          </p:cNvPr>
          <p:cNvSpPr/>
          <p:nvPr/>
        </p:nvSpPr>
        <p:spPr>
          <a:xfrm>
            <a:off x="5039208" y="2400473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8BC13189-4879-FA4B-4753-21D0A49B2263}"/>
              </a:ext>
            </a:extLst>
          </p:cNvPr>
          <p:cNvSpPr txBox="1"/>
          <p:nvPr/>
        </p:nvSpPr>
        <p:spPr>
          <a:xfrm>
            <a:off x="5076056" y="2086311"/>
            <a:ext cx="800072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成绩单</a:t>
            </a:r>
          </a:p>
        </p:txBody>
      </p:sp>
      <p:sp>
        <p:nvSpPr>
          <p:cNvPr id="19" name="文本框 14">
            <a:extLst>
              <a:ext uri="{FF2B5EF4-FFF2-40B4-BE49-F238E27FC236}">
                <a16:creationId xmlns:a16="http://schemas.microsoft.com/office/drawing/2014/main" id="{B6663511-4146-8D0B-743F-D959949E2E43}"/>
              </a:ext>
            </a:extLst>
          </p:cNvPr>
          <p:cNvSpPr txBox="1"/>
          <p:nvPr/>
        </p:nvSpPr>
        <p:spPr>
          <a:xfrm>
            <a:off x="4391362" y="2094695"/>
            <a:ext cx="766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1600" b="1" dirty="0">
                <a:solidFill>
                  <a:srgbClr val="FF0000"/>
                </a:solidFill>
                <a:ea typeface="楷体" panose="02010609060101010101" charset="-122"/>
              </a:rPr>
              <a:t>举例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1341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4" r:link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6" r:link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0" name="Text Box 6">
            <a:extLst>
              <a:ext uri="{FF2B5EF4-FFF2-40B4-BE49-F238E27FC236}">
                <a16:creationId xmlns:a16="http://schemas.microsoft.com/office/drawing/2014/main" id="{5FBB362A-8E1B-C6CA-4D69-A4B0021EBD4A}"/>
              </a:ext>
            </a:extLst>
          </p:cNvPr>
          <p:cNvSpPr txBox="1"/>
          <p:nvPr/>
        </p:nvSpPr>
        <p:spPr>
          <a:xfrm>
            <a:off x="581186" y="3487761"/>
            <a:ext cx="1776325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本系统以外的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人和单位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。与本系统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有信息传递关系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，本系统数据的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来源和去处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5E81E863-84ED-2751-248A-CC8178BFA584}"/>
              </a:ext>
            </a:extLst>
          </p:cNvPr>
          <p:cNvSpPr txBox="1"/>
          <p:nvPr/>
        </p:nvSpPr>
        <p:spPr>
          <a:xfrm>
            <a:off x="2749510" y="3493086"/>
            <a:ext cx="1940324" cy="18774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对信息进行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逻辑加工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（变换数据格式，或生成新数据）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一个加工框应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有输入、输出数据流</a:t>
            </a:r>
          </a:p>
        </p:txBody>
      </p:sp>
      <p:sp>
        <p:nvSpPr>
          <p:cNvPr id="32" name="Text Box 20">
            <a:extLst>
              <a:ext uri="{FF2B5EF4-FFF2-40B4-BE49-F238E27FC236}">
                <a16:creationId xmlns:a16="http://schemas.microsoft.com/office/drawing/2014/main" id="{7586F50F-9D00-523B-A195-D824C60BA051}"/>
              </a:ext>
            </a:extLst>
          </p:cNvPr>
          <p:cNvSpPr txBox="1"/>
          <p:nvPr/>
        </p:nvSpPr>
        <p:spPr>
          <a:xfrm>
            <a:off x="4906821" y="3440301"/>
            <a:ext cx="1776324" cy="18774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保存数据的地方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（数据文件、文件夹、账本）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逻辑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上的存储，不考虑物理介质、手段</a:t>
            </a:r>
          </a:p>
        </p:txBody>
      </p:sp>
      <p:sp>
        <p:nvSpPr>
          <p:cNvPr id="33" name="Text Box 25">
            <a:extLst>
              <a:ext uri="{FF2B5EF4-FFF2-40B4-BE49-F238E27FC236}">
                <a16:creationId xmlns:a16="http://schemas.microsoft.com/office/drawing/2014/main" id="{F7889962-2943-48A1-6C5E-15B286D081BB}"/>
              </a:ext>
            </a:extLst>
          </p:cNvPr>
          <p:cNvSpPr txBox="1"/>
          <p:nvPr/>
        </p:nvSpPr>
        <p:spPr>
          <a:xfrm>
            <a:off x="6900132" y="3475551"/>
            <a:ext cx="1776324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流动的数据，可以是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一项数据、一组数据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。各加工环节进行处理和输出的</a:t>
            </a:r>
            <a:r>
              <a:rPr lang="zh-CN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数据集合</a:t>
            </a:r>
            <a:endParaRPr lang="en-US" altLang="zh-CN" sz="2000" b="1" u="sng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E1BE8CA5-AE52-FABB-6B35-D834DBB4782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04762" y="5732115"/>
            <a:ext cx="92752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4">
            <a:extLst>
              <a:ext uri="{FF2B5EF4-FFF2-40B4-BE49-F238E27FC236}">
                <a16:creationId xmlns:a16="http://schemas.microsoft.com/office/drawing/2014/main" id="{60F1450E-2626-B113-99BE-155557FDA55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33325" y="5589240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" name="Line 5">
            <a:extLst>
              <a:ext uri="{FF2B5EF4-FFF2-40B4-BE49-F238E27FC236}">
                <a16:creationId xmlns:a16="http://schemas.microsoft.com/office/drawing/2014/main" id="{00C1FF73-BAF7-8AF2-0541-5424867B1E3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3325" y="558924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9DC625E7-61C3-E0E9-CA0B-1B1645CE40C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179193" y="5505981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8">
            <a:extLst>
              <a:ext uri="{FF2B5EF4-FFF2-40B4-BE49-F238E27FC236}">
                <a16:creationId xmlns:a16="http://schemas.microsoft.com/office/drawing/2014/main" id="{5F23CE3A-CA40-ED47-09E0-A0A4749D1B6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179193" y="5669186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5DC43071-92A5-6439-C654-4CDE3A87965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V="1">
            <a:off x="3179193" y="6021289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" name="Line 10">
            <a:extLst>
              <a:ext uri="{FF2B5EF4-FFF2-40B4-BE49-F238E27FC236}">
                <a16:creationId xmlns:a16="http://schemas.microsoft.com/office/drawing/2014/main" id="{4FCD5874-430C-96F3-9C19-EB4541E6461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29905" y="5770588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" name="Line 11">
            <a:extLst>
              <a:ext uri="{FF2B5EF4-FFF2-40B4-BE49-F238E27FC236}">
                <a16:creationId xmlns:a16="http://schemas.microsoft.com/office/drawing/2014/main" id="{1D3EB848-AD0E-51AB-EABA-CA57BF496F3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029905" y="5770588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2" name="Line 12">
            <a:extLst>
              <a:ext uri="{FF2B5EF4-FFF2-40B4-BE49-F238E27FC236}">
                <a16:creationId xmlns:a16="http://schemas.microsoft.com/office/drawing/2014/main" id="{63A1D04E-A05D-09CD-4AD8-7CD1E854211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029905" y="6167463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" name="Line 13">
            <a:extLst>
              <a:ext uri="{FF2B5EF4-FFF2-40B4-BE49-F238E27FC236}">
                <a16:creationId xmlns:a16="http://schemas.microsoft.com/office/drawing/2014/main" id="{D58B0E91-0AD0-D00D-0CDC-A5BC190455B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499681" y="5770588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0F44C51E-9C9E-7656-4E73-2795CD9F889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404188" y="6119426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5" name="Text Box 17">
            <a:extLst>
              <a:ext uri="{FF2B5EF4-FFF2-40B4-BE49-F238E27FC236}">
                <a16:creationId xmlns:a16="http://schemas.microsoft.com/office/drawing/2014/main" id="{E105D11C-B42C-FC8B-69DF-288D4A98AB4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8171" y="5805264"/>
            <a:ext cx="845418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id="{2345450B-1F67-38DC-E717-1A79861905A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3384394" y="5456525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2.3</a:t>
            </a:r>
            <a:endParaRPr lang="zh-CN" altLang="en-US" sz="12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7" name="Text Box 19">
            <a:extLst>
              <a:ext uri="{FF2B5EF4-FFF2-40B4-BE49-F238E27FC236}">
                <a16:creationId xmlns:a16="http://schemas.microsoft.com/office/drawing/2014/main" id="{248559BB-A0A1-C864-01CC-606DA354D63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320655" y="5733256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登录成绩</a:t>
            </a: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CA82E37B-760C-2B00-9CED-AE52C201BF8B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3176639" y="6082787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任课老师</a:t>
            </a:r>
          </a:p>
        </p:txBody>
      </p:sp>
      <p:sp>
        <p:nvSpPr>
          <p:cNvPr id="49" name="Text Box 22">
            <a:extLst>
              <a:ext uri="{FF2B5EF4-FFF2-40B4-BE49-F238E27FC236}">
                <a16:creationId xmlns:a16="http://schemas.microsoft.com/office/drawing/2014/main" id="{BD9CA322-D30F-280E-8A5A-5A9360E7EE0E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062871" y="5805264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0" name="Text Box 23">
            <a:extLst>
              <a:ext uri="{FF2B5EF4-FFF2-40B4-BE49-F238E27FC236}">
                <a16:creationId xmlns:a16="http://schemas.microsoft.com/office/drawing/2014/main" id="{CC8AA678-E3AB-369A-597F-09B28AE2BC70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5449421" y="5805264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学生档案</a:t>
            </a: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EEF9E9C-20CD-B4BF-A8A1-C280A9153E66}"/>
              </a:ext>
            </a:extLst>
          </p:cNvPr>
          <p:cNvSpPr/>
          <p:nvPr/>
        </p:nvSpPr>
        <p:spPr>
          <a:xfrm>
            <a:off x="922897" y="2349808"/>
            <a:ext cx="1050158" cy="466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4">
            <a:extLst>
              <a:ext uri="{FF2B5EF4-FFF2-40B4-BE49-F238E27FC236}">
                <a16:creationId xmlns:a16="http://schemas.microsoft.com/office/drawing/2014/main" id="{A0F4499B-45B0-9757-70AE-85CE87754404}"/>
              </a:ext>
            </a:extLst>
          </p:cNvPr>
          <p:cNvSpPr/>
          <p:nvPr/>
        </p:nvSpPr>
        <p:spPr>
          <a:xfrm>
            <a:off x="851460" y="2206933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">
            <a:extLst>
              <a:ext uri="{FF2B5EF4-FFF2-40B4-BE49-F238E27FC236}">
                <a16:creationId xmlns:a16="http://schemas.microsoft.com/office/drawing/2014/main" id="{6F2D0557-A8CD-41FA-7135-B060A2D675D9}"/>
              </a:ext>
            </a:extLst>
          </p:cNvPr>
          <p:cNvSpPr/>
          <p:nvPr/>
        </p:nvSpPr>
        <p:spPr>
          <a:xfrm>
            <a:off x="851460" y="2206933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2F7F174A-CBE5-92C7-6C14-63E148153795}"/>
              </a:ext>
            </a:extLst>
          </p:cNvPr>
          <p:cNvSpPr txBox="1"/>
          <p:nvPr/>
        </p:nvSpPr>
        <p:spPr>
          <a:xfrm>
            <a:off x="839032" y="2998961"/>
            <a:ext cx="11545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外部实体</a:t>
            </a:r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E1AA2C8D-B339-FBBE-5FBE-07B29AB3EDAA}"/>
              </a:ext>
            </a:extLst>
          </p:cNvPr>
          <p:cNvSpPr/>
          <p:nvPr/>
        </p:nvSpPr>
        <p:spPr>
          <a:xfrm>
            <a:off x="3113089" y="2054917"/>
            <a:ext cx="1248791" cy="9473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8">
            <a:extLst>
              <a:ext uri="{FF2B5EF4-FFF2-40B4-BE49-F238E27FC236}">
                <a16:creationId xmlns:a16="http://schemas.microsoft.com/office/drawing/2014/main" id="{CF02A860-5DF5-6E01-1069-462C20FD531B}"/>
              </a:ext>
            </a:extLst>
          </p:cNvPr>
          <p:cNvSpPr/>
          <p:nvPr/>
        </p:nvSpPr>
        <p:spPr>
          <a:xfrm>
            <a:off x="3113089" y="2218122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Line 9">
            <a:extLst>
              <a:ext uri="{FF2B5EF4-FFF2-40B4-BE49-F238E27FC236}">
                <a16:creationId xmlns:a16="http://schemas.microsoft.com/office/drawing/2014/main" id="{2E09F369-A066-95C5-393C-C6A4821846F8}"/>
              </a:ext>
            </a:extLst>
          </p:cNvPr>
          <p:cNvSpPr/>
          <p:nvPr/>
        </p:nvSpPr>
        <p:spPr>
          <a:xfrm flipV="1">
            <a:off x="3113089" y="2570225"/>
            <a:ext cx="1248791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10">
            <a:extLst>
              <a:ext uri="{FF2B5EF4-FFF2-40B4-BE49-F238E27FC236}">
                <a16:creationId xmlns:a16="http://schemas.microsoft.com/office/drawing/2014/main" id="{ED7C1C54-A8CF-1BB6-7246-105B9BBFBD03}"/>
              </a:ext>
            </a:extLst>
          </p:cNvPr>
          <p:cNvSpPr/>
          <p:nvPr/>
        </p:nvSpPr>
        <p:spPr>
          <a:xfrm>
            <a:off x="5065478" y="2386121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Line 11">
            <a:extLst>
              <a:ext uri="{FF2B5EF4-FFF2-40B4-BE49-F238E27FC236}">
                <a16:creationId xmlns:a16="http://schemas.microsoft.com/office/drawing/2014/main" id="{A8F4F164-0BAB-756E-96FB-2F6064C643DC}"/>
              </a:ext>
            </a:extLst>
          </p:cNvPr>
          <p:cNvSpPr/>
          <p:nvPr/>
        </p:nvSpPr>
        <p:spPr>
          <a:xfrm>
            <a:off x="5065478" y="2386121"/>
            <a:ext cx="0" cy="3968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Line 12">
            <a:extLst>
              <a:ext uri="{FF2B5EF4-FFF2-40B4-BE49-F238E27FC236}">
                <a16:creationId xmlns:a16="http://schemas.microsoft.com/office/drawing/2014/main" id="{D685735E-5431-4CF6-DE67-DCAA73713B85}"/>
              </a:ext>
            </a:extLst>
          </p:cNvPr>
          <p:cNvSpPr/>
          <p:nvPr/>
        </p:nvSpPr>
        <p:spPr>
          <a:xfrm>
            <a:off x="5065477" y="2792025"/>
            <a:ext cx="156909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Line 13">
            <a:extLst>
              <a:ext uri="{FF2B5EF4-FFF2-40B4-BE49-F238E27FC236}">
                <a16:creationId xmlns:a16="http://schemas.microsoft.com/office/drawing/2014/main" id="{E01ED898-8D22-0710-37C7-114B95F6AB7F}"/>
              </a:ext>
            </a:extLst>
          </p:cNvPr>
          <p:cNvSpPr/>
          <p:nvPr/>
        </p:nvSpPr>
        <p:spPr>
          <a:xfrm>
            <a:off x="5535254" y="2386121"/>
            <a:ext cx="0" cy="396876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6FB07282-45DC-612E-25B2-A2C568B3BEAE}"/>
              </a:ext>
            </a:extLst>
          </p:cNvPr>
          <p:cNvSpPr txBox="1"/>
          <p:nvPr/>
        </p:nvSpPr>
        <p:spPr>
          <a:xfrm>
            <a:off x="5222300" y="2998961"/>
            <a:ext cx="14541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</a:t>
            </a:r>
          </a:p>
        </p:txBody>
      </p:sp>
      <p:sp>
        <p:nvSpPr>
          <p:cNvPr id="65" name="Line 15">
            <a:extLst>
              <a:ext uri="{FF2B5EF4-FFF2-40B4-BE49-F238E27FC236}">
                <a16:creationId xmlns:a16="http://schemas.microsoft.com/office/drawing/2014/main" id="{3E8A4856-02FE-EC7D-62DE-37EDAB9E4072}"/>
              </a:ext>
            </a:extLst>
          </p:cNvPr>
          <p:cNvSpPr/>
          <p:nvPr/>
        </p:nvSpPr>
        <p:spPr>
          <a:xfrm>
            <a:off x="7250913" y="2703052"/>
            <a:ext cx="903089" cy="79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Box 17">
            <a:extLst>
              <a:ext uri="{FF2B5EF4-FFF2-40B4-BE49-F238E27FC236}">
                <a16:creationId xmlns:a16="http://schemas.microsoft.com/office/drawing/2014/main" id="{C7AF769F-CEE0-4707-5921-EFE4BB685DEF}"/>
              </a:ext>
            </a:extLst>
          </p:cNvPr>
          <p:cNvSpPr txBox="1"/>
          <p:nvPr/>
        </p:nvSpPr>
        <p:spPr>
          <a:xfrm>
            <a:off x="867908" y="2420277"/>
            <a:ext cx="115282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外部项名称</a:t>
            </a:r>
          </a:p>
        </p:txBody>
      </p:sp>
      <p:sp>
        <p:nvSpPr>
          <p:cNvPr id="67" name="Text Box 18">
            <a:extLst>
              <a:ext uri="{FF2B5EF4-FFF2-40B4-BE49-F238E27FC236}">
                <a16:creationId xmlns:a16="http://schemas.microsoft.com/office/drawing/2014/main" id="{7428291A-1F0A-C4AC-9EBA-CB6E9F3ACD8C}"/>
              </a:ext>
            </a:extLst>
          </p:cNvPr>
          <p:cNvSpPr txBox="1"/>
          <p:nvPr/>
        </p:nvSpPr>
        <p:spPr>
          <a:xfrm>
            <a:off x="3318290" y="2005461"/>
            <a:ext cx="825272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68" name="Text Box 19">
            <a:extLst>
              <a:ext uri="{FF2B5EF4-FFF2-40B4-BE49-F238E27FC236}">
                <a16:creationId xmlns:a16="http://schemas.microsoft.com/office/drawing/2014/main" id="{1977ED7E-00D3-7809-2699-87416FFC609C}"/>
              </a:ext>
            </a:extLst>
          </p:cNvPr>
          <p:cNvSpPr txBox="1"/>
          <p:nvPr/>
        </p:nvSpPr>
        <p:spPr>
          <a:xfrm>
            <a:off x="3274733" y="2309241"/>
            <a:ext cx="10346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功能描述</a:t>
            </a:r>
          </a:p>
        </p:txBody>
      </p:sp>
      <p:sp>
        <p:nvSpPr>
          <p:cNvPr id="69" name="Text Box 20">
            <a:extLst>
              <a:ext uri="{FF2B5EF4-FFF2-40B4-BE49-F238E27FC236}">
                <a16:creationId xmlns:a16="http://schemas.microsoft.com/office/drawing/2014/main" id="{9BE9E6FC-8338-559C-04D4-D4342529B157}"/>
              </a:ext>
            </a:extLst>
          </p:cNvPr>
          <p:cNvSpPr txBox="1"/>
          <p:nvPr/>
        </p:nvSpPr>
        <p:spPr>
          <a:xfrm>
            <a:off x="3187302" y="2631723"/>
            <a:ext cx="1100363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功能完成者</a:t>
            </a:r>
          </a:p>
        </p:txBody>
      </p:sp>
      <p:sp>
        <p:nvSpPr>
          <p:cNvPr id="70" name="Text Box 21">
            <a:extLst>
              <a:ext uri="{FF2B5EF4-FFF2-40B4-BE49-F238E27FC236}">
                <a16:creationId xmlns:a16="http://schemas.microsoft.com/office/drawing/2014/main" id="{8B1EE8AF-7B07-C8F5-6EDB-7F60C37DE15C}"/>
              </a:ext>
            </a:extLst>
          </p:cNvPr>
          <p:cNvSpPr txBox="1"/>
          <p:nvPr/>
        </p:nvSpPr>
        <p:spPr>
          <a:xfrm>
            <a:off x="3202558" y="2998961"/>
            <a:ext cx="144145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处理功能</a:t>
            </a:r>
          </a:p>
        </p:txBody>
      </p:sp>
      <p:sp>
        <p:nvSpPr>
          <p:cNvPr id="71" name="Text Box 22">
            <a:extLst>
              <a:ext uri="{FF2B5EF4-FFF2-40B4-BE49-F238E27FC236}">
                <a16:creationId xmlns:a16="http://schemas.microsoft.com/office/drawing/2014/main" id="{D03C9F9F-1AD0-C1EB-CE7A-25FD89C640B0}"/>
              </a:ext>
            </a:extLst>
          </p:cNvPr>
          <p:cNvSpPr txBox="1"/>
          <p:nvPr/>
        </p:nvSpPr>
        <p:spPr>
          <a:xfrm>
            <a:off x="5065478" y="2440237"/>
            <a:ext cx="58924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标识</a:t>
            </a:r>
          </a:p>
        </p:txBody>
      </p:sp>
      <p:sp>
        <p:nvSpPr>
          <p:cNvPr id="72" name="Text Box 23">
            <a:extLst>
              <a:ext uri="{FF2B5EF4-FFF2-40B4-BE49-F238E27FC236}">
                <a16:creationId xmlns:a16="http://schemas.microsoft.com/office/drawing/2014/main" id="{BDEF2C07-5FB3-AAEC-B237-C0B40581526D}"/>
              </a:ext>
            </a:extLst>
          </p:cNvPr>
          <p:cNvSpPr txBox="1"/>
          <p:nvPr/>
        </p:nvSpPr>
        <p:spPr>
          <a:xfrm>
            <a:off x="5484994" y="2442910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数据存储名称</a:t>
            </a:r>
          </a:p>
        </p:txBody>
      </p:sp>
      <p:sp>
        <p:nvSpPr>
          <p:cNvPr id="73" name="Text Box 24">
            <a:extLst>
              <a:ext uri="{FF2B5EF4-FFF2-40B4-BE49-F238E27FC236}">
                <a16:creationId xmlns:a16="http://schemas.microsoft.com/office/drawing/2014/main" id="{2DB10AFD-718B-8440-541A-248DE7E1F0BD}"/>
              </a:ext>
            </a:extLst>
          </p:cNvPr>
          <p:cNvSpPr txBox="1"/>
          <p:nvPr/>
        </p:nvSpPr>
        <p:spPr>
          <a:xfrm>
            <a:off x="7252514" y="2998961"/>
            <a:ext cx="9485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</a:p>
        </p:txBody>
      </p:sp>
      <p:sp>
        <p:nvSpPr>
          <p:cNvPr id="74" name="Text Box 23">
            <a:extLst>
              <a:ext uri="{FF2B5EF4-FFF2-40B4-BE49-F238E27FC236}">
                <a16:creationId xmlns:a16="http://schemas.microsoft.com/office/drawing/2014/main" id="{820FAB10-7AF1-ADBE-80CF-A8087C29CB09}"/>
              </a:ext>
            </a:extLst>
          </p:cNvPr>
          <p:cNvSpPr txBox="1"/>
          <p:nvPr/>
        </p:nvSpPr>
        <p:spPr>
          <a:xfrm>
            <a:off x="7137904" y="2366070"/>
            <a:ext cx="134640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数据流名称</a:t>
            </a:r>
          </a:p>
        </p:txBody>
      </p:sp>
      <p:sp>
        <p:nvSpPr>
          <p:cNvPr id="76" name="Text Box 23">
            <a:extLst>
              <a:ext uri="{FF2B5EF4-FFF2-40B4-BE49-F238E27FC236}">
                <a16:creationId xmlns:a16="http://schemas.microsoft.com/office/drawing/2014/main" id="{8BC13189-4879-FA4B-4753-21D0A49B2263}"/>
              </a:ext>
            </a:extLst>
          </p:cNvPr>
          <p:cNvSpPr txBox="1"/>
          <p:nvPr/>
        </p:nvSpPr>
        <p:spPr>
          <a:xfrm>
            <a:off x="7441036" y="5805264"/>
            <a:ext cx="800072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1849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4FDDE4-88D4-90C2-AC8F-B078408A3E59}"/>
              </a:ext>
            </a:extLst>
          </p:cNvPr>
          <p:cNvSpPr/>
          <p:nvPr/>
        </p:nvSpPr>
        <p:spPr>
          <a:xfrm>
            <a:off x="762000" y="2060848"/>
            <a:ext cx="8202488" cy="3733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eaLnBrk="1" hangingPunct="1">
              <a:lnSpc>
                <a:spcPct val="9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车间领料单发给仓库要求领料，库长根据用料计划审批领料单，未批准的退回车间，已批准的领料单被送到仓库保管员处，由他查阅库存账。若账上有货，则填写提货通知，并通知车间前来领料，否则，填写缺货单，并通知采购人员。</a:t>
            </a:r>
          </a:p>
          <a:p>
            <a:pPr marL="0" lvl="0" indent="-342900" eaLnBrk="1" hangingPunct="1">
              <a:lnSpc>
                <a:spcPct val="90000"/>
              </a:lnSpc>
              <a:buClr>
                <a:schemeClr val="folHlink"/>
              </a:buClr>
              <a:buSzPct val="75000"/>
              <a:buNone/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-342900" eaLnBrk="1" hangingPunct="1">
              <a:lnSpc>
                <a:spcPct val="90000"/>
              </a:lnSpc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根据上述业务过程，画出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库存管理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的数据流程图。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8241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3" r:link="rId8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5" r:link="rId8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0114" name="Line 4"/>
          <p:cNvSpPr/>
          <p:nvPr>
            <p:custDataLst>
              <p:tags r:id="rId4"/>
            </p:custDataLst>
          </p:nvPr>
        </p:nvSpPr>
        <p:spPr>
          <a:xfrm>
            <a:off x="2801938" y="1006475"/>
            <a:ext cx="0" cy="143986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5" name="Line 5"/>
          <p:cNvSpPr/>
          <p:nvPr>
            <p:custDataLst>
              <p:tags r:id="rId5"/>
            </p:custDataLst>
          </p:nvPr>
        </p:nvSpPr>
        <p:spPr>
          <a:xfrm>
            <a:off x="2801938" y="2446338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6" name="Line 6"/>
          <p:cNvSpPr/>
          <p:nvPr>
            <p:custDataLst>
              <p:tags r:id="rId6"/>
            </p:custDataLst>
          </p:nvPr>
        </p:nvSpPr>
        <p:spPr>
          <a:xfrm>
            <a:off x="2801938" y="100647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7" name="Line 7"/>
          <p:cNvSpPr/>
          <p:nvPr>
            <p:custDataLst>
              <p:tags r:id="rId7"/>
            </p:custDataLst>
          </p:nvPr>
        </p:nvSpPr>
        <p:spPr>
          <a:xfrm>
            <a:off x="4716016" y="1006475"/>
            <a:ext cx="0" cy="143986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8" name="Line 8"/>
          <p:cNvSpPr/>
          <p:nvPr>
            <p:custDataLst>
              <p:tags r:id="rId8"/>
            </p:custDataLst>
          </p:nvPr>
        </p:nvSpPr>
        <p:spPr>
          <a:xfrm>
            <a:off x="2801938" y="131127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19" name="Line 14"/>
          <p:cNvSpPr/>
          <p:nvPr>
            <p:custDataLst>
              <p:tags r:id="rId9"/>
            </p:custDataLst>
          </p:nvPr>
        </p:nvSpPr>
        <p:spPr>
          <a:xfrm>
            <a:off x="2873375" y="188913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0" name="Line 15"/>
          <p:cNvSpPr/>
          <p:nvPr>
            <p:custDataLst>
              <p:tags r:id="rId10"/>
            </p:custDataLst>
          </p:nvPr>
        </p:nvSpPr>
        <p:spPr>
          <a:xfrm>
            <a:off x="2873375" y="18891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1" name="Line 16"/>
          <p:cNvSpPr/>
          <p:nvPr>
            <p:custDataLst>
              <p:tags r:id="rId11"/>
            </p:custDataLst>
          </p:nvPr>
        </p:nvSpPr>
        <p:spPr>
          <a:xfrm>
            <a:off x="2873375" y="646113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2" name="Line 17"/>
          <p:cNvSpPr/>
          <p:nvPr>
            <p:custDataLst>
              <p:tags r:id="rId12"/>
            </p:custDataLst>
          </p:nvPr>
        </p:nvSpPr>
        <p:spPr>
          <a:xfrm>
            <a:off x="3254375" y="18891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23" name="Line 26"/>
          <p:cNvSpPr/>
          <p:nvPr>
            <p:custDataLst>
              <p:tags r:id="rId13"/>
            </p:custDataLst>
          </p:nvPr>
        </p:nvSpPr>
        <p:spPr>
          <a:xfrm>
            <a:off x="1289050" y="1727200"/>
            <a:ext cx="1512888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24" name="Text Box 34"/>
          <p:cNvSpPr txBox="1"/>
          <p:nvPr>
            <p:custDataLst>
              <p:tags r:id="rId14"/>
            </p:custDataLst>
          </p:nvPr>
        </p:nvSpPr>
        <p:spPr>
          <a:xfrm>
            <a:off x="1404939" y="1220789"/>
            <a:ext cx="1512887" cy="46166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领料单</a:t>
            </a:r>
          </a:p>
        </p:txBody>
      </p:sp>
      <p:sp>
        <p:nvSpPr>
          <p:cNvPr id="90125" name="Text Box 35"/>
          <p:cNvSpPr txBox="1"/>
          <p:nvPr/>
        </p:nvSpPr>
        <p:spPr>
          <a:xfrm>
            <a:off x="3406775" y="188913"/>
            <a:ext cx="16764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用料计划</a:t>
            </a:r>
          </a:p>
        </p:txBody>
      </p:sp>
      <p:sp>
        <p:nvSpPr>
          <p:cNvPr id="90126" name="Text Box 36"/>
          <p:cNvSpPr txBox="1"/>
          <p:nvPr>
            <p:custDataLst>
              <p:tags r:id="rId15"/>
            </p:custDataLst>
          </p:nvPr>
        </p:nvSpPr>
        <p:spPr>
          <a:xfrm>
            <a:off x="2954338" y="1463675"/>
            <a:ext cx="1719262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审批领料单</a:t>
            </a:r>
          </a:p>
        </p:txBody>
      </p:sp>
      <p:sp>
        <p:nvSpPr>
          <p:cNvPr id="90127" name="Text Box 39"/>
          <p:cNvSpPr txBox="1"/>
          <p:nvPr>
            <p:custDataLst>
              <p:tags r:id="rId16"/>
            </p:custDataLst>
          </p:nvPr>
        </p:nvSpPr>
        <p:spPr>
          <a:xfrm>
            <a:off x="3736975" y="2517775"/>
            <a:ext cx="1524000" cy="830997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已批准的领料单</a:t>
            </a:r>
          </a:p>
        </p:txBody>
      </p:sp>
      <p:sp>
        <p:nvSpPr>
          <p:cNvPr id="90128" name="Text Box 42"/>
          <p:cNvSpPr txBox="1"/>
          <p:nvPr>
            <p:custDataLst>
              <p:tags r:id="rId17"/>
            </p:custDataLst>
          </p:nvPr>
        </p:nvSpPr>
        <p:spPr>
          <a:xfrm>
            <a:off x="425450" y="1438275"/>
            <a:ext cx="8636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0129" name="Line 43"/>
          <p:cNvSpPr/>
          <p:nvPr>
            <p:custDataLst>
              <p:tags r:id="rId18"/>
            </p:custDataLst>
          </p:nvPr>
        </p:nvSpPr>
        <p:spPr>
          <a:xfrm>
            <a:off x="352425" y="1368425"/>
            <a:ext cx="617538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0" name="Line 44"/>
          <p:cNvSpPr/>
          <p:nvPr>
            <p:custDataLst>
              <p:tags r:id="rId19"/>
            </p:custDataLst>
          </p:nvPr>
        </p:nvSpPr>
        <p:spPr>
          <a:xfrm>
            <a:off x="352425" y="1368425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1" name="Line 45"/>
          <p:cNvSpPr/>
          <p:nvPr>
            <p:custDataLst>
              <p:tags r:id="rId20"/>
            </p:custDataLst>
          </p:nvPr>
        </p:nvSpPr>
        <p:spPr>
          <a:xfrm>
            <a:off x="2801938" y="194151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32" name="Rectangle 46"/>
          <p:cNvSpPr/>
          <p:nvPr>
            <p:custDataLst>
              <p:tags r:id="rId21"/>
            </p:custDataLst>
          </p:nvPr>
        </p:nvSpPr>
        <p:spPr>
          <a:xfrm>
            <a:off x="3305175" y="19431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库长</a:t>
            </a:r>
          </a:p>
        </p:txBody>
      </p:sp>
      <p:sp>
        <p:nvSpPr>
          <p:cNvPr id="90133" name="Line 47"/>
          <p:cNvSpPr/>
          <p:nvPr>
            <p:custDataLst>
              <p:tags r:id="rId22"/>
            </p:custDataLst>
          </p:nvPr>
        </p:nvSpPr>
        <p:spPr>
          <a:xfrm>
            <a:off x="4716016" y="1727200"/>
            <a:ext cx="1728788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4" name="Text Box 48"/>
          <p:cNvSpPr txBox="1"/>
          <p:nvPr>
            <p:custDataLst>
              <p:tags r:id="rId23"/>
            </p:custDataLst>
          </p:nvPr>
        </p:nvSpPr>
        <p:spPr>
          <a:xfrm>
            <a:off x="4787305" y="1263650"/>
            <a:ext cx="1512887" cy="82994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未批准的领料单</a:t>
            </a:r>
          </a:p>
        </p:txBody>
      </p:sp>
      <p:sp>
        <p:nvSpPr>
          <p:cNvPr id="90135" name="Text Box 49"/>
          <p:cNvSpPr txBox="1"/>
          <p:nvPr>
            <p:custDataLst>
              <p:tags r:id="rId24"/>
            </p:custDataLst>
          </p:nvPr>
        </p:nvSpPr>
        <p:spPr>
          <a:xfrm>
            <a:off x="6588720" y="1438275"/>
            <a:ext cx="8636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0136" name="Line 50"/>
          <p:cNvSpPr/>
          <p:nvPr>
            <p:custDataLst>
              <p:tags r:id="rId25"/>
            </p:custDataLst>
          </p:nvPr>
        </p:nvSpPr>
        <p:spPr>
          <a:xfrm>
            <a:off x="6515695" y="1368425"/>
            <a:ext cx="617538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7" name="Line 51"/>
          <p:cNvSpPr/>
          <p:nvPr>
            <p:custDataLst>
              <p:tags r:id="rId26"/>
            </p:custDataLst>
          </p:nvPr>
        </p:nvSpPr>
        <p:spPr>
          <a:xfrm>
            <a:off x="6515695" y="1368425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38" name="Line 52"/>
          <p:cNvSpPr/>
          <p:nvPr>
            <p:custDataLst>
              <p:tags r:id="rId27"/>
            </p:custDataLst>
          </p:nvPr>
        </p:nvSpPr>
        <p:spPr>
          <a:xfrm>
            <a:off x="3665538" y="2446338"/>
            <a:ext cx="0" cy="93662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9" name="Line 53"/>
          <p:cNvSpPr/>
          <p:nvPr>
            <p:custDataLst>
              <p:tags r:id="rId28"/>
            </p:custDataLst>
          </p:nvPr>
        </p:nvSpPr>
        <p:spPr>
          <a:xfrm>
            <a:off x="2728913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0" name="Line 54"/>
          <p:cNvSpPr/>
          <p:nvPr>
            <p:custDataLst>
              <p:tags r:id="rId29"/>
            </p:custDataLst>
          </p:nvPr>
        </p:nvSpPr>
        <p:spPr>
          <a:xfrm>
            <a:off x="2728913" y="482282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1" name="Line 55"/>
          <p:cNvSpPr/>
          <p:nvPr>
            <p:custDataLst>
              <p:tags r:id="rId30"/>
            </p:custDataLst>
          </p:nvPr>
        </p:nvSpPr>
        <p:spPr>
          <a:xfrm>
            <a:off x="2728913" y="33829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2" name="Line 56"/>
          <p:cNvSpPr/>
          <p:nvPr>
            <p:custDataLst>
              <p:tags r:id="rId31"/>
            </p:custDataLst>
          </p:nvPr>
        </p:nvSpPr>
        <p:spPr>
          <a:xfrm>
            <a:off x="4600575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3" name="Line 57"/>
          <p:cNvSpPr/>
          <p:nvPr>
            <p:custDataLst>
              <p:tags r:id="rId32"/>
            </p:custDataLst>
          </p:nvPr>
        </p:nvSpPr>
        <p:spPr>
          <a:xfrm>
            <a:off x="2728913" y="36877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4" name="Text Box 58"/>
          <p:cNvSpPr txBox="1"/>
          <p:nvPr>
            <p:custDataLst>
              <p:tags r:id="rId33"/>
            </p:custDataLst>
          </p:nvPr>
        </p:nvSpPr>
        <p:spPr>
          <a:xfrm>
            <a:off x="2881313" y="3840163"/>
            <a:ext cx="1719262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查询库存账</a:t>
            </a:r>
          </a:p>
        </p:txBody>
      </p:sp>
      <p:sp>
        <p:nvSpPr>
          <p:cNvPr id="90145" name="Line 59"/>
          <p:cNvSpPr/>
          <p:nvPr>
            <p:custDataLst>
              <p:tags r:id="rId34"/>
            </p:custDataLst>
          </p:nvPr>
        </p:nvSpPr>
        <p:spPr>
          <a:xfrm>
            <a:off x="2728913" y="4318000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46" name="Rectangle 60"/>
          <p:cNvSpPr/>
          <p:nvPr>
            <p:custDataLst>
              <p:tags r:id="rId35"/>
            </p:custDataLst>
          </p:nvPr>
        </p:nvSpPr>
        <p:spPr>
          <a:xfrm>
            <a:off x="2861390" y="4332585"/>
            <a:ext cx="1723549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</p:txBody>
      </p:sp>
      <p:sp>
        <p:nvSpPr>
          <p:cNvPr id="90147" name="Line 62"/>
          <p:cNvSpPr/>
          <p:nvPr>
            <p:custDataLst>
              <p:tags r:id="rId36"/>
            </p:custDataLst>
          </p:nvPr>
        </p:nvSpPr>
        <p:spPr>
          <a:xfrm flipV="1">
            <a:off x="4602163" y="4102100"/>
            <a:ext cx="863600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48" name="Text Box 63"/>
          <p:cNvSpPr txBox="1"/>
          <p:nvPr>
            <p:custDataLst>
              <p:tags r:id="rId37"/>
            </p:custDataLst>
          </p:nvPr>
        </p:nvSpPr>
        <p:spPr>
          <a:xfrm>
            <a:off x="4673600" y="3717032"/>
            <a:ext cx="900111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缺货信息</a:t>
            </a:r>
          </a:p>
        </p:txBody>
      </p:sp>
      <p:sp>
        <p:nvSpPr>
          <p:cNvPr id="90149" name="Line 64"/>
          <p:cNvSpPr/>
          <p:nvPr>
            <p:custDataLst>
              <p:tags r:id="rId38"/>
            </p:custDataLst>
          </p:nvPr>
        </p:nvSpPr>
        <p:spPr>
          <a:xfrm>
            <a:off x="5427663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0" name="Line 65"/>
          <p:cNvSpPr/>
          <p:nvPr>
            <p:custDataLst>
              <p:tags r:id="rId39"/>
            </p:custDataLst>
          </p:nvPr>
        </p:nvSpPr>
        <p:spPr>
          <a:xfrm>
            <a:off x="5427663" y="4822825"/>
            <a:ext cx="21129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1" name="Line 66"/>
          <p:cNvSpPr/>
          <p:nvPr>
            <p:custDataLst>
              <p:tags r:id="rId40"/>
            </p:custDataLst>
          </p:nvPr>
        </p:nvSpPr>
        <p:spPr>
          <a:xfrm>
            <a:off x="5427663" y="3382963"/>
            <a:ext cx="21129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2" name="Line 67"/>
          <p:cNvSpPr/>
          <p:nvPr>
            <p:custDataLst>
              <p:tags r:id="rId41"/>
            </p:custDataLst>
          </p:nvPr>
        </p:nvSpPr>
        <p:spPr>
          <a:xfrm>
            <a:off x="7553325" y="33829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3" name="Line 68"/>
          <p:cNvSpPr/>
          <p:nvPr>
            <p:custDataLst>
              <p:tags r:id="rId42"/>
            </p:custDataLst>
          </p:nvPr>
        </p:nvSpPr>
        <p:spPr>
          <a:xfrm>
            <a:off x="5427663" y="3687763"/>
            <a:ext cx="21129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4" name="Text Box 69"/>
          <p:cNvSpPr txBox="1"/>
          <p:nvPr>
            <p:custDataLst>
              <p:tags r:id="rId43"/>
            </p:custDataLst>
          </p:nvPr>
        </p:nvSpPr>
        <p:spPr>
          <a:xfrm>
            <a:off x="5465763" y="3840163"/>
            <a:ext cx="2016125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填写缺货通知</a:t>
            </a:r>
          </a:p>
        </p:txBody>
      </p:sp>
      <p:sp>
        <p:nvSpPr>
          <p:cNvPr id="90155" name="Line 70"/>
          <p:cNvSpPr/>
          <p:nvPr>
            <p:custDataLst>
              <p:tags r:id="rId44"/>
            </p:custDataLst>
          </p:nvPr>
        </p:nvSpPr>
        <p:spPr>
          <a:xfrm>
            <a:off x="5427663" y="4318000"/>
            <a:ext cx="21129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6" name="Rectangle 71"/>
          <p:cNvSpPr/>
          <p:nvPr>
            <p:custDataLst>
              <p:tags r:id="rId45"/>
            </p:custDataLst>
          </p:nvPr>
        </p:nvSpPr>
        <p:spPr>
          <a:xfrm>
            <a:off x="5621813" y="4342497"/>
            <a:ext cx="1723549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</p:txBody>
      </p:sp>
      <p:sp>
        <p:nvSpPr>
          <p:cNvPr id="90157" name="Line 72"/>
          <p:cNvSpPr/>
          <p:nvPr>
            <p:custDataLst>
              <p:tags r:id="rId46"/>
            </p:custDataLst>
          </p:nvPr>
        </p:nvSpPr>
        <p:spPr>
          <a:xfrm>
            <a:off x="3592513" y="719138"/>
            <a:ext cx="0" cy="287337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90158" name="Line 73"/>
          <p:cNvSpPr/>
          <p:nvPr>
            <p:custDataLst>
              <p:tags r:id="rId47"/>
            </p:custDataLst>
          </p:nvPr>
        </p:nvSpPr>
        <p:spPr>
          <a:xfrm>
            <a:off x="323850" y="3382963"/>
            <a:ext cx="1519238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9" name="Line 74"/>
          <p:cNvSpPr/>
          <p:nvPr>
            <p:custDataLst>
              <p:tags r:id="rId48"/>
            </p:custDataLst>
          </p:nvPr>
        </p:nvSpPr>
        <p:spPr>
          <a:xfrm>
            <a:off x="323850" y="338296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0" name="Line 75"/>
          <p:cNvSpPr/>
          <p:nvPr>
            <p:custDataLst>
              <p:tags r:id="rId49"/>
            </p:custDataLst>
          </p:nvPr>
        </p:nvSpPr>
        <p:spPr>
          <a:xfrm>
            <a:off x="323850" y="3840163"/>
            <a:ext cx="1519238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1" name="Line 76"/>
          <p:cNvSpPr/>
          <p:nvPr>
            <p:custDataLst>
              <p:tags r:id="rId50"/>
            </p:custDataLst>
          </p:nvPr>
        </p:nvSpPr>
        <p:spPr>
          <a:xfrm>
            <a:off x="704850" y="3382963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2" name="Text Box 77"/>
          <p:cNvSpPr txBox="1"/>
          <p:nvPr>
            <p:custDataLst>
              <p:tags r:id="rId51"/>
            </p:custDataLst>
          </p:nvPr>
        </p:nvSpPr>
        <p:spPr>
          <a:xfrm>
            <a:off x="857250" y="3382963"/>
            <a:ext cx="1152525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</a:t>
            </a:r>
          </a:p>
        </p:txBody>
      </p:sp>
      <p:sp>
        <p:nvSpPr>
          <p:cNvPr id="90163" name="Line 78"/>
          <p:cNvSpPr/>
          <p:nvPr>
            <p:custDataLst>
              <p:tags r:id="rId52"/>
            </p:custDataLst>
          </p:nvPr>
        </p:nvSpPr>
        <p:spPr>
          <a:xfrm>
            <a:off x="1217613" y="4102100"/>
            <a:ext cx="1512887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4" name="Line 79"/>
          <p:cNvSpPr/>
          <p:nvPr>
            <p:custDataLst>
              <p:tags r:id="rId53"/>
            </p:custDataLst>
          </p:nvPr>
        </p:nvSpPr>
        <p:spPr>
          <a:xfrm>
            <a:off x="1217613" y="3886200"/>
            <a:ext cx="0" cy="192088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65" name="Line 80"/>
          <p:cNvSpPr/>
          <p:nvPr>
            <p:custDataLst>
              <p:tags r:id="rId54"/>
            </p:custDataLst>
          </p:nvPr>
        </p:nvSpPr>
        <p:spPr>
          <a:xfrm>
            <a:off x="2801938" y="53006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6" name="Line 81"/>
          <p:cNvSpPr/>
          <p:nvPr>
            <p:custDataLst>
              <p:tags r:id="rId55"/>
            </p:custDataLst>
          </p:nvPr>
        </p:nvSpPr>
        <p:spPr>
          <a:xfrm>
            <a:off x="2801938" y="6740525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7" name="Line 82"/>
          <p:cNvSpPr/>
          <p:nvPr>
            <p:custDataLst>
              <p:tags r:id="rId56"/>
            </p:custDataLst>
          </p:nvPr>
        </p:nvSpPr>
        <p:spPr>
          <a:xfrm>
            <a:off x="2801938" y="53006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8" name="Line 83"/>
          <p:cNvSpPr/>
          <p:nvPr>
            <p:custDataLst>
              <p:tags r:id="rId57"/>
            </p:custDataLst>
          </p:nvPr>
        </p:nvSpPr>
        <p:spPr>
          <a:xfrm>
            <a:off x="4673600" y="5300663"/>
            <a:ext cx="0" cy="143986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9" name="Line 84"/>
          <p:cNvSpPr/>
          <p:nvPr>
            <p:custDataLst>
              <p:tags r:id="rId58"/>
            </p:custDataLst>
          </p:nvPr>
        </p:nvSpPr>
        <p:spPr>
          <a:xfrm>
            <a:off x="2801938" y="5605463"/>
            <a:ext cx="19097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70" name="Text Box 85"/>
          <p:cNvSpPr txBox="1"/>
          <p:nvPr>
            <p:custDataLst>
              <p:tags r:id="rId59"/>
            </p:custDataLst>
          </p:nvPr>
        </p:nvSpPr>
        <p:spPr>
          <a:xfrm>
            <a:off x="2771775" y="5757863"/>
            <a:ext cx="2016125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生成提货通知</a:t>
            </a:r>
          </a:p>
        </p:txBody>
      </p:sp>
      <p:sp>
        <p:nvSpPr>
          <p:cNvPr id="90171" name="Line 86"/>
          <p:cNvSpPr/>
          <p:nvPr>
            <p:custDataLst>
              <p:tags r:id="rId60"/>
            </p:custDataLst>
          </p:nvPr>
        </p:nvSpPr>
        <p:spPr>
          <a:xfrm>
            <a:off x="2801938" y="6235700"/>
            <a:ext cx="1909762" cy="158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72" name="Rectangle 87"/>
          <p:cNvSpPr/>
          <p:nvPr>
            <p:custDataLst>
              <p:tags r:id="rId61"/>
            </p:custDataLst>
          </p:nvPr>
        </p:nvSpPr>
        <p:spPr>
          <a:xfrm>
            <a:off x="2947654" y="6262688"/>
            <a:ext cx="1723549" cy="83099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仓库保管员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0173" name="Line 88"/>
          <p:cNvSpPr/>
          <p:nvPr>
            <p:custDataLst>
              <p:tags r:id="rId62"/>
            </p:custDataLst>
          </p:nvPr>
        </p:nvSpPr>
        <p:spPr>
          <a:xfrm>
            <a:off x="3665538" y="4797425"/>
            <a:ext cx="0" cy="50482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74" name="Text Box 89"/>
          <p:cNvSpPr txBox="1"/>
          <p:nvPr>
            <p:custDataLst>
              <p:tags r:id="rId63"/>
            </p:custDataLst>
          </p:nvPr>
        </p:nvSpPr>
        <p:spPr>
          <a:xfrm>
            <a:off x="3665538" y="4870450"/>
            <a:ext cx="1512887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有货信息</a:t>
            </a:r>
          </a:p>
        </p:txBody>
      </p:sp>
      <p:sp>
        <p:nvSpPr>
          <p:cNvPr id="90175" name="Text Box 90"/>
          <p:cNvSpPr txBox="1"/>
          <p:nvPr>
            <p:custDataLst>
              <p:tags r:id="rId64"/>
            </p:custDataLst>
          </p:nvPr>
        </p:nvSpPr>
        <p:spPr>
          <a:xfrm>
            <a:off x="6228680" y="5734050"/>
            <a:ext cx="8636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0176" name="Line 91"/>
          <p:cNvSpPr/>
          <p:nvPr>
            <p:custDataLst>
              <p:tags r:id="rId65"/>
            </p:custDataLst>
          </p:nvPr>
        </p:nvSpPr>
        <p:spPr>
          <a:xfrm>
            <a:off x="6155655" y="5664200"/>
            <a:ext cx="617538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77" name="Line 92"/>
          <p:cNvSpPr/>
          <p:nvPr>
            <p:custDataLst>
              <p:tags r:id="rId66"/>
            </p:custDataLst>
          </p:nvPr>
        </p:nvSpPr>
        <p:spPr>
          <a:xfrm>
            <a:off x="6155655" y="5664200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78" name="Line 93"/>
          <p:cNvSpPr/>
          <p:nvPr>
            <p:custDataLst>
              <p:tags r:id="rId67"/>
            </p:custDataLst>
          </p:nvPr>
        </p:nvSpPr>
        <p:spPr>
          <a:xfrm>
            <a:off x="4643438" y="5949950"/>
            <a:ext cx="1512887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79" name="Text Box 94"/>
          <p:cNvSpPr txBox="1"/>
          <p:nvPr>
            <p:custDataLst>
              <p:tags r:id="rId68"/>
            </p:custDataLst>
          </p:nvPr>
        </p:nvSpPr>
        <p:spPr>
          <a:xfrm>
            <a:off x="4714875" y="5445125"/>
            <a:ext cx="1512888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提货通知</a:t>
            </a:r>
          </a:p>
        </p:txBody>
      </p:sp>
      <p:sp>
        <p:nvSpPr>
          <p:cNvPr id="90180" name="Line 95"/>
          <p:cNvSpPr/>
          <p:nvPr>
            <p:custDataLst>
              <p:tags r:id="rId69"/>
            </p:custDataLst>
          </p:nvPr>
        </p:nvSpPr>
        <p:spPr>
          <a:xfrm flipV="1">
            <a:off x="7596188" y="4078288"/>
            <a:ext cx="576262" cy="1587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81" name="Line 96"/>
          <p:cNvSpPr/>
          <p:nvPr>
            <p:custDataLst>
              <p:tags r:id="rId70"/>
            </p:custDataLst>
          </p:nvPr>
        </p:nvSpPr>
        <p:spPr>
          <a:xfrm>
            <a:off x="8172450" y="4078288"/>
            <a:ext cx="0" cy="93662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82" name="Text Box 97"/>
          <p:cNvSpPr txBox="1"/>
          <p:nvPr>
            <p:custDataLst>
              <p:tags r:id="rId71"/>
            </p:custDataLst>
          </p:nvPr>
        </p:nvSpPr>
        <p:spPr>
          <a:xfrm>
            <a:off x="7667625" y="5086350"/>
            <a:ext cx="1152525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采购员</a:t>
            </a:r>
          </a:p>
        </p:txBody>
      </p:sp>
      <p:sp>
        <p:nvSpPr>
          <p:cNvPr id="90183" name="Line 98"/>
          <p:cNvSpPr/>
          <p:nvPr>
            <p:custDataLst>
              <p:tags r:id="rId72"/>
            </p:custDataLst>
          </p:nvPr>
        </p:nvSpPr>
        <p:spPr>
          <a:xfrm>
            <a:off x="7521575" y="5021263"/>
            <a:ext cx="720725" cy="1587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84" name="Line 99"/>
          <p:cNvSpPr/>
          <p:nvPr>
            <p:custDataLst>
              <p:tags r:id="rId73"/>
            </p:custDataLst>
          </p:nvPr>
        </p:nvSpPr>
        <p:spPr>
          <a:xfrm>
            <a:off x="7537450" y="5016500"/>
            <a:ext cx="0" cy="358775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85" name="Text Box 100"/>
          <p:cNvSpPr txBox="1"/>
          <p:nvPr>
            <p:custDataLst>
              <p:tags r:id="rId74"/>
            </p:custDataLst>
          </p:nvPr>
        </p:nvSpPr>
        <p:spPr>
          <a:xfrm>
            <a:off x="7667625" y="3644900"/>
            <a:ext cx="1512888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2" name="Text Box 36">
            <a:extLst>
              <a:ext uri="{FF2B5EF4-FFF2-40B4-BE49-F238E27FC236}">
                <a16:creationId xmlns:a16="http://schemas.microsoft.com/office/drawing/2014/main" id="{4A51D68E-D399-C6AC-C1B8-47E4BDFE9178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3455194" y="980728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B5A0D95A-478A-CFAD-7FCF-7D31FBB6677C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3448052" y="3330576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49607608-FEC0-DD8A-6B7D-7FA23C61F88D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6152357" y="3350697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1.3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4A51D68E-D399-C6AC-C1B8-47E4BDFE9178}"/>
              </a:ext>
            </a:extLst>
          </p:cNvPr>
          <p:cNvSpPr txBox="1"/>
          <p:nvPr/>
        </p:nvSpPr>
        <p:spPr>
          <a:xfrm>
            <a:off x="3439320" y="5284272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1.4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8" name="Text Box 36">
            <a:extLst>
              <a:ext uri="{FF2B5EF4-FFF2-40B4-BE49-F238E27FC236}">
                <a16:creationId xmlns:a16="http://schemas.microsoft.com/office/drawing/2014/main" id="{7F86819B-4CE4-48F0-67AF-47D22C5097FF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2805907" y="250857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" name="Text Box 36">
            <a:extLst>
              <a:ext uri="{FF2B5EF4-FFF2-40B4-BE49-F238E27FC236}">
                <a16:creationId xmlns:a16="http://schemas.microsoft.com/office/drawing/2014/main" id="{F86B3F48-925A-3ED8-2C13-A57438563824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254794" y="344940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07CFBE32-5DD6-1CF6-8D16-E1003203990E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538163" y="4209315"/>
            <a:ext cx="2093676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库存账数据</a:t>
            </a:r>
          </a:p>
        </p:txBody>
      </p:sp>
      <p:sp>
        <p:nvSpPr>
          <p:cNvPr id="11" name="Text Box 39">
            <a:extLst>
              <a:ext uri="{FF2B5EF4-FFF2-40B4-BE49-F238E27FC236}">
                <a16:creationId xmlns:a16="http://schemas.microsoft.com/office/drawing/2014/main" id="{3C9CEE2F-F72C-547C-5BCF-A53BD0C11638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3802181" y="620688"/>
            <a:ext cx="2093676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用料计划</a:t>
            </a: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166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66650A-A8EC-B3D7-FFF4-DFB22AD646B9}"/>
              </a:ext>
            </a:extLst>
          </p:cNvPr>
          <p:cNvSpPr txBox="1"/>
          <p:nvPr/>
        </p:nvSpPr>
        <p:spPr>
          <a:xfrm>
            <a:off x="813996" y="2060848"/>
            <a:ext cx="7646436" cy="241912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 kumimoji="1" sz="2800" b="1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latin typeface="+mn-lt"/>
                <a:ea typeface="+mn-ea"/>
              </a:defRPr>
            </a:lvl5pPr>
          </a:lstStyle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仓库根据车间发来的产品入库单，作登入库账处理后，存入库存账。对销售科发来的产品出库单，在查阅库存账后，如果库存数量足够，则作登出库账处理，否则将出库单退回销售科，并向采购科发出缺货通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根据上述业务过程，画出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库存管理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的数据流程图。</a:t>
            </a:r>
          </a:p>
          <a:p>
            <a:r>
              <a:rPr lang="zh-CN" altLang="en-US" dirty="0"/>
              <a:t>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6086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5" r:link="rId5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7" r:link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2162" name="Line 5"/>
          <p:cNvSpPr/>
          <p:nvPr>
            <p:custDataLst>
              <p:tags r:id="rId4"/>
            </p:custDataLst>
          </p:nvPr>
        </p:nvSpPr>
        <p:spPr>
          <a:xfrm>
            <a:off x="609600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3" name="Line 6"/>
          <p:cNvSpPr/>
          <p:nvPr>
            <p:custDataLst>
              <p:tags r:id="rId5"/>
            </p:custDataLst>
          </p:nvPr>
        </p:nvSpPr>
        <p:spPr>
          <a:xfrm>
            <a:off x="609600" y="5029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4" name="Line 7"/>
          <p:cNvSpPr/>
          <p:nvPr>
            <p:custDataLst>
              <p:tags r:id="rId6"/>
            </p:custDataLst>
          </p:nvPr>
        </p:nvSpPr>
        <p:spPr>
          <a:xfrm>
            <a:off x="609600" y="38100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5" name="Line 8"/>
          <p:cNvSpPr/>
          <p:nvPr>
            <p:custDataLst>
              <p:tags r:id="rId7"/>
            </p:custDataLst>
          </p:nvPr>
        </p:nvSpPr>
        <p:spPr>
          <a:xfrm>
            <a:off x="2209800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6" name="Line 9"/>
          <p:cNvSpPr/>
          <p:nvPr>
            <p:custDataLst>
              <p:tags r:id="rId8"/>
            </p:custDataLst>
          </p:nvPr>
        </p:nvSpPr>
        <p:spPr>
          <a:xfrm>
            <a:off x="609600" y="4114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7" name="Text Box 10"/>
          <p:cNvSpPr txBox="1"/>
          <p:nvPr>
            <p:custDataLst>
              <p:tags r:id="rId9"/>
            </p:custDataLst>
          </p:nvPr>
        </p:nvSpPr>
        <p:spPr>
          <a:xfrm>
            <a:off x="838200" y="4191000"/>
            <a:ext cx="1600200" cy="830997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登入库账                处理</a:t>
            </a:r>
          </a:p>
        </p:txBody>
      </p:sp>
      <p:sp>
        <p:nvSpPr>
          <p:cNvPr id="92168" name="Line 11"/>
          <p:cNvSpPr/>
          <p:nvPr>
            <p:custDataLst>
              <p:tags r:id="rId10"/>
            </p:custDataLst>
          </p:nvPr>
        </p:nvSpPr>
        <p:spPr>
          <a:xfrm>
            <a:off x="3733800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9" name="Line 12"/>
          <p:cNvSpPr/>
          <p:nvPr>
            <p:custDataLst>
              <p:tags r:id="rId11"/>
            </p:custDataLst>
          </p:nvPr>
        </p:nvSpPr>
        <p:spPr>
          <a:xfrm>
            <a:off x="3733800" y="53340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0" name="Line 13"/>
          <p:cNvSpPr/>
          <p:nvPr>
            <p:custDataLst>
              <p:tags r:id="rId12"/>
            </p:custDataLst>
          </p:nvPr>
        </p:nvSpPr>
        <p:spPr>
          <a:xfrm>
            <a:off x="3733800" y="4114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1" name="Line 14"/>
          <p:cNvSpPr/>
          <p:nvPr>
            <p:custDataLst>
              <p:tags r:id="rId13"/>
            </p:custDataLst>
          </p:nvPr>
        </p:nvSpPr>
        <p:spPr>
          <a:xfrm>
            <a:off x="5334000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2" name="Line 15"/>
          <p:cNvSpPr/>
          <p:nvPr>
            <p:custDataLst>
              <p:tags r:id="rId14"/>
            </p:custDataLst>
          </p:nvPr>
        </p:nvSpPr>
        <p:spPr>
          <a:xfrm>
            <a:off x="3733800" y="4419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3" name="Line 16"/>
          <p:cNvSpPr/>
          <p:nvPr>
            <p:custDataLst>
              <p:tags r:id="rId15"/>
            </p:custDataLst>
          </p:nvPr>
        </p:nvSpPr>
        <p:spPr>
          <a:xfrm>
            <a:off x="6934200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4" name="Line 17"/>
          <p:cNvSpPr/>
          <p:nvPr>
            <p:custDataLst>
              <p:tags r:id="rId16"/>
            </p:custDataLst>
          </p:nvPr>
        </p:nvSpPr>
        <p:spPr>
          <a:xfrm>
            <a:off x="6934200" y="4800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5" name="Line 18"/>
          <p:cNvSpPr/>
          <p:nvPr>
            <p:custDataLst>
              <p:tags r:id="rId17"/>
            </p:custDataLst>
          </p:nvPr>
        </p:nvSpPr>
        <p:spPr>
          <a:xfrm>
            <a:off x="6934200" y="35814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6" name="Line 19"/>
          <p:cNvSpPr/>
          <p:nvPr>
            <p:custDataLst>
              <p:tags r:id="rId18"/>
            </p:custDataLst>
          </p:nvPr>
        </p:nvSpPr>
        <p:spPr>
          <a:xfrm>
            <a:off x="8534400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7" name="Line 20"/>
          <p:cNvSpPr/>
          <p:nvPr>
            <p:custDataLst>
              <p:tags r:id="rId19"/>
            </p:custDataLst>
          </p:nvPr>
        </p:nvSpPr>
        <p:spPr>
          <a:xfrm>
            <a:off x="6934200" y="3886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8" name="Line 21"/>
          <p:cNvSpPr/>
          <p:nvPr>
            <p:custDataLst>
              <p:tags r:id="rId20"/>
            </p:custDataLst>
          </p:nvPr>
        </p:nvSpPr>
        <p:spPr>
          <a:xfrm>
            <a:off x="2971800" y="61722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9" name="Line 22"/>
          <p:cNvSpPr/>
          <p:nvPr>
            <p:custDataLst>
              <p:tags r:id="rId21"/>
            </p:custDataLst>
          </p:nvPr>
        </p:nvSpPr>
        <p:spPr>
          <a:xfrm>
            <a:off x="2971800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0" name="Line 23"/>
          <p:cNvSpPr/>
          <p:nvPr>
            <p:custDataLst>
              <p:tags r:id="rId22"/>
            </p:custDataLst>
          </p:nvPr>
        </p:nvSpPr>
        <p:spPr>
          <a:xfrm>
            <a:off x="2971800" y="66294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1" name="Line 24"/>
          <p:cNvSpPr/>
          <p:nvPr>
            <p:custDataLst>
              <p:tags r:id="rId23"/>
            </p:custDataLst>
          </p:nvPr>
        </p:nvSpPr>
        <p:spPr>
          <a:xfrm>
            <a:off x="3352800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2" name="Text Box 25"/>
          <p:cNvSpPr txBox="1"/>
          <p:nvPr>
            <p:custDataLst>
              <p:tags r:id="rId24"/>
            </p:custDataLst>
          </p:nvPr>
        </p:nvSpPr>
        <p:spPr>
          <a:xfrm>
            <a:off x="3581400" y="6172200"/>
            <a:ext cx="1524000" cy="46166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</a:t>
            </a:r>
          </a:p>
        </p:txBody>
      </p:sp>
      <p:sp>
        <p:nvSpPr>
          <p:cNvPr id="92183" name="Text Box 26"/>
          <p:cNvSpPr txBox="1"/>
          <p:nvPr>
            <p:custDataLst>
              <p:tags r:id="rId25"/>
            </p:custDataLst>
          </p:nvPr>
        </p:nvSpPr>
        <p:spPr>
          <a:xfrm>
            <a:off x="3886200" y="4495800"/>
            <a:ext cx="1447800" cy="138499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登出库账处理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2184" name="Text Box 27"/>
          <p:cNvSpPr txBox="1"/>
          <p:nvPr>
            <p:custDataLst>
              <p:tags r:id="rId26"/>
            </p:custDataLst>
          </p:nvPr>
        </p:nvSpPr>
        <p:spPr>
          <a:xfrm>
            <a:off x="7086600" y="3962400"/>
            <a:ext cx="1447800" cy="830997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查阅库存账处理</a:t>
            </a:r>
          </a:p>
        </p:txBody>
      </p:sp>
      <p:sp>
        <p:nvSpPr>
          <p:cNvPr id="92185" name="Line 28"/>
          <p:cNvSpPr/>
          <p:nvPr>
            <p:custDataLst>
              <p:tags r:id="rId27"/>
            </p:custDataLst>
          </p:nvPr>
        </p:nvSpPr>
        <p:spPr>
          <a:xfrm>
            <a:off x="1371600" y="1752600"/>
            <a:ext cx="0" cy="20574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6" name="Line 29"/>
          <p:cNvSpPr/>
          <p:nvPr>
            <p:custDataLst>
              <p:tags r:id="rId28"/>
            </p:custDataLst>
          </p:nvPr>
        </p:nvSpPr>
        <p:spPr>
          <a:xfrm>
            <a:off x="1371600" y="5029200"/>
            <a:ext cx="0" cy="1371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7" name="Line 30"/>
          <p:cNvSpPr/>
          <p:nvPr>
            <p:custDataLst>
              <p:tags r:id="rId29"/>
            </p:custDataLst>
          </p:nvPr>
        </p:nvSpPr>
        <p:spPr>
          <a:xfrm>
            <a:off x="1371600" y="6400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8" name="Line 31"/>
          <p:cNvSpPr/>
          <p:nvPr>
            <p:custDataLst>
              <p:tags r:id="rId30"/>
            </p:custDataLst>
          </p:nvPr>
        </p:nvSpPr>
        <p:spPr>
          <a:xfrm flipH="1">
            <a:off x="5486400" y="3733800"/>
            <a:ext cx="1447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9" name="Line 32"/>
          <p:cNvSpPr/>
          <p:nvPr>
            <p:custDataLst>
              <p:tags r:id="rId31"/>
            </p:custDataLst>
          </p:nvPr>
        </p:nvSpPr>
        <p:spPr>
          <a:xfrm flipV="1">
            <a:off x="5486400" y="1143000"/>
            <a:ext cx="0" cy="25908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0" name="Line 33"/>
          <p:cNvSpPr/>
          <p:nvPr>
            <p:custDataLst>
              <p:tags r:id="rId32"/>
            </p:custDataLst>
          </p:nvPr>
        </p:nvSpPr>
        <p:spPr>
          <a:xfrm flipH="1">
            <a:off x="5029200" y="1143000"/>
            <a:ext cx="457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1" name="Line 34"/>
          <p:cNvSpPr/>
          <p:nvPr>
            <p:custDataLst>
              <p:tags r:id="rId33"/>
            </p:custDataLst>
          </p:nvPr>
        </p:nvSpPr>
        <p:spPr>
          <a:xfrm>
            <a:off x="7543800" y="1828800"/>
            <a:ext cx="0" cy="1752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2" name="Line 35"/>
          <p:cNvSpPr/>
          <p:nvPr>
            <p:custDataLst>
              <p:tags r:id="rId34"/>
            </p:custDataLst>
          </p:nvPr>
        </p:nvSpPr>
        <p:spPr>
          <a:xfrm flipV="1">
            <a:off x="7772400" y="1828800"/>
            <a:ext cx="0" cy="1752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3" name="Line 36"/>
          <p:cNvSpPr/>
          <p:nvPr>
            <p:custDataLst>
              <p:tags r:id="rId35"/>
            </p:custDataLst>
          </p:nvPr>
        </p:nvSpPr>
        <p:spPr>
          <a:xfrm>
            <a:off x="4495800" y="5334000"/>
            <a:ext cx="0" cy="838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4" name="Line 37"/>
          <p:cNvSpPr/>
          <p:nvPr>
            <p:custDataLst>
              <p:tags r:id="rId36"/>
            </p:custDataLst>
          </p:nvPr>
        </p:nvSpPr>
        <p:spPr>
          <a:xfrm>
            <a:off x="7315200" y="4800600"/>
            <a:ext cx="0" cy="228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5" name="Line 38"/>
          <p:cNvSpPr/>
          <p:nvPr>
            <p:custDataLst>
              <p:tags r:id="rId37"/>
            </p:custDataLst>
          </p:nvPr>
        </p:nvSpPr>
        <p:spPr>
          <a:xfrm flipH="1">
            <a:off x="5334000" y="5029200"/>
            <a:ext cx="1981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6" name="Line 39"/>
          <p:cNvSpPr/>
          <p:nvPr>
            <p:custDataLst>
              <p:tags r:id="rId38"/>
            </p:custDataLst>
          </p:nvPr>
        </p:nvSpPr>
        <p:spPr>
          <a:xfrm>
            <a:off x="5181600" y="6400800"/>
            <a:ext cx="2590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7" name="Line 40"/>
          <p:cNvSpPr/>
          <p:nvPr>
            <p:custDataLst>
              <p:tags r:id="rId39"/>
            </p:custDataLst>
          </p:nvPr>
        </p:nvSpPr>
        <p:spPr>
          <a:xfrm flipV="1">
            <a:off x="7772400" y="4800600"/>
            <a:ext cx="0" cy="1600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8" name="Text Box 41"/>
          <p:cNvSpPr txBox="1"/>
          <p:nvPr>
            <p:custDataLst>
              <p:tags r:id="rId40"/>
            </p:custDataLst>
          </p:nvPr>
        </p:nvSpPr>
        <p:spPr>
          <a:xfrm>
            <a:off x="1505585" y="1905000"/>
            <a:ext cx="551815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产品入库单</a:t>
            </a:r>
          </a:p>
        </p:txBody>
      </p:sp>
      <p:sp>
        <p:nvSpPr>
          <p:cNvPr id="92199" name="Text Box 42"/>
          <p:cNvSpPr txBox="1"/>
          <p:nvPr>
            <p:custDataLst>
              <p:tags r:id="rId41"/>
            </p:custDataLst>
          </p:nvPr>
        </p:nvSpPr>
        <p:spPr>
          <a:xfrm>
            <a:off x="4874260" y="1905000"/>
            <a:ext cx="551815" cy="16002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92200" name="Text Box 43"/>
          <p:cNvSpPr txBox="1"/>
          <p:nvPr>
            <p:custDataLst>
              <p:tags r:id="rId42"/>
            </p:custDataLst>
          </p:nvPr>
        </p:nvSpPr>
        <p:spPr>
          <a:xfrm>
            <a:off x="7084060" y="1905000"/>
            <a:ext cx="551815" cy="17526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产品出库单</a:t>
            </a:r>
          </a:p>
        </p:txBody>
      </p:sp>
      <p:sp>
        <p:nvSpPr>
          <p:cNvPr id="92201" name="Text Box 44"/>
          <p:cNvSpPr txBox="1"/>
          <p:nvPr>
            <p:custDataLst>
              <p:tags r:id="rId43"/>
            </p:custDataLst>
          </p:nvPr>
        </p:nvSpPr>
        <p:spPr>
          <a:xfrm>
            <a:off x="7769860" y="1905000"/>
            <a:ext cx="551815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退回出库单</a:t>
            </a:r>
          </a:p>
        </p:txBody>
      </p:sp>
      <p:sp>
        <p:nvSpPr>
          <p:cNvPr id="92202" name="Text Box 42"/>
          <p:cNvSpPr txBox="1"/>
          <p:nvPr>
            <p:custDataLst>
              <p:tags r:id="rId44"/>
            </p:custDataLst>
          </p:nvPr>
        </p:nvSpPr>
        <p:spPr>
          <a:xfrm>
            <a:off x="977900" y="1025525"/>
            <a:ext cx="10795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2203" name="Line 43"/>
          <p:cNvSpPr/>
          <p:nvPr>
            <p:custDataLst>
              <p:tags r:id="rId45"/>
            </p:custDataLst>
          </p:nvPr>
        </p:nvSpPr>
        <p:spPr>
          <a:xfrm>
            <a:off x="904875" y="955675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4" name="Line 44"/>
          <p:cNvSpPr/>
          <p:nvPr>
            <p:custDataLst>
              <p:tags r:id="rId46"/>
            </p:custDataLst>
          </p:nvPr>
        </p:nvSpPr>
        <p:spPr>
          <a:xfrm>
            <a:off x="904875" y="955675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5" name="Text Box 42"/>
          <p:cNvSpPr txBox="1"/>
          <p:nvPr>
            <p:custDataLst>
              <p:tags r:id="rId47"/>
            </p:custDataLst>
          </p:nvPr>
        </p:nvSpPr>
        <p:spPr>
          <a:xfrm>
            <a:off x="3949700" y="890588"/>
            <a:ext cx="1079500" cy="82994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采购科</a:t>
            </a:r>
          </a:p>
        </p:txBody>
      </p:sp>
      <p:sp>
        <p:nvSpPr>
          <p:cNvPr id="92206" name="Line 43"/>
          <p:cNvSpPr/>
          <p:nvPr>
            <p:custDataLst>
              <p:tags r:id="rId48"/>
            </p:custDataLst>
          </p:nvPr>
        </p:nvSpPr>
        <p:spPr>
          <a:xfrm>
            <a:off x="3876675" y="820738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7" name="Line 44"/>
          <p:cNvSpPr/>
          <p:nvPr>
            <p:custDataLst>
              <p:tags r:id="rId49"/>
            </p:custDataLst>
          </p:nvPr>
        </p:nvSpPr>
        <p:spPr>
          <a:xfrm>
            <a:off x="3876675" y="820738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8" name="Text Box 42"/>
          <p:cNvSpPr txBox="1"/>
          <p:nvPr>
            <p:custDataLst>
              <p:tags r:id="rId50"/>
            </p:custDataLst>
          </p:nvPr>
        </p:nvSpPr>
        <p:spPr>
          <a:xfrm>
            <a:off x="7129463" y="820738"/>
            <a:ext cx="1079500" cy="82994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销售科</a:t>
            </a:r>
          </a:p>
        </p:txBody>
      </p:sp>
      <p:sp>
        <p:nvSpPr>
          <p:cNvPr id="92209" name="Line 43"/>
          <p:cNvSpPr/>
          <p:nvPr>
            <p:custDataLst>
              <p:tags r:id="rId51"/>
            </p:custDataLst>
          </p:nvPr>
        </p:nvSpPr>
        <p:spPr>
          <a:xfrm>
            <a:off x="7056438" y="750888"/>
            <a:ext cx="773112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0" name="Line 44"/>
          <p:cNvSpPr/>
          <p:nvPr>
            <p:custDataLst>
              <p:tags r:id="rId52"/>
            </p:custDataLst>
          </p:nvPr>
        </p:nvSpPr>
        <p:spPr>
          <a:xfrm>
            <a:off x="7056438" y="750888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E945212-30DB-7FF2-D8EF-F332235240BE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540068" y="271288"/>
            <a:ext cx="273023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大家来找茬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……</a:t>
            </a: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0" r:link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2" r:link="rId8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2162" name="Line 5"/>
          <p:cNvSpPr/>
          <p:nvPr>
            <p:custDataLst>
              <p:tags r:id="rId4"/>
            </p:custDataLst>
          </p:nvPr>
        </p:nvSpPr>
        <p:spPr>
          <a:xfrm>
            <a:off x="107504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3" name="Line 6"/>
          <p:cNvSpPr/>
          <p:nvPr>
            <p:custDataLst>
              <p:tags r:id="rId5"/>
            </p:custDataLst>
          </p:nvPr>
        </p:nvSpPr>
        <p:spPr>
          <a:xfrm>
            <a:off x="107504" y="5029200"/>
            <a:ext cx="182116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4" name="Line 7"/>
          <p:cNvSpPr/>
          <p:nvPr>
            <p:custDataLst>
              <p:tags r:id="rId6"/>
            </p:custDataLst>
          </p:nvPr>
        </p:nvSpPr>
        <p:spPr>
          <a:xfrm>
            <a:off x="107504" y="3810000"/>
            <a:ext cx="182116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5" name="Line 8"/>
          <p:cNvSpPr/>
          <p:nvPr>
            <p:custDataLst>
              <p:tags r:id="rId7"/>
            </p:custDataLst>
          </p:nvPr>
        </p:nvSpPr>
        <p:spPr>
          <a:xfrm>
            <a:off x="1907704" y="38100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6" name="Line 9"/>
          <p:cNvSpPr/>
          <p:nvPr>
            <p:custDataLst>
              <p:tags r:id="rId8"/>
            </p:custDataLst>
          </p:nvPr>
        </p:nvSpPr>
        <p:spPr>
          <a:xfrm>
            <a:off x="107503" y="4114799"/>
            <a:ext cx="1807519" cy="887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7" name="Text Box 10"/>
          <p:cNvSpPr txBox="1"/>
          <p:nvPr>
            <p:custDataLst>
              <p:tags r:id="rId9"/>
            </p:custDataLst>
          </p:nvPr>
        </p:nvSpPr>
        <p:spPr>
          <a:xfrm>
            <a:off x="107503" y="4191000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登入库存账处理</a:t>
            </a:r>
          </a:p>
        </p:txBody>
      </p:sp>
      <p:sp>
        <p:nvSpPr>
          <p:cNvPr id="92168" name="Line 11"/>
          <p:cNvSpPr/>
          <p:nvPr>
            <p:custDataLst>
              <p:tags r:id="rId10"/>
            </p:custDataLst>
          </p:nvPr>
        </p:nvSpPr>
        <p:spPr>
          <a:xfrm>
            <a:off x="2309664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9" name="Line 12"/>
          <p:cNvSpPr/>
          <p:nvPr>
            <p:custDataLst>
              <p:tags r:id="rId11"/>
            </p:custDataLst>
          </p:nvPr>
        </p:nvSpPr>
        <p:spPr>
          <a:xfrm>
            <a:off x="2309664" y="53340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0" name="Line 13"/>
          <p:cNvSpPr/>
          <p:nvPr>
            <p:custDataLst>
              <p:tags r:id="rId12"/>
            </p:custDataLst>
          </p:nvPr>
        </p:nvSpPr>
        <p:spPr>
          <a:xfrm>
            <a:off x="2309664" y="41148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1" name="Line 14"/>
          <p:cNvSpPr/>
          <p:nvPr>
            <p:custDataLst>
              <p:tags r:id="rId13"/>
            </p:custDataLst>
          </p:nvPr>
        </p:nvSpPr>
        <p:spPr>
          <a:xfrm>
            <a:off x="3909864" y="41148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2" name="Line 15"/>
          <p:cNvSpPr/>
          <p:nvPr>
            <p:custDataLst>
              <p:tags r:id="rId14"/>
            </p:custDataLst>
          </p:nvPr>
        </p:nvSpPr>
        <p:spPr>
          <a:xfrm>
            <a:off x="2309664" y="4419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3" name="Line 16"/>
          <p:cNvSpPr/>
          <p:nvPr>
            <p:custDataLst>
              <p:tags r:id="rId15"/>
            </p:custDataLst>
          </p:nvPr>
        </p:nvSpPr>
        <p:spPr>
          <a:xfrm>
            <a:off x="5510064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4" name="Line 17"/>
          <p:cNvSpPr/>
          <p:nvPr>
            <p:custDataLst>
              <p:tags r:id="rId16"/>
            </p:custDataLst>
          </p:nvPr>
        </p:nvSpPr>
        <p:spPr>
          <a:xfrm>
            <a:off x="5510064" y="48006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5" name="Line 18"/>
          <p:cNvSpPr/>
          <p:nvPr>
            <p:custDataLst>
              <p:tags r:id="rId17"/>
            </p:custDataLst>
          </p:nvPr>
        </p:nvSpPr>
        <p:spPr>
          <a:xfrm>
            <a:off x="5510064" y="35814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6" name="Line 19"/>
          <p:cNvSpPr/>
          <p:nvPr>
            <p:custDataLst>
              <p:tags r:id="rId18"/>
            </p:custDataLst>
          </p:nvPr>
        </p:nvSpPr>
        <p:spPr>
          <a:xfrm>
            <a:off x="7110264" y="35814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7" name="Line 20"/>
          <p:cNvSpPr/>
          <p:nvPr>
            <p:custDataLst>
              <p:tags r:id="rId19"/>
            </p:custDataLst>
          </p:nvPr>
        </p:nvSpPr>
        <p:spPr>
          <a:xfrm>
            <a:off x="5510064" y="3886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8" name="Line 21"/>
          <p:cNvSpPr/>
          <p:nvPr>
            <p:custDataLst>
              <p:tags r:id="rId20"/>
            </p:custDataLst>
          </p:nvPr>
        </p:nvSpPr>
        <p:spPr>
          <a:xfrm>
            <a:off x="1547664" y="61722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9" name="Line 22"/>
          <p:cNvSpPr/>
          <p:nvPr>
            <p:custDataLst>
              <p:tags r:id="rId21"/>
            </p:custDataLst>
          </p:nvPr>
        </p:nvSpPr>
        <p:spPr>
          <a:xfrm>
            <a:off x="1547664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0" name="Line 23"/>
          <p:cNvSpPr/>
          <p:nvPr>
            <p:custDataLst>
              <p:tags r:id="rId22"/>
            </p:custDataLst>
          </p:nvPr>
        </p:nvSpPr>
        <p:spPr>
          <a:xfrm>
            <a:off x="1547664" y="66294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1" name="Line 24"/>
          <p:cNvSpPr/>
          <p:nvPr>
            <p:custDataLst>
              <p:tags r:id="rId23"/>
            </p:custDataLst>
          </p:nvPr>
        </p:nvSpPr>
        <p:spPr>
          <a:xfrm>
            <a:off x="1928664" y="617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2" name="Text Box 25"/>
          <p:cNvSpPr txBox="1"/>
          <p:nvPr>
            <p:custDataLst>
              <p:tags r:id="rId24"/>
            </p:custDataLst>
          </p:nvPr>
        </p:nvSpPr>
        <p:spPr>
          <a:xfrm>
            <a:off x="2157264" y="6172200"/>
            <a:ext cx="1524000" cy="46166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</a:t>
            </a:r>
          </a:p>
        </p:txBody>
      </p:sp>
      <p:sp>
        <p:nvSpPr>
          <p:cNvPr id="92183" name="Text Box 26"/>
          <p:cNvSpPr txBox="1"/>
          <p:nvPr>
            <p:custDataLst>
              <p:tags r:id="rId25"/>
            </p:custDataLst>
          </p:nvPr>
        </p:nvSpPr>
        <p:spPr>
          <a:xfrm>
            <a:off x="2302343" y="4475944"/>
            <a:ext cx="2053633" cy="754053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登出库存账处理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2184" name="Text Box 27"/>
          <p:cNvSpPr txBox="1"/>
          <p:nvPr>
            <p:custDataLst>
              <p:tags r:id="rId26"/>
            </p:custDataLst>
          </p:nvPr>
        </p:nvSpPr>
        <p:spPr>
          <a:xfrm>
            <a:off x="5540700" y="3931229"/>
            <a:ext cx="202453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查阅库存处理</a:t>
            </a:r>
          </a:p>
        </p:txBody>
      </p:sp>
      <p:sp>
        <p:nvSpPr>
          <p:cNvPr id="92185" name="Line 28"/>
          <p:cNvSpPr/>
          <p:nvPr>
            <p:custDataLst>
              <p:tags r:id="rId27"/>
            </p:custDataLst>
          </p:nvPr>
        </p:nvSpPr>
        <p:spPr>
          <a:xfrm>
            <a:off x="869504" y="1752600"/>
            <a:ext cx="0" cy="20574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6" name="Line 29"/>
          <p:cNvSpPr/>
          <p:nvPr>
            <p:custDataLst>
              <p:tags r:id="rId28"/>
            </p:custDataLst>
          </p:nvPr>
        </p:nvSpPr>
        <p:spPr>
          <a:xfrm>
            <a:off x="869504" y="5029200"/>
            <a:ext cx="0" cy="1371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87" name="Line 30"/>
          <p:cNvSpPr/>
          <p:nvPr>
            <p:custDataLst>
              <p:tags r:id="rId29"/>
            </p:custDataLst>
          </p:nvPr>
        </p:nvSpPr>
        <p:spPr>
          <a:xfrm>
            <a:off x="869504" y="6400800"/>
            <a:ext cx="67816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88" name="Line 31"/>
          <p:cNvSpPr/>
          <p:nvPr>
            <p:custDataLst>
              <p:tags r:id="rId30"/>
            </p:custDataLst>
          </p:nvPr>
        </p:nvSpPr>
        <p:spPr>
          <a:xfrm flipH="1">
            <a:off x="3003848" y="3733799"/>
            <a:ext cx="2506216" cy="7451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0" name="Line 33"/>
          <p:cNvSpPr/>
          <p:nvPr>
            <p:custDataLst>
              <p:tags r:id="rId31"/>
            </p:custDataLst>
          </p:nvPr>
        </p:nvSpPr>
        <p:spPr>
          <a:xfrm flipV="1">
            <a:off x="3003837" y="1368774"/>
            <a:ext cx="2" cy="62786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1" name="Line 34"/>
          <p:cNvSpPr/>
          <p:nvPr>
            <p:custDataLst>
              <p:tags r:id="rId32"/>
            </p:custDataLst>
          </p:nvPr>
        </p:nvSpPr>
        <p:spPr>
          <a:xfrm>
            <a:off x="6119664" y="1828800"/>
            <a:ext cx="0" cy="1752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2" name="Line 35"/>
          <p:cNvSpPr/>
          <p:nvPr>
            <p:custDataLst>
              <p:tags r:id="rId33"/>
            </p:custDataLst>
          </p:nvPr>
        </p:nvSpPr>
        <p:spPr>
          <a:xfrm flipH="1">
            <a:off x="7023581" y="1501513"/>
            <a:ext cx="1083317" cy="2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3" name="Line 36"/>
          <p:cNvSpPr/>
          <p:nvPr>
            <p:custDataLst>
              <p:tags r:id="rId34"/>
            </p:custDataLst>
          </p:nvPr>
        </p:nvSpPr>
        <p:spPr>
          <a:xfrm>
            <a:off x="3071664" y="5334000"/>
            <a:ext cx="0" cy="838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4" name="Line 37"/>
          <p:cNvSpPr/>
          <p:nvPr>
            <p:custDataLst>
              <p:tags r:id="rId35"/>
            </p:custDataLst>
          </p:nvPr>
        </p:nvSpPr>
        <p:spPr>
          <a:xfrm>
            <a:off x="5891064" y="4800600"/>
            <a:ext cx="0" cy="228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5" name="Line 38"/>
          <p:cNvSpPr/>
          <p:nvPr>
            <p:custDataLst>
              <p:tags r:id="rId36"/>
            </p:custDataLst>
          </p:nvPr>
        </p:nvSpPr>
        <p:spPr>
          <a:xfrm flipH="1">
            <a:off x="3909864" y="5029200"/>
            <a:ext cx="1981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6" name="Line 39"/>
          <p:cNvSpPr/>
          <p:nvPr>
            <p:custDataLst>
              <p:tags r:id="rId37"/>
            </p:custDataLst>
          </p:nvPr>
        </p:nvSpPr>
        <p:spPr>
          <a:xfrm>
            <a:off x="3757464" y="6400800"/>
            <a:ext cx="2590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7" name="Line 40"/>
          <p:cNvSpPr/>
          <p:nvPr>
            <p:custDataLst>
              <p:tags r:id="rId38"/>
            </p:custDataLst>
          </p:nvPr>
        </p:nvSpPr>
        <p:spPr>
          <a:xfrm flipV="1">
            <a:off x="6348264" y="4800600"/>
            <a:ext cx="0" cy="1600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198" name="Text Box 41"/>
          <p:cNvSpPr txBox="1"/>
          <p:nvPr>
            <p:custDataLst>
              <p:tags r:id="rId39"/>
            </p:custDataLst>
          </p:nvPr>
        </p:nvSpPr>
        <p:spPr>
          <a:xfrm>
            <a:off x="888917" y="1905000"/>
            <a:ext cx="492443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产品入库单</a:t>
            </a:r>
          </a:p>
        </p:txBody>
      </p:sp>
      <p:sp>
        <p:nvSpPr>
          <p:cNvPr id="92200" name="Text Box 43"/>
          <p:cNvSpPr txBox="1"/>
          <p:nvPr>
            <p:custDataLst>
              <p:tags r:id="rId40"/>
            </p:custDataLst>
          </p:nvPr>
        </p:nvSpPr>
        <p:spPr>
          <a:xfrm>
            <a:off x="5652120" y="1905000"/>
            <a:ext cx="492443" cy="17526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产品出库单</a:t>
            </a:r>
          </a:p>
        </p:txBody>
      </p:sp>
      <p:sp>
        <p:nvSpPr>
          <p:cNvPr id="92202" name="Text Box 42"/>
          <p:cNvSpPr txBox="1"/>
          <p:nvPr>
            <p:custDataLst>
              <p:tags r:id="rId41"/>
            </p:custDataLst>
          </p:nvPr>
        </p:nvSpPr>
        <p:spPr>
          <a:xfrm>
            <a:off x="475804" y="1312441"/>
            <a:ext cx="1079500" cy="4603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车间</a:t>
            </a:r>
          </a:p>
        </p:txBody>
      </p:sp>
      <p:sp>
        <p:nvSpPr>
          <p:cNvPr id="92203" name="Line 43"/>
          <p:cNvSpPr/>
          <p:nvPr>
            <p:custDataLst>
              <p:tags r:id="rId42"/>
            </p:custDataLst>
          </p:nvPr>
        </p:nvSpPr>
        <p:spPr>
          <a:xfrm>
            <a:off x="402779" y="1242591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4" name="Line 44"/>
          <p:cNvSpPr/>
          <p:nvPr>
            <p:custDataLst>
              <p:tags r:id="rId43"/>
            </p:custDataLst>
          </p:nvPr>
        </p:nvSpPr>
        <p:spPr>
          <a:xfrm>
            <a:off x="402779" y="1242591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5" name="Text Box 42"/>
          <p:cNvSpPr txBox="1"/>
          <p:nvPr>
            <p:custDataLst>
              <p:tags r:id="rId44"/>
            </p:custDataLst>
          </p:nvPr>
        </p:nvSpPr>
        <p:spPr>
          <a:xfrm>
            <a:off x="2309664" y="890588"/>
            <a:ext cx="1295400" cy="46166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采购科</a:t>
            </a:r>
          </a:p>
        </p:txBody>
      </p:sp>
      <p:sp>
        <p:nvSpPr>
          <p:cNvPr id="92206" name="Line 43"/>
          <p:cNvSpPr/>
          <p:nvPr>
            <p:custDataLst>
              <p:tags r:id="rId45"/>
            </p:custDataLst>
          </p:nvPr>
        </p:nvSpPr>
        <p:spPr>
          <a:xfrm>
            <a:off x="2232323" y="820738"/>
            <a:ext cx="771525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7" name="Line 44"/>
          <p:cNvSpPr/>
          <p:nvPr>
            <p:custDataLst>
              <p:tags r:id="rId46"/>
            </p:custDataLst>
          </p:nvPr>
        </p:nvSpPr>
        <p:spPr>
          <a:xfrm>
            <a:off x="2232323" y="820738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08" name="Text Box 42"/>
          <p:cNvSpPr txBox="1"/>
          <p:nvPr>
            <p:custDataLst>
              <p:tags r:id="rId47"/>
            </p:custDataLst>
          </p:nvPr>
        </p:nvSpPr>
        <p:spPr>
          <a:xfrm>
            <a:off x="5681357" y="1321924"/>
            <a:ext cx="1328733" cy="46166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销售科</a:t>
            </a:r>
          </a:p>
        </p:txBody>
      </p:sp>
      <p:sp>
        <p:nvSpPr>
          <p:cNvPr id="92209" name="Line 43"/>
          <p:cNvSpPr/>
          <p:nvPr>
            <p:custDataLst>
              <p:tags r:id="rId48"/>
            </p:custDataLst>
          </p:nvPr>
        </p:nvSpPr>
        <p:spPr>
          <a:xfrm>
            <a:off x="5608333" y="1252074"/>
            <a:ext cx="773112" cy="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0" name="Line 44"/>
          <p:cNvSpPr/>
          <p:nvPr>
            <p:custDataLst>
              <p:tags r:id="rId49"/>
            </p:custDataLst>
          </p:nvPr>
        </p:nvSpPr>
        <p:spPr>
          <a:xfrm>
            <a:off x="5608333" y="1252074"/>
            <a:ext cx="0" cy="488950"/>
          </a:xfrm>
          <a:prstGeom prst="line">
            <a:avLst/>
          </a:prstGeom>
          <a:ln w="381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Text Box 63">
            <a:extLst>
              <a:ext uri="{FF2B5EF4-FFF2-40B4-BE49-F238E27FC236}">
                <a16:creationId xmlns:a16="http://schemas.microsoft.com/office/drawing/2014/main" id="{8DE367E7-9EE2-B176-B540-8FF093AA42BD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4080303" y="4607679"/>
            <a:ext cx="185890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库存量足够</a:t>
            </a:r>
          </a:p>
        </p:txBody>
      </p:sp>
      <p:sp>
        <p:nvSpPr>
          <p:cNvPr id="3" name="Text Box 63">
            <a:extLst>
              <a:ext uri="{FF2B5EF4-FFF2-40B4-BE49-F238E27FC236}">
                <a16:creationId xmlns:a16="http://schemas.microsoft.com/office/drawing/2014/main" id="{272EC798-EFFE-68DF-A8A4-242F04F1312B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7221312" y="3791634"/>
            <a:ext cx="1069056" cy="646331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库存量不足</a:t>
            </a:r>
          </a:p>
        </p:txBody>
      </p:sp>
      <p:sp>
        <p:nvSpPr>
          <p:cNvPr id="4" name="Line 16">
            <a:extLst>
              <a:ext uri="{FF2B5EF4-FFF2-40B4-BE49-F238E27FC236}">
                <a16:creationId xmlns:a16="http://schemas.microsoft.com/office/drawing/2014/main" id="{5A4BA41E-ED6B-2ACA-82D4-AD2EF622C27F}"/>
              </a:ext>
            </a:extLst>
          </p:cNvPr>
          <p:cNvSpPr/>
          <p:nvPr/>
        </p:nvSpPr>
        <p:spPr>
          <a:xfrm>
            <a:off x="2260791" y="1964677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E042BB2F-5F77-4F9E-6A5F-548D25DF38D7}"/>
              </a:ext>
            </a:extLst>
          </p:cNvPr>
          <p:cNvSpPr/>
          <p:nvPr/>
        </p:nvSpPr>
        <p:spPr>
          <a:xfrm>
            <a:off x="2260791" y="3183877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BA1DC6EF-8F7A-EF5A-0D23-BA49BEB69914}"/>
              </a:ext>
            </a:extLst>
          </p:cNvPr>
          <p:cNvSpPr/>
          <p:nvPr/>
        </p:nvSpPr>
        <p:spPr>
          <a:xfrm>
            <a:off x="2260791" y="1964677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ine 19">
            <a:extLst>
              <a:ext uri="{FF2B5EF4-FFF2-40B4-BE49-F238E27FC236}">
                <a16:creationId xmlns:a16="http://schemas.microsoft.com/office/drawing/2014/main" id="{DD7077B9-561D-ADE5-3F3F-62FE0553B683}"/>
              </a:ext>
            </a:extLst>
          </p:cNvPr>
          <p:cNvSpPr/>
          <p:nvPr/>
        </p:nvSpPr>
        <p:spPr>
          <a:xfrm>
            <a:off x="3860991" y="1964677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20">
            <a:extLst>
              <a:ext uri="{FF2B5EF4-FFF2-40B4-BE49-F238E27FC236}">
                <a16:creationId xmlns:a16="http://schemas.microsoft.com/office/drawing/2014/main" id="{B8868D27-3E2B-96AC-AD56-609DE02D75E6}"/>
              </a:ext>
            </a:extLst>
          </p:cNvPr>
          <p:cNvSpPr/>
          <p:nvPr/>
        </p:nvSpPr>
        <p:spPr>
          <a:xfrm>
            <a:off x="2260791" y="2269477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27">
            <a:extLst>
              <a:ext uri="{FF2B5EF4-FFF2-40B4-BE49-F238E27FC236}">
                <a16:creationId xmlns:a16="http://schemas.microsoft.com/office/drawing/2014/main" id="{8B5DE99F-21DE-D09E-DDF0-C73E2FCBCD42}"/>
              </a:ext>
            </a:extLst>
          </p:cNvPr>
          <p:cNvSpPr txBox="1"/>
          <p:nvPr/>
        </p:nvSpPr>
        <p:spPr>
          <a:xfrm>
            <a:off x="2205641" y="2292804"/>
            <a:ext cx="2158807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填写缺货通知</a:t>
            </a:r>
          </a:p>
        </p:txBody>
      </p:sp>
      <p:sp>
        <p:nvSpPr>
          <p:cNvPr id="13" name="Line 33">
            <a:extLst>
              <a:ext uri="{FF2B5EF4-FFF2-40B4-BE49-F238E27FC236}">
                <a16:creationId xmlns:a16="http://schemas.microsoft.com/office/drawing/2014/main" id="{C39F986F-9F25-9045-A853-F6E72993A1FC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 flipH="1" flipV="1">
            <a:off x="3003840" y="3200400"/>
            <a:ext cx="0" cy="565364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" name="Text Box 63">
            <a:extLst>
              <a:ext uri="{FF2B5EF4-FFF2-40B4-BE49-F238E27FC236}">
                <a16:creationId xmlns:a16="http://schemas.microsoft.com/office/drawing/2014/main" id="{6D241450-D938-A72B-74B3-43D6D8A8CB84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3173127" y="1448779"/>
            <a:ext cx="1512888" cy="40011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缺货通知</a:t>
            </a:r>
          </a:p>
        </p:txBody>
      </p:sp>
      <p:sp>
        <p:nvSpPr>
          <p:cNvPr id="16" name="Text Box 63">
            <a:extLst>
              <a:ext uri="{FF2B5EF4-FFF2-40B4-BE49-F238E27FC236}">
                <a16:creationId xmlns:a16="http://schemas.microsoft.com/office/drawing/2014/main" id="{5E8AAD91-4520-0AF3-3A5E-E6960B8FA793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3776489" y="3358634"/>
            <a:ext cx="1751718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库存量不足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8F6AECC4-C001-98A0-098C-B3A8178A22AF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7292280" y="2154614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7DA77ED2-2DC2-05A5-4228-B48CC5ACC8B8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7292280" y="3373814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ECDCE1C6-08A4-F746-6AEF-F70F67C4D032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7292280" y="2154614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9AC74B35-3335-B667-254F-5F72D2C7531B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8892480" y="2154614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1E26F0EE-F719-4566-2CBE-B656EACA3613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7292280" y="2459414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A401DBD6-6146-E693-E3FF-FE6A6EF14940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7328293" y="2515065"/>
            <a:ext cx="1815707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退回出库单</a:t>
            </a:r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6BC942F4-5C91-6B16-A73A-78A13FAA642A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7110264" y="4411361"/>
            <a:ext cx="990126" cy="819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D3BE0585-2500-85E6-8F50-44125D2274A7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 flipV="1">
            <a:off x="8100390" y="3384169"/>
            <a:ext cx="0" cy="1052943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" name="Line 39">
            <a:extLst>
              <a:ext uri="{FF2B5EF4-FFF2-40B4-BE49-F238E27FC236}">
                <a16:creationId xmlns:a16="http://schemas.microsoft.com/office/drawing/2014/main" id="{9714D27D-3B05-31CE-EDCE-7B4CC2641042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8106898" y="1501513"/>
            <a:ext cx="0" cy="660301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Text Box 63">
            <a:extLst>
              <a:ext uri="{FF2B5EF4-FFF2-40B4-BE49-F238E27FC236}">
                <a16:creationId xmlns:a16="http://schemas.microsoft.com/office/drawing/2014/main" id="{3102BDDA-0E68-55A0-35A6-0F25E97F7B50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8166434" y="1415690"/>
            <a:ext cx="1069056" cy="646331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产品出库单</a:t>
            </a: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id="{4A51D68E-D399-C6AC-C1B8-47E4BDFE9178}"/>
              </a:ext>
            </a:extLst>
          </p:cNvPr>
          <p:cNvSpPr txBox="1"/>
          <p:nvPr/>
        </p:nvSpPr>
        <p:spPr>
          <a:xfrm>
            <a:off x="611834" y="3780211"/>
            <a:ext cx="769526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E8462AAA-2EB9-CFE2-AE28-D54292AC09C8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07503" y="4607679"/>
            <a:ext cx="1834132" cy="1997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9FBF95AF-01DE-EE78-796A-60A7A1DA21D6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536797" y="4615195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28" name="Text Box 36">
            <a:extLst>
              <a:ext uri="{FF2B5EF4-FFF2-40B4-BE49-F238E27FC236}">
                <a16:creationId xmlns:a16="http://schemas.microsoft.com/office/drawing/2014/main" id="{109FEFDB-7D99-33D7-B618-AB804FE5630A}"/>
              </a:ext>
            </a:extLst>
          </p:cNvPr>
          <p:cNvSpPr txBox="1"/>
          <p:nvPr/>
        </p:nvSpPr>
        <p:spPr>
          <a:xfrm>
            <a:off x="5967746" y="357551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9" name="Line 20">
            <a:extLst>
              <a:ext uri="{FF2B5EF4-FFF2-40B4-BE49-F238E27FC236}">
                <a16:creationId xmlns:a16="http://schemas.microsoft.com/office/drawing/2014/main" id="{BB32F5F3-5C33-9F4B-CC0F-698984C51C78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5540700" y="4357273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2E05EB84-A572-A860-7C46-85B264BE2ECB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5954600" y="4408946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31" name="Text Box 36">
            <a:extLst>
              <a:ext uri="{FF2B5EF4-FFF2-40B4-BE49-F238E27FC236}">
                <a16:creationId xmlns:a16="http://schemas.microsoft.com/office/drawing/2014/main" id="{D5CAED5E-4F92-AA89-7850-6A0178AB4D39}"/>
              </a:ext>
            </a:extLst>
          </p:cNvPr>
          <p:cNvSpPr txBox="1"/>
          <p:nvPr/>
        </p:nvSpPr>
        <p:spPr>
          <a:xfrm>
            <a:off x="2785141" y="1952908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1.5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52979346-8E7C-1D1A-09DD-1B01FC3EDCBD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2309664" y="486916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B30068CE-3F5B-DAAC-F053-669837EADB66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2766864" y="4894454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7F86819B-4CE4-48F0-67AF-47D22C5097FF}"/>
              </a:ext>
            </a:extLst>
          </p:cNvPr>
          <p:cNvSpPr txBox="1"/>
          <p:nvPr/>
        </p:nvSpPr>
        <p:spPr>
          <a:xfrm>
            <a:off x="1475656" y="6192743"/>
            <a:ext cx="72998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5" name="Line 20">
            <a:extLst>
              <a:ext uri="{FF2B5EF4-FFF2-40B4-BE49-F238E27FC236}">
                <a16:creationId xmlns:a16="http://schemas.microsoft.com/office/drawing/2014/main" id="{C8849109-AAB3-972E-0B51-2CF684875F18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7328293" y="2915175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Line 20">
            <a:extLst>
              <a:ext uri="{FF2B5EF4-FFF2-40B4-BE49-F238E27FC236}">
                <a16:creationId xmlns:a16="http://schemas.microsoft.com/office/drawing/2014/main" id="{AFF845BF-9CC1-DF2D-187D-C59CB6E09F17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2271564" y="2743200"/>
            <a:ext cx="1600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9B859959-59F2-A77F-F2C9-0BFFBCC2CD93}"/>
              </a:ext>
            </a:extLst>
          </p:cNvPr>
          <p:cNvSpPr txBox="1"/>
          <p:nvPr/>
        </p:nvSpPr>
        <p:spPr>
          <a:xfrm>
            <a:off x="2848126" y="4089303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1.3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B85B4B34-FC67-4AB3-641C-6E4B3C77A319}"/>
              </a:ext>
            </a:extLst>
          </p:cNvPr>
          <p:cNvSpPr txBox="1"/>
          <p:nvPr/>
        </p:nvSpPr>
        <p:spPr>
          <a:xfrm>
            <a:off x="7775577" y="2118156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1.4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8E5A1758-781B-FE07-F762-87F7E43B29F3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7681156" y="2974188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A2C37D7D-8282-268E-FF47-4D2B763F1D29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2682363" y="2780928"/>
            <a:ext cx="237259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仓库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2A784284-E271-3CF7-7EEC-1A976300D7A1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363114" y="5163528"/>
            <a:ext cx="492443" cy="1449861"/>
          </a:xfrm>
          <a:prstGeom prst="rect">
            <a:avLst/>
          </a:prstGeom>
          <a:noFill/>
          <a:ln w="57150">
            <a:noFill/>
          </a:ln>
        </p:spPr>
        <p:txBody>
          <a:bodyPr vert="eaVert"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登入账数据</a:t>
            </a:r>
          </a:p>
        </p:txBody>
      </p:sp>
      <p:sp>
        <p:nvSpPr>
          <p:cNvPr id="43" name="Text Box 63">
            <a:extLst>
              <a:ext uri="{FF2B5EF4-FFF2-40B4-BE49-F238E27FC236}">
                <a16:creationId xmlns:a16="http://schemas.microsoft.com/office/drawing/2014/main" id="{C6EC2EF9-0ACB-C2B2-F34F-DEDE3CB1F074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4751905" y="6025366"/>
            <a:ext cx="185890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库存账数据</a:t>
            </a:r>
          </a:p>
        </p:txBody>
      </p:sp>
      <p:sp>
        <p:nvSpPr>
          <p:cNvPr id="42" name="Text Box 63">
            <a:extLst>
              <a:ext uri="{FF2B5EF4-FFF2-40B4-BE49-F238E27FC236}">
                <a16:creationId xmlns:a16="http://schemas.microsoft.com/office/drawing/2014/main" id="{57A5C340-6D5B-BBA6-7C9F-6FBCD511DCD9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3071664" y="5530334"/>
            <a:ext cx="185890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登出账数据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9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263245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5152A-CC73-374C-B6FC-39ACCC90608F}"/>
              </a:ext>
            </a:extLst>
          </p:cNvPr>
          <p:cNvSpPr/>
          <p:nvPr/>
        </p:nvSpPr>
        <p:spPr>
          <a:xfrm>
            <a:off x="495300" y="1918097"/>
            <a:ext cx="81534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buClr>
                <a:schemeClr val="folHlink"/>
              </a:buClr>
              <a:buSzPct val="7500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：某仓库管理系统按以下步骤进行信息处理：</a:t>
            </a:r>
          </a:p>
          <a:p>
            <a:pPr marL="0" lvl="1" indent="-285750"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）保管员根据当日的出库单和入库单，通过出入库处理去修改库存台账。</a:t>
            </a:r>
          </a:p>
          <a:p>
            <a:pPr marL="0" lvl="1" eaLnBrk="1" hangingPunct="1">
              <a:buClr>
                <a:schemeClr val="folHlink"/>
              </a:buClr>
              <a:buSzPct val="7500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）根据库存台账，由统计打印程序输出库存月报表。</a:t>
            </a:r>
          </a:p>
          <a:p>
            <a:pPr marL="0" lvl="1" eaLnBrk="1" hangingPunct="1">
              <a:buClr>
                <a:schemeClr val="folHlink"/>
              </a:buClr>
              <a:buSzPct val="7500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）必要进行查询时，可利用查询程序，在输入查询条件后，到库存台账去查找，并显示出查询结果。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1" indent="-285750"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-342900" eaLnBrk="1" hangingPunct="1">
              <a:buClr>
                <a:schemeClr val="folHlink"/>
              </a:buClr>
              <a:buSzPct val="7500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请画出仓库管理系统的数据流程图。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3974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8" r:link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50" r:link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4210" name="Line 2"/>
          <p:cNvSpPr/>
          <p:nvPr>
            <p:custDataLst>
              <p:tags r:id="rId4"/>
            </p:custDataLst>
          </p:nvPr>
        </p:nvSpPr>
        <p:spPr>
          <a:xfrm>
            <a:off x="4307160" y="457200"/>
            <a:ext cx="0" cy="1219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1" name="Line 3"/>
          <p:cNvSpPr/>
          <p:nvPr>
            <p:custDataLst>
              <p:tags r:id="rId5"/>
            </p:custDataLst>
          </p:nvPr>
        </p:nvSpPr>
        <p:spPr>
          <a:xfrm>
            <a:off x="4307160" y="16764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2" name="Line 4"/>
          <p:cNvSpPr/>
          <p:nvPr>
            <p:custDataLst>
              <p:tags r:id="rId6"/>
            </p:custDataLst>
          </p:nvPr>
        </p:nvSpPr>
        <p:spPr>
          <a:xfrm>
            <a:off x="4307160" y="476672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3" name="Line 5"/>
          <p:cNvSpPr/>
          <p:nvPr>
            <p:custDataLst>
              <p:tags r:id="rId7"/>
            </p:custDataLst>
          </p:nvPr>
        </p:nvSpPr>
        <p:spPr>
          <a:xfrm>
            <a:off x="6212160" y="476672"/>
            <a:ext cx="0" cy="1199728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4" name="Line 6"/>
          <p:cNvSpPr/>
          <p:nvPr>
            <p:custDataLst>
              <p:tags r:id="rId8"/>
            </p:custDataLst>
          </p:nvPr>
        </p:nvSpPr>
        <p:spPr>
          <a:xfrm>
            <a:off x="4307160" y="85348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5" name="Text Box 7"/>
          <p:cNvSpPr txBox="1"/>
          <p:nvPr>
            <p:custDataLst>
              <p:tags r:id="rId9"/>
            </p:custDataLst>
          </p:nvPr>
        </p:nvSpPr>
        <p:spPr>
          <a:xfrm>
            <a:off x="4427984" y="808385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出入库处理</a:t>
            </a:r>
          </a:p>
        </p:txBody>
      </p:sp>
      <p:sp>
        <p:nvSpPr>
          <p:cNvPr id="94216" name="Line 8"/>
          <p:cNvSpPr/>
          <p:nvPr>
            <p:custDataLst>
              <p:tags r:id="rId10"/>
            </p:custDataLst>
          </p:nvPr>
        </p:nvSpPr>
        <p:spPr>
          <a:xfrm>
            <a:off x="2097360" y="4190999"/>
            <a:ext cx="0" cy="1138301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7" name="Line 9"/>
          <p:cNvSpPr/>
          <p:nvPr>
            <p:custDataLst>
              <p:tags r:id="rId11"/>
            </p:custDataLst>
          </p:nvPr>
        </p:nvSpPr>
        <p:spPr>
          <a:xfrm>
            <a:off x="2097360" y="486916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8" name="Line 10"/>
          <p:cNvSpPr/>
          <p:nvPr>
            <p:custDataLst>
              <p:tags r:id="rId12"/>
            </p:custDataLst>
          </p:nvPr>
        </p:nvSpPr>
        <p:spPr>
          <a:xfrm>
            <a:off x="2097360" y="41910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19" name="Line 11"/>
          <p:cNvSpPr/>
          <p:nvPr>
            <p:custDataLst>
              <p:tags r:id="rId13"/>
            </p:custDataLst>
          </p:nvPr>
        </p:nvSpPr>
        <p:spPr>
          <a:xfrm flipH="1">
            <a:off x="4002359" y="4149080"/>
            <a:ext cx="1" cy="1170379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0" name="Line 12"/>
          <p:cNvSpPr/>
          <p:nvPr>
            <p:custDataLst>
              <p:tags r:id="rId14"/>
            </p:custDataLst>
          </p:nvPr>
        </p:nvSpPr>
        <p:spPr>
          <a:xfrm>
            <a:off x="2097360" y="44958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1" name="Text Box 13"/>
          <p:cNvSpPr txBox="1"/>
          <p:nvPr>
            <p:custDataLst>
              <p:tags r:id="rId15"/>
            </p:custDataLst>
          </p:nvPr>
        </p:nvSpPr>
        <p:spPr>
          <a:xfrm>
            <a:off x="2325960" y="4480793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查询处理</a:t>
            </a:r>
          </a:p>
        </p:txBody>
      </p:sp>
      <p:sp>
        <p:nvSpPr>
          <p:cNvPr id="94222" name="Line 14"/>
          <p:cNvSpPr/>
          <p:nvPr>
            <p:custDataLst>
              <p:tags r:id="rId16"/>
            </p:custDataLst>
          </p:nvPr>
        </p:nvSpPr>
        <p:spPr>
          <a:xfrm>
            <a:off x="5831160" y="3581400"/>
            <a:ext cx="0" cy="1143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3" name="Line 15"/>
          <p:cNvSpPr/>
          <p:nvPr>
            <p:custDataLst>
              <p:tags r:id="rId17"/>
            </p:custDataLst>
          </p:nvPr>
        </p:nvSpPr>
        <p:spPr>
          <a:xfrm>
            <a:off x="5831160" y="4293096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4" name="Line 16"/>
          <p:cNvSpPr/>
          <p:nvPr>
            <p:custDataLst>
              <p:tags r:id="rId18"/>
            </p:custDataLst>
          </p:nvPr>
        </p:nvSpPr>
        <p:spPr>
          <a:xfrm>
            <a:off x="5831160" y="35814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5" name="Line 17"/>
          <p:cNvSpPr/>
          <p:nvPr>
            <p:custDataLst>
              <p:tags r:id="rId19"/>
            </p:custDataLst>
          </p:nvPr>
        </p:nvSpPr>
        <p:spPr>
          <a:xfrm flipH="1">
            <a:off x="7736159" y="3581399"/>
            <a:ext cx="1" cy="1178745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6" name="Line 18"/>
          <p:cNvSpPr/>
          <p:nvPr>
            <p:custDataLst>
              <p:tags r:id="rId20"/>
            </p:custDataLst>
          </p:nvPr>
        </p:nvSpPr>
        <p:spPr>
          <a:xfrm>
            <a:off x="5831160" y="38862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7" name="Text Box 19"/>
          <p:cNvSpPr txBox="1"/>
          <p:nvPr>
            <p:custDataLst>
              <p:tags r:id="rId21"/>
            </p:custDataLst>
          </p:nvPr>
        </p:nvSpPr>
        <p:spPr>
          <a:xfrm>
            <a:off x="6043885" y="3866850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统计打印</a:t>
            </a:r>
          </a:p>
        </p:txBody>
      </p:sp>
      <p:sp>
        <p:nvSpPr>
          <p:cNvPr id="94228" name="Line 20"/>
          <p:cNvSpPr/>
          <p:nvPr>
            <p:custDataLst>
              <p:tags r:id="rId22"/>
            </p:custDataLst>
          </p:nvPr>
        </p:nvSpPr>
        <p:spPr>
          <a:xfrm>
            <a:off x="4307160" y="23622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29" name="Line 21"/>
          <p:cNvSpPr/>
          <p:nvPr>
            <p:custDataLst>
              <p:tags r:id="rId23"/>
            </p:custDataLst>
          </p:nvPr>
        </p:nvSpPr>
        <p:spPr>
          <a:xfrm>
            <a:off x="4307160" y="236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0" name="Line 22"/>
          <p:cNvSpPr/>
          <p:nvPr>
            <p:custDataLst>
              <p:tags r:id="rId24"/>
            </p:custDataLst>
          </p:nvPr>
        </p:nvSpPr>
        <p:spPr>
          <a:xfrm>
            <a:off x="4307160" y="281940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1" name="Line 23"/>
          <p:cNvSpPr/>
          <p:nvPr>
            <p:custDataLst>
              <p:tags r:id="rId25"/>
            </p:custDataLst>
          </p:nvPr>
        </p:nvSpPr>
        <p:spPr>
          <a:xfrm>
            <a:off x="4688160" y="2362200"/>
            <a:ext cx="0" cy="457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32" name="Text Box 24"/>
          <p:cNvSpPr txBox="1"/>
          <p:nvPr>
            <p:custDataLst>
              <p:tags r:id="rId26"/>
            </p:custDataLst>
          </p:nvPr>
        </p:nvSpPr>
        <p:spPr>
          <a:xfrm>
            <a:off x="4769138" y="2353280"/>
            <a:ext cx="1524000" cy="46166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库存台账</a:t>
            </a:r>
          </a:p>
        </p:txBody>
      </p:sp>
      <p:sp>
        <p:nvSpPr>
          <p:cNvPr id="94233" name="Line 25"/>
          <p:cNvSpPr/>
          <p:nvPr>
            <p:custDataLst>
              <p:tags r:id="rId27"/>
            </p:custDataLst>
          </p:nvPr>
        </p:nvSpPr>
        <p:spPr>
          <a:xfrm>
            <a:off x="2097360" y="9144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4" name="Line 26"/>
          <p:cNvSpPr/>
          <p:nvPr>
            <p:custDataLst>
              <p:tags r:id="rId28"/>
            </p:custDataLst>
          </p:nvPr>
        </p:nvSpPr>
        <p:spPr>
          <a:xfrm>
            <a:off x="2097360" y="1371600"/>
            <a:ext cx="22098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5" name="Text Box 27"/>
          <p:cNvSpPr txBox="1"/>
          <p:nvPr/>
        </p:nvSpPr>
        <p:spPr>
          <a:xfrm>
            <a:off x="2402160" y="457200"/>
            <a:ext cx="12192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入库单</a:t>
            </a:r>
          </a:p>
        </p:txBody>
      </p:sp>
      <p:sp>
        <p:nvSpPr>
          <p:cNvPr id="94236" name="Text Box 28"/>
          <p:cNvSpPr txBox="1"/>
          <p:nvPr>
            <p:custDataLst>
              <p:tags r:id="rId29"/>
            </p:custDataLst>
          </p:nvPr>
        </p:nvSpPr>
        <p:spPr>
          <a:xfrm>
            <a:off x="2402160" y="1371600"/>
            <a:ext cx="12192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出库单</a:t>
            </a:r>
          </a:p>
        </p:txBody>
      </p:sp>
      <p:sp>
        <p:nvSpPr>
          <p:cNvPr id="94237" name="Line 29"/>
          <p:cNvSpPr/>
          <p:nvPr>
            <p:custDataLst>
              <p:tags r:id="rId30"/>
            </p:custDataLst>
          </p:nvPr>
        </p:nvSpPr>
        <p:spPr>
          <a:xfrm>
            <a:off x="5221560" y="1676400"/>
            <a:ext cx="0" cy="6858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8" name="Line 30"/>
          <p:cNvSpPr/>
          <p:nvPr>
            <p:custDataLst>
              <p:tags r:id="rId31"/>
            </p:custDataLst>
          </p:nvPr>
        </p:nvSpPr>
        <p:spPr>
          <a:xfrm>
            <a:off x="6059760" y="2819400"/>
            <a:ext cx="0" cy="762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39" name="Line 31"/>
          <p:cNvSpPr/>
          <p:nvPr>
            <p:custDataLst>
              <p:tags r:id="rId32"/>
            </p:custDataLst>
          </p:nvPr>
        </p:nvSpPr>
        <p:spPr>
          <a:xfrm>
            <a:off x="5221560" y="2819400"/>
            <a:ext cx="0" cy="1905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240" name="Line 32"/>
          <p:cNvSpPr/>
          <p:nvPr>
            <p:custDataLst>
              <p:tags r:id="rId33"/>
            </p:custDataLst>
          </p:nvPr>
        </p:nvSpPr>
        <p:spPr>
          <a:xfrm flipH="1">
            <a:off x="4002360" y="4724400"/>
            <a:ext cx="12192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1" name="Line 33"/>
          <p:cNvSpPr/>
          <p:nvPr>
            <p:custDataLst>
              <p:tags r:id="rId34"/>
            </p:custDataLst>
          </p:nvPr>
        </p:nvSpPr>
        <p:spPr>
          <a:xfrm>
            <a:off x="3087960" y="2209800"/>
            <a:ext cx="0" cy="19812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2" name="Line 34"/>
          <p:cNvSpPr/>
          <p:nvPr>
            <p:custDataLst>
              <p:tags r:id="rId35"/>
            </p:custDataLst>
          </p:nvPr>
        </p:nvSpPr>
        <p:spPr>
          <a:xfrm>
            <a:off x="3087960" y="5329301"/>
            <a:ext cx="0" cy="13716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3" name="Line 35"/>
          <p:cNvSpPr/>
          <p:nvPr>
            <p:custDataLst>
              <p:tags r:id="rId36"/>
            </p:custDataLst>
          </p:nvPr>
        </p:nvSpPr>
        <p:spPr>
          <a:xfrm>
            <a:off x="6821760" y="4764360"/>
            <a:ext cx="0" cy="190500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244" name="Text Box 36"/>
          <p:cNvSpPr txBox="1"/>
          <p:nvPr>
            <p:custDataLst>
              <p:tags r:id="rId37"/>
            </p:custDataLst>
          </p:nvPr>
        </p:nvSpPr>
        <p:spPr>
          <a:xfrm>
            <a:off x="2628220" y="2514600"/>
            <a:ext cx="551815" cy="15240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查询条件</a:t>
            </a:r>
          </a:p>
        </p:txBody>
      </p:sp>
      <p:sp>
        <p:nvSpPr>
          <p:cNvPr id="94245" name="Text Box 37"/>
          <p:cNvSpPr txBox="1"/>
          <p:nvPr>
            <p:custDataLst>
              <p:tags r:id="rId38"/>
            </p:custDataLst>
          </p:nvPr>
        </p:nvSpPr>
        <p:spPr>
          <a:xfrm>
            <a:off x="6879545" y="4840560"/>
            <a:ext cx="551815" cy="16764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库存月报表</a:t>
            </a:r>
          </a:p>
        </p:txBody>
      </p:sp>
      <p:sp>
        <p:nvSpPr>
          <p:cNvPr id="2" name="Text Box 36">
            <a:extLst>
              <a:ext uri="{FF2B5EF4-FFF2-40B4-BE49-F238E27FC236}">
                <a16:creationId xmlns:a16="http://schemas.microsoft.com/office/drawing/2014/main" id="{1B7853A5-8987-5353-7613-1F0898776EEE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2581754" y="5361384"/>
            <a:ext cx="553998" cy="1524000"/>
          </a:xfrm>
          <a:prstGeom prst="rect">
            <a:avLst/>
          </a:prstGeom>
          <a:noFill/>
          <a:ln w="57150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查询结果</a:t>
            </a: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8E5237F7-0491-49F7-3E8D-BEA7647DC8A4}"/>
              </a:ext>
            </a:extLst>
          </p:cNvPr>
          <p:cNvSpPr txBox="1"/>
          <p:nvPr/>
        </p:nvSpPr>
        <p:spPr>
          <a:xfrm>
            <a:off x="4285077" y="238129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69CB186A-6CBB-5870-A092-09963CE0C703}"/>
              </a:ext>
            </a:extLst>
          </p:cNvPr>
          <p:cNvSpPr txBox="1"/>
          <p:nvPr/>
        </p:nvSpPr>
        <p:spPr>
          <a:xfrm>
            <a:off x="4916759" y="476672"/>
            <a:ext cx="605879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1.1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C4006576-4A04-C3AA-1853-9036CF3B3104}"/>
              </a:ext>
            </a:extLst>
          </p:cNvPr>
          <p:cNvSpPr txBox="1"/>
          <p:nvPr/>
        </p:nvSpPr>
        <p:spPr>
          <a:xfrm>
            <a:off x="2734470" y="4149080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1.2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8" name="Text Box 36">
            <a:extLst>
              <a:ext uri="{FF2B5EF4-FFF2-40B4-BE49-F238E27FC236}">
                <a16:creationId xmlns:a16="http://schemas.microsoft.com/office/drawing/2014/main" id="{712CF89F-8AF0-4464-4188-0F88FFEEFF67}"/>
              </a:ext>
            </a:extLst>
          </p:cNvPr>
          <p:cNvSpPr txBox="1"/>
          <p:nvPr/>
        </p:nvSpPr>
        <p:spPr>
          <a:xfrm>
            <a:off x="6495529" y="3552224"/>
            <a:ext cx="1719262" cy="369332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1.3</a:t>
            </a:r>
            <a:endParaRPr lang="zh-CN" altLang="en-US" sz="18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AD86D7B8-7932-0411-3B76-2CC455AC46BD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307160" y="1196752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2675F2F-2815-C742-B53F-A761039A7044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4802460" y="1218588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3E68DD3B-0749-0422-F367-2B6B3383D5C1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2117306" y="5301207"/>
            <a:ext cx="1905000" cy="2808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1D0162F1-7F1F-E87E-2174-94E577F460EE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2669592" y="4891000"/>
            <a:ext cx="1752600" cy="460375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94D7E2F0-2C27-CDAF-3833-9E7AA3009A2D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5869260" y="4710980"/>
            <a:ext cx="1905000" cy="0"/>
          </a:xfrm>
          <a:prstGeom prst="line">
            <a:avLst/>
          </a:prstGeom>
          <a:ln w="57150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0726DACF-A673-4E60-51FD-D08324A03452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6364560" y="4299774"/>
            <a:ext cx="953292" cy="46037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仓库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0D2E7464-B51A-3844-B153-AD4D886D64F5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5335859" y="1771895"/>
            <a:ext cx="2802078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登入、登出账数据</a:t>
            </a:r>
          </a:p>
        </p:txBody>
      </p:sp>
      <p:sp>
        <p:nvSpPr>
          <p:cNvPr id="16" name="Text Box 28">
            <a:extLst>
              <a:ext uri="{FF2B5EF4-FFF2-40B4-BE49-F238E27FC236}">
                <a16:creationId xmlns:a16="http://schemas.microsoft.com/office/drawing/2014/main" id="{15204F5F-EE1C-449C-1EEC-D35E9B2A9DC0}"/>
              </a:ext>
            </a:extLst>
          </p:cNvPr>
          <p:cNvSpPr txBox="1"/>
          <p:nvPr/>
        </p:nvSpPr>
        <p:spPr>
          <a:xfrm>
            <a:off x="4296204" y="3213655"/>
            <a:ext cx="1087166" cy="830997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台账数据</a:t>
            </a:r>
          </a:p>
        </p:txBody>
      </p:sp>
      <p:sp>
        <p:nvSpPr>
          <p:cNvPr id="17" name="Text Box 28">
            <a:extLst>
              <a:ext uri="{FF2B5EF4-FFF2-40B4-BE49-F238E27FC236}">
                <a16:creationId xmlns:a16="http://schemas.microsoft.com/office/drawing/2014/main" id="{D60A7AE7-2A6D-25DF-9374-041642387DED}"/>
              </a:ext>
            </a:extLst>
          </p:cNvPr>
          <p:cNvSpPr txBox="1"/>
          <p:nvPr/>
        </p:nvSpPr>
        <p:spPr>
          <a:xfrm>
            <a:off x="6058986" y="2935796"/>
            <a:ext cx="207893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台账数据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9741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Text Box 2050">
            <a:extLst>
              <a:ext uri="{FF2B5EF4-FFF2-40B4-BE49-F238E27FC236}">
                <a16:creationId xmlns:a16="http://schemas.microsoft.com/office/drawing/2014/main" id="{C205D9FF-6AA8-6836-62D3-51B48CFDC73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71600" y="1951284"/>
            <a:ext cx="2951812" cy="473360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rgbClr val="FF0000"/>
              </a:buClr>
              <a:buSz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数据流程图是分层次的，绘制时采取“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自顶向下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”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逐层分解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的方法。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  <a:buSzTx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首先，画顶层（第一层）数据流程图，说明系统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总的处理功能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输出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  <a:buSzTx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然后，对顶层中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“处理”进行分解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，得到第二层数据流程图。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  <a:buSzTx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然后，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……</a:t>
            </a:r>
          </a:p>
          <a:p>
            <a:pPr marL="0" lvl="0" indent="0" eaLnBrk="1" hangingPunct="1">
              <a:buClr>
                <a:srgbClr val="FF0000"/>
              </a:buClr>
              <a:buSz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5" name="Picture 24">
            <a:extLst>
              <a:ext uri="{FF2B5EF4-FFF2-40B4-BE49-F238E27FC236}">
                <a16:creationId xmlns:a16="http://schemas.microsoft.com/office/drawing/2014/main" id="{CE7E6ECB-8DD9-D100-B31D-9FB4D9454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382" y="1951284"/>
            <a:ext cx="4463548" cy="4120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8669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5491136-79B8-26AD-B9E1-3B7E9587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349" y="2126628"/>
            <a:ext cx="544513" cy="404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  <p:txBody>
          <a:bodyPr lIns="53035" tIns="26518" rIns="53035" bIns="26518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b="1" dirty="0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87E7B6F-FED4-A458-5E32-9AFFC69B6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8874" y="2218703"/>
            <a:ext cx="617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82D83C8-971B-C14B-BE32-F2FA996EA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924" y="2133896"/>
            <a:ext cx="249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b</a:t>
            </a:r>
            <a:endParaRPr lang="en-US" altLang="zh-CN" sz="2000" b="1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C0CB6C33-5BCE-AB5B-E0B6-DE5C2A212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944038"/>
            <a:ext cx="978025" cy="52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ctr"/>
            <a:r>
              <a:rPr lang="zh-CN" altLang="en-US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顶层</a:t>
            </a:r>
            <a:endParaRPr lang="en-US" altLang="zh-CN" sz="1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</a:t>
            </a:r>
            <a:r>
              <a:rPr lang="zh-CN" altLang="en-US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  <a:r>
              <a:rPr lang="en-US" altLang="zh-CN" sz="1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6A64DFA1-B775-7FB8-A239-4E43E6362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3506" y="2420888"/>
            <a:ext cx="617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433C3AC4-8B42-6C5D-A561-64804F5B7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312" y="2021853"/>
            <a:ext cx="2397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e</a:t>
            </a:r>
            <a:endParaRPr lang="en-US" altLang="zh-CN" sz="2000" b="1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364A960C-6603-CD5B-6E1E-F449039F4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8894" y="2348880"/>
            <a:ext cx="617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EF473515-82DB-F63D-0594-497568667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781" y="3162349"/>
            <a:ext cx="52070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ctr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rgbClr val="FF3399"/>
                </a:solidFill>
              </a:rPr>
              <a:t>1</a:t>
            </a:r>
            <a:endParaRPr lang="en-US" altLang="zh-CN" b="1" dirty="0">
              <a:solidFill>
                <a:srgbClr val="FF3399"/>
              </a:solidFill>
            </a:endParaRP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8D0B6173-7D85-B527-3E02-232124803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106" y="3162349"/>
            <a:ext cx="57785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ctr"/>
            <a:r>
              <a:rPr lang="en-US" altLang="zh-CN" sz="1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6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b="1" baseline="-25000" dirty="0">
                <a:solidFill>
                  <a:srgbClr val="FF3300"/>
                </a:solidFill>
              </a:rPr>
              <a:t>3</a:t>
            </a:r>
            <a:endParaRPr lang="en-US" altLang="zh-CN" sz="1600" b="1" dirty="0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ADE0393-9912-0C1B-E31A-762510C3F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656" y="3784649"/>
            <a:ext cx="52070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ctr"/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hlink"/>
                </a:solidFill>
              </a:rPr>
              <a:t>2</a:t>
            </a:r>
            <a:endParaRPr lang="en-US" altLang="zh-CN" sz="2000" b="1" dirty="0">
              <a:solidFill>
                <a:schemeClr val="hlink"/>
              </a:solidFill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1E4140DE-FAE8-CB69-F2FC-8CC5BC5C4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3481" y="3335387"/>
            <a:ext cx="7508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D094AC0-20B1-76B8-F1FD-FE63A4C2F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9356" y="3956099"/>
            <a:ext cx="1098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B36E7C80-4CA6-43E6-2810-FD7C219369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906" y="3525887"/>
            <a:ext cx="0" cy="430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6507161F-9755-D0FA-9CDC-B036DCF56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181" y="3654474"/>
            <a:ext cx="247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d</a:t>
            </a:r>
            <a:endParaRPr lang="en-US" altLang="zh-CN" sz="2000" b="1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83ED342C-BC84-3952-3B5B-053ACA15C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6669" y="3314749"/>
            <a:ext cx="617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4B8C3114-7803-3C6C-901F-6D2ADB690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881" y="2979117"/>
            <a:ext cx="236538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endParaRPr lang="en-US" altLang="zh-CN" sz="2000" b="1" dirty="0"/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8A1CDAAE-3F99-ABE7-F921-EF10A2338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719" y="3647455"/>
            <a:ext cx="2476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b</a:t>
            </a:r>
            <a:endParaRPr lang="en-US" altLang="zh-CN" sz="2000" b="1" dirty="0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94CF0BBC-6896-5A1D-28D8-2539DD4C2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6669" y="3983087"/>
            <a:ext cx="617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BA217E90-AB91-9925-27EA-70B431B37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47" y="4955554"/>
            <a:ext cx="9239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EC4706A6-7598-4B15-68B7-0313E5A6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5581" y="3006774"/>
            <a:ext cx="239713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e</a:t>
            </a:r>
            <a:endParaRPr lang="en-US" altLang="zh-CN" sz="2000" b="1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6982F5A7-A373-229E-3733-D9D87D60B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9531" y="3305224"/>
            <a:ext cx="619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7B4A33D1-FCDB-6CED-BE54-23EB8F45A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356" y="3006774"/>
            <a:ext cx="239713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c</a:t>
            </a:r>
            <a:endParaRPr lang="en-US" altLang="zh-CN" sz="2000" b="1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5C6757BB-F7DD-7A20-4285-A280B9464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773" y="4951114"/>
            <a:ext cx="57785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111</a:t>
            </a:r>
            <a:endParaRPr lang="en-US" altLang="zh-CN" sz="2000" b="1" dirty="0">
              <a:solidFill>
                <a:srgbClr val="FF3399"/>
              </a:solidFill>
            </a:endParaRP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6678ED3C-A71D-9096-5196-172639D86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773" y="4951114"/>
            <a:ext cx="57785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rgbClr val="FF3399"/>
                </a:solidFill>
              </a:rPr>
              <a:t>12</a:t>
            </a:r>
            <a:endParaRPr lang="en-US" altLang="zh-CN" sz="2000" b="1" baseline="-25000" dirty="0">
              <a:solidFill>
                <a:srgbClr val="FF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39797B37-4F53-584E-37C9-6F558BBB3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623" y="5319414"/>
            <a:ext cx="0" cy="436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AF87A1B8-5CBE-B930-8535-0D1E243A6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623" y="5755977"/>
            <a:ext cx="565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85413424-D8B8-EDC9-8459-3F5959D5B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773" y="5560714"/>
            <a:ext cx="5778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99"/>
                </a:solidFill>
                <a:latin typeface="Times New Roman" panose="02020603050405020304" pitchFamily="18" charset="0"/>
              </a:rPr>
              <a:t>113</a:t>
            </a: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6381865E-AA78-B2A4-15CE-725C71272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0010" y="5295602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424BE526-576F-932F-0179-5ED75BF1A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260" y="4794943"/>
            <a:ext cx="2381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</a:p>
          <a:p>
            <a:pPr algn="just"/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44A44BC1-BAD7-D759-94BB-4F5C8397D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1160" y="4804468"/>
            <a:ext cx="239713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c</a:t>
            </a:r>
            <a:endParaRPr lang="en-US" altLang="zh-CN" sz="2000" b="1"/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07378662-8661-96E9-6F3A-995DBC8E8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861" y="5021163"/>
            <a:ext cx="592137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00"/>
                </a:solidFill>
              </a:rPr>
              <a:t>131</a:t>
            </a:r>
            <a:endParaRPr lang="en-US" altLang="zh-CN" sz="2000" b="1" dirty="0"/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79B3117B-5F54-A46F-83C8-0BE7163CC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861" y="5676801"/>
            <a:ext cx="592137" cy="344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00"/>
                </a:solidFill>
              </a:rPr>
              <a:t>13</a:t>
            </a:r>
            <a:r>
              <a:rPr lang="en-US" altLang="zh-CN" sz="20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dirty="0"/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32BF8F0A-50E1-0A52-98CC-DEB1662F6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236" y="5364063"/>
            <a:ext cx="601662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solidFill>
                  <a:srgbClr val="FF3300"/>
                </a:solidFill>
              </a:rPr>
              <a:t>3</a:t>
            </a:r>
            <a:r>
              <a:rPr lang="en-US" altLang="zh-CN" sz="20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dirty="0"/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0E22D0AB-E339-16F5-4B91-B8581932E3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9036" y="5230713"/>
            <a:ext cx="471487" cy="7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7CF4039F-4C75-9EEB-5DDF-E8CD92A8B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998" y="5175151"/>
            <a:ext cx="500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6194CAF8-0C0F-6CB3-6F95-4D6FDDD89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0711" y="5551388"/>
            <a:ext cx="463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C9F841F2-EFFD-C362-8E09-ABBDB09BF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948" y="4933255"/>
            <a:ext cx="23971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90E73B71-9A88-C4BE-76FA-1185A1027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061" y="5593655"/>
            <a:ext cx="247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C6144C93-A218-4C1B-3642-00A5A6B39E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3961" y="5864126"/>
            <a:ext cx="471487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134884E5-1CF3-3F33-B3F9-DA185354F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998" y="5864126"/>
            <a:ext cx="500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145B6E5C-43E3-6B7D-B01A-73CB698BF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6061" y="5175151"/>
            <a:ext cx="0" cy="188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49" name="Line 47">
            <a:extLst>
              <a:ext uri="{FF2B5EF4-FFF2-40B4-BE49-F238E27FC236}">
                <a16:creationId xmlns:a16="http://schemas.microsoft.com/office/drawing/2014/main" id="{37E432BA-15C6-7406-F753-AAFDA7AF55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6061" y="5708550"/>
            <a:ext cx="0" cy="155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985AE684-1A88-B8CD-381D-058B53EF0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161" y="5233292"/>
            <a:ext cx="2381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e</a:t>
            </a:r>
            <a:endParaRPr lang="en-US" altLang="zh-CN" sz="2000" b="1"/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295804F2-46D5-37FE-1110-98F2E1CDC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052" y="5411489"/>
            <a:ext cx="49632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1800" b="1" dirty="0">
                <a:solidFill>
                  <a:srgbClr val="0099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800" b="1" baseline="-25000" dirty="0">
                <a:solidFill>
                  <a:srgbClr val="009999"/>
                </a:solidFill>
              </a:rPr>
              <a:t>121</a:t>
            </a:r>
            <a:endParaRPr lang="en-US" altLang="zh-CN" sz="1800" b="1" dirty="0"/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12C83D73-8A19-62AD-DFD6-233AE6F27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7675" y="5398789"/>
            <a:ext cx="527090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1800" b="1" dirty="0">
                <a:solidFill>
                  <a:srgbClr val="0099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800" b="1" baseline="-25000" dirty="0">
                <a:solidFill>
                  <a:srgbClr val="009999"/>
                </a:solidFill>
              </a:rPr>
              <a:t>12</a:t>
            </a:r>
            <a:r>
              <a:rPr lang="en-US" altLang="zh-CN" sz="1800" b="1" baseline="-25000" dirty="0">
                <a:solidFill>
                  <a:srgbClr val="009999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="1" dirty="0"/>
          </a:p>
        </p:txBody>
      </p:sp>
      <p:sp>
        <p:nvSpPr>
          <p:cNvPr id="53" name="Text Box 51">
            <a:extLst>
              <a:ext uri="{FF2B5EF4-FFF2-40B4-BE49-F238E27FC236}">
                <a16:creationId xmlns:a16="http://schemas.microsoft.com/office/drawing/2014/main" id="{F6BDC0E6-0962-7017-7CDF-AEBB16724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626" y="5411489"/>
            <a:ext cx="498996" cy="344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3035" tIns="26518" rIns="53035" bIns="26518"/>
          <a:lstStyle/>
          <a:p>
            <a:pPr algn="just"/>
            <a:r>
              <a:rPr lang="en-US" altLang="zh-CN" sz="1800" b="1" dirty="0">
                <a:solidFill>
                  <a:srgbClr val="0099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800" b="1" baseline="-25000" dirty="0">
                <a:solidFill>
                  <a:srgbClr val="009999"/>
                </a:solidFill>
              </a:rPr>
              <a:t>12</a:t>
            </a:r>
            <a:r>
              <a:rPr lang="en-US" altLang="zh-CN" sz="1800" b="1" baseline="-25000" dirty="0">
                <a:solidFill>
                  <a:srgbClr val="009999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="1" dirty="0"/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E68DC3AD-28E1-169B-F123-0AC4DFAE4E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7864" y="5635327"/>
            <a:ext cx="428931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6ABAB7D0-CC58-A922-5F34-74E517C2C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623" y="5640089"/>
            <a:ext cx="24481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05945850-DCEB-2C52-7BFC-52F0B5FEC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064" y="5640088"/>
            <a:ext cx="230100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57" name="Line 55">
            <a:extLst>
              <a:ext uri="{FF2B5EF4-FFF2-40B4-BE49-F238E27FC236}">
                <a16:creationId xmlns:a16="http://schemas.microsoft.com/office/drawing/2014/main" id="{7C58F220-8A6F-27A6-0637-09A9B6729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152" y="5640089"/>
            <a:ext cx="366346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56">
            <a:extLst>
              <a:ext uri="{FF2B5EF4-FFF2-40B4-BE49-F238E27FC236}">
                <a16:creationId xmlns:a16="http://schemas.microsoft.com/office/drawing/2014/main" id="{E9FC824F-DA93-DC15-9CD1-087E553C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253" y="5332164"/>
            <a:ext cx="239651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b</a:t>
            </a:r>
            <a:endParaRPr lang="en-US" altLang="zh-CN" sz="2000" b="1" dirty="0"/>
          </a:p>
        </p:txBody>
      </p:sp>
      <p:sp>
        <p:nvSpPr>
          <p:cNvPr id="59" name="Text Box 57">
            <a:extLst>
              <a:ext uri="{FF2B5EF4-FFF2-40B4-BE49-F238E27FC236}">
                <a16:creationId xmlns:a16="http://schemas.microsoft.com/office/drawing/2014/main" id="{4A129B95-8BEF-3216-FAF4-005E32B69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302" y="5327401"/>
            <a:ext cx="2381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d</a:t>
            </a:r>
            <a:endParaRPr lang="en-US" altLang="zh-CN" sz="2000" b="1"/>
          </a:p>
        </p:txBody>
      </p:sp>
      <p:sp>
        <p:nvSpPr>
          <p:cNvPr id="60" name="Line 58">
            <a:extLst>
              <a:ext uri="{FF2B5EF4-FFF2-40B4-BE49-F238E27FC236}">
                <a16:creationId xmlns:a16="http://schemas.microsoft.com/office/drawing/2014/main" id="{C7B14009-711E-A134-26AB-D5479AE3F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1160" y="5130502"/>
            <a:ext cx="249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59">
            <a:extLst>
              <a:ext uri="{FF2B5EF4-FFF2-40B4-BE49-F238E27FC236}">
                <a16:creationId xmlns:a16="http://schemas.microsoft.com/office/drawing/2014/main" id="{E27C2B6C-F5DD-3886-E13E-BA24B76BE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473" y="5130502"/>
            <a:ext cx="250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0">
            <a:extLst>
              <a:ext uri="{FF2B5EF4-FFF2-40B4-BE49-F238E27FC236}">
                <a16:creationId xmlns:a16="http://schemas.microsoft.com/office/drawing/2014/main" id="{FB5CD0D2-9D48-398F-0D8B-02EA2DE34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273" y="5130502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3A06C927-C341-03FB-4762-01275A00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909" y="6107668"/>
            <a:ext cx="189865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层之三</a:t>
            </a:r>
          </a:p>
        </p:txBody>
      </p:sp>
      <p:sp>
        <p:nvSpPr>
          <p:cNvPr id="64" name="Text Box 65">
            <a:extLst>
              <a:ext uri="{FF2B5EF4-FFF2-40B4-BE49-F238E27FC236}">
                <a16:creationId xmlns:a16="http://schemas.microsoft.com/office/drawing/2014/main" id="{785B909F-A852-B61E-FE96-8CEEC7091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949" y="1790996"/>
            <a:ext cx="236538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a</a:t>
            </a:r>
            <a:endParaRPr lang="en-US" altLang="zh-CN" sz="2000" b="1"/>
          </a:p>
        </p:txBody>
      </p:sp>
      <p:sp>
        <p:nvSpPr>
          <p:cNvPr id="65" name="Text Box 66">
            <a:extLst>
              <a:ext uri="{FF2B5EF4-FFF2-40B4-BE49-F238E27FC236}">
                <a16:creationId xmlns:a16="http://schemas.microsoft.com/office/drawing/2014/main" id="{301506B1-8775-4A3E-E060-A7E7AD057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362" y="6083629"/>
            <a:ext cx="165576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层之二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" name="Text Box 67">
            <a:extLst>
              <a:ext uri="{FF2B5EF4-FFF2-40B4-BE49-F238E27FC236}">
                <a16:creationId xmlns:a16="http://schemas.microsoft.com/office/drawing/2014/main" id="{CC77EC90-EF69-D5B6-330E-816E7BA41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6107668"/>
            <a:ext cx="1349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层之一</a:t>
            </a:r>
          </a:p>
        </p:txBody>
      </p:sp>
      <p:sp>
        <p:nvSpPr>
          <p:cNvPr id="67" name="AutoShape 69">
            <a:extLst>
              <a:ext uri="{FF2B5EF4-FFF2-40B4-BE49-F238E27FC236}">
                <a16:creationId xmlns:a16="http://schemas.microsoft.com/office/drawing/2014/main" id="{8A27A863-5836-12AF-F19F-A6BF9DB34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231" y="2924224"/>
            <a:ext cx="2232025" cy="151288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Text Box 24">
            <a:extLst>
              <a:ext uri="{FF2B5EF4-FFF2-40B4-BE49-F238E27FC236}">
                <a16:creationId xmlns:a16="http://schemas.microsoft.com/office/drawing/2014/main" id="{D812718C-E62B-4509-325D-64574ADD8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57" y="3327549"/>
            <a:ext cx="9239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035" tIns="26518" rIns="53035" bIns="26518"/>
          <a:lstStyle/>
          <a:p>
            <a:pPr algn="just"/>
            <a:r>
              <a:rPr lang="en-US" altLang="zh-CN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3462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2" r:link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4" r:link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8BC398-ADF4-B020-6563-26C14F75A788}"/>
              </a:ext>
            </a:extLst>
          </p:cNvPr>
          <p:cNvSpPr txBox="1"/>
          <p:nvPr/>
        </p:nvSpPr>
        <p:spPr>
          <a:xfrm>
            <a:off x="703332" y="1959489"/>
            <a:ext cx="597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ea typeface="楷体" panose="02010609060101010101" charset="-122"/>
              </a:rPr>
              <a:t>例</a:t>
            </a:r>
            <a:r>
              <a:rPr kumimoji="1" lang="en-US" altLang="zh-CN" b="1" dirty="0">
                <a:ea typeface="楷体" panose="02010609060101010101" charset="-122"/>
              </a:rPr>
              <a:t> </a:t>
            </a:r>
            <a:r>
              <a:rPr kumimoji="1" lang="zh-CN" altLang="en-US" b="1" dirty="0">
                <a:ea typeface="楷体" panose="02010609060101010101" charset="-122"/>
              </a:rPr>
              <a:t>：学生成绩管理系统数据流程图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6620BFEB-184D-C57B-7B30-40C6A7CA8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54" y="2777932"/>
            <a:ext cx="16764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顶层：                        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36D0E3E-127A-C60F-275C-C219B7F94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67" y="3827872"/>
            <a:ext cx="22860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宋体" panose="02010600030101010101" pitchFamily="2" charset="-122"/>
              </a:rPr>
              <a:t>考试成绩登记表</a:t>
            </a:r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id="{A0B80AD7-BB5E-7376-FF65-C20E5A815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3321" y="4759077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5" name="AutoShape 6">
            <a:extLst>
              <a:ext uri="{FF2B5EF4-FFF2-40B4-BE49-F238E27FC236}">
                <a16:creationId xmlns:a16="http://schemas.microsoft.com/office/drawing/2014/main" id="{D138AFE3-D600-2664-5DED-109A1CC30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22" y="3920878"/>
            <a:ext cx="1579563" cy="1713507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ctr"/>
            <a:endParaRPr kumimoji="1" lang="zh-CN" altLang="en-US" sz="2400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3F2C1C86-C8A0-DD30-9558-23770E8F7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321" y="4293096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1">
            <a:extLst>
              <a:ext uri="{FF2B5EF4-FFF2-40B4-BE49-F238E27FC236}">
                <a16:creationId xmlns:a16="http://schemas.microsoft.com/office/drawing/2014/main" id="{B8C76678-DB2C-7F87-D01D-580858E03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9321" y="4454277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EB22CA53-CB3D-134F-F961-FF73A7252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5" y="3267362"/>
            <a:ext cx="1925637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个人成绩单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481CFA90-0D35-AC2F-E87F-E508032C1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21" y="4406170"/>
            <a:ext cx="13716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成绩表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CCA7300D-008F-AFB4-A108-E4C49099B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21" y="5549170"/>
            <a:ext cx="13716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3E133E30-2F8D-9ABF-AE9D-7321269F64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75121" y="361607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2F33AC18-3F51-37EE-CAAB-524751687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5121" y="3616077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1900E40E-E7F2-C5D8-472B-F1599C6ADD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21" y="567347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36ECF51C-EE47-F09B-D933-9F1C35953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21" y="5902077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28">
            <a:extLst>
              <a:ext uri="{FF2B5EF4-FFF2-40B4-BE49-F238E27FC236}">
                <a16:creationId xmlns:a16="http://schemas.microsoft.com/office/drawing/2014/main" id="{98EB6984-0DD2-C5CD-BDDE-160C82A19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321" y="4967064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4935CEFE-E2D6-A6D2-3C14-AF0E9C10A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055" y="4545111"/>
            <a:ext cx="1868487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缓考名单</a:t>
            </a:r>
          </a:p>
        </p:txBody>
      </p:sp>
      <p:sp>
        <p:nvSpPr>
          <p:cNvPr id="27" name="Line 30">
            <a:extLst>
              <a:ext uri="{FF2B5EF4-FFF2-40B4-BE49-F238E27FC236}">
                <a16:creationId xmlns:a16="http://schemas.microsoft.com/office/drawing/2014/main" id="{A73D7CA1-CD28-FC3F-3C3B-9F7185471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321" y="5271864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Text Box 31">
            <a:extLst>
              <a:ext uri="{FF2B5EF4-FFF2-40B4-BE49-F238E27FC236}">
                <a16:creationId xmlns:a16="http://schemas.microsoft.com/office/drawing/2014/main" id="{95043FF4-8771-1A57-57C5-8B9CFEA3E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845" y="5301208"/>
            <a:ext cx="1712913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作弊名单</a:t>
            </a:r>
          </a:p>
        </p:txBody>
      </p:sp>
      <p:sp>
        <p:nvSpPr>
          <p:cNvPr id="29" name="Line 11">
            <a:extLst>
              <a:ext uri="{FF2B5EF4-FFF2-40B4-BE49-F238E27FC236}">
                <a16:creationId xmlns:a16="http://schemas.microsoft.com/office/drawing/2014/main" id="{925F9F3C-201E-E976-D3A8-47C4D2CDF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9321" y="5085184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9B1117DE-CA3D-975B-8897-678C1B87B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388" y="4605073"/>
            <a:ext cx="1925637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成绩处理</a:t>
            </a:r>
          </a:p>
        </p:txBody>
      </p:sp>
      <p:sp>
        <p:nvSpPr>
          <p:cNvPr id="31" name="Text Box 15">
            <a:extLst>
              <a:ext uri="{FF2B5EF4-FFF2-40B4-BE49-F238E27FC236}">
                <a16:creationId xmlns:a16="http://schemas.microsoft.com/office/drawing/2014/main" id="{E229E657-B7AF-3DAC-9C9C-FB00B0686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547" y="4020379"/>
            <a:ext cx="1925637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b="1" dirty="0"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id="{28FFDE85-B6C1-FF31-E640-FB7304F25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84" y="5138535"/>
            <a:ext cx="1925637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latin typeface="宋体" panose="02010600030101010101" pitchFamily="2" charset="-122"/>
              </a:rPr>
              <a:t>教务人员</a:t>
            </a:r>
          </a:p>
        </p:txBody>
      </p:sp>
      <p:sp>
        <p:nvSpPr>
          <p:cNvPr id="33" name="Line 4">
            <a:extLst>
              <a:ext uri="{FF2B5EF4-FFF2-40B4-BE49-F238E27FC236}">
                <a16:creationId xmlns:a16="http://schemas.microsoft.com/office/drawing/2014/main" id="{1C611B57-191E-9345-C207-E4253AFDDDB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93968" y="394026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4" name="Line 5">
            <a:extLst>
              <a:ext uri="{FF2B5EF4-FFF2-40B4-BE49-F238E27FC236}">
                <a16:creationId xmlns:a16="http://schemas.microsoft.com/office/drawing/2014/main" id="{172ACE3E-012C-1C50-2490-C4E89AA32A8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3967" y="394026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C2E72FFE-03FE-E9EA-2254-DE0425153C5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82387" y="4010026"/>
            <a:ext cx="1152525" cy="5353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院系</a:t>
            </a: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39DB08B9-636C-CE97-40DC-260671E37AC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77458" y="492832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47F4E2FF-9CBA-6D92-A747-42E8C06D97B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7457" y="492832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12074025-A70E-124B-ECBB-24D86AB2F22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5877" y="4998086"/>
            <a:ext cx="1152525" cy="5353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教务处</a:t>
            </a:r>
          </a:p>
        </p:txBody>
      </p:sp>
      <p:sp>
        <p:nvSpPr>
          <p:cNvPr id="39" name="Line 4">
            <a:extLst>
              <a:ext uri="{FF2B5EF4-FFF2-40B4-BE49-F238E27FC236}">
                <a16:creationId xmlns:a16="http://schemas.microsoft.com/office/drawing/2014/main" id="{5FA8BC2F-E6DC-2769-7BB9-419FB3DA3E7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209448" y="327795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" name="Line 5">
            <a:extLst>
              <a:ext uri="{FF2B5EF4-FFF2-40B4-BE49-F238E27FC236}">
                <a16:creationId xmlns:a16="http://schemas.microsoft.com/office/drawing/2014/main" id="{AC892007-6DF0-212F-9219-789E51943B5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209447" y="327796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028F22C4-0FAB-74C9-24CC-45C4F6DFADD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7297867" y="3347721"/>
            <a:ext cx="1152525" cy="5353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42" name="Line 4">
            <a:extLst>
              <a:ext uri="{FF2B5EF4-FFF2-40B4-BE49-F238E27FC236}">
                <a16:creationId xmlns:a16="http://schemas.microsoft.com/office/drawing/2014/main" id="{8A78900B-3EEB-B06D-E02F-61964AB588D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209448" y="435428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" name="Line 5">
            <a:extLst>
              <a:ext uri="{FF2B5EF4-FFF2-40B4-BE49-F238E27FC236}">
                <a16:creationId xmlns:a16="http://schemas.microsoft.com/office/drawing/2014/main" id="{14CC8912-A28E-5B98-694E-FAA7B5EC18C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209447" y="435428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7B6EBC1E-A59B-C084-45A3-D92FE3B3D51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297866" y="4424046"/>
            <a:ext cx="1738630" cy="5353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成绩管理科</a:t>
            </a:r>
          </a:p>
        </p:txBody>
      </p:sp>
      <p:sp>
        <p:nvSpPr>
          <p:cNvPr id="45" name="Line 4">
            <a:extLst>
              <a:ext uri="{FF2B5EF4-FFF2-40B4-BE49-F238E27FC236}">
                <a16:creationId xmlns:a16="http://schemas.microsoft.com/office/drawing/2014/main" id="{2CF6A9F5-5961-FF90-92A7-6A74FB77C311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281203" y="550236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6" name="Line 5">
            <a:extLst>
              <a:ext uri="{FF2B5EF4-FFF2-40B4-BE49-F238E27FC236}">
                <a16:creationId xmlns:a16="http://schemas.microsoft.com/office/drawing/2014/main" id="{722E9124-16DD-8259-BD17-85B600759E5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281202" y="550236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" name="Text Box 17">
            <a:extLst>
              <a:ext uri="{FF2B5EF4-FFF2-40B4-BE49-F238E27FC236}">
                <a16:creationId xmlns:a16="http://schemas.microsoft.com/office/drawing/2014/main" id="{673D0E57-4AA3-C933-57A2-28524223008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369622" y="5572126"/>
            <a:ext cx="1152525" cy="5353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院系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5279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8" r:link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0" r:link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3.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数据流程图的层次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8BC398-ADF4-B020-6563-26C14F75A788}"/>
              </a:ext>
            </a:extLst>
          </p:cNvPr>
          <p:cNvSpPr txBox="1"/>
          <p:nvPr/>
        </p:nvSpPr>
        <p:spPr>
          <a:xfrm>
            <a:off x="703332" y="1959489"/>
            <a:ext cx="597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ea typeface="楷体" panose="02010609060101010101" charset="-122"/>
              </a:rPr>
              <a:t>例</a:t>
            </a:r>
            <a:r>
              <a:rPr kumimoji="1" lang="en-US" altLang="zh-CN" b="1" dirty="0">
                <a:ea typeface="楷体" panose="02010609060101010101" charset="-122"/>
              </a:rPr>
              <a:t> </a:t>
            </a:r>
            <a:r>
              <a:rPr kumimoji="1" lang="zh-CN" altLang="en-US" b="1" dirty="0">
                <a:ea typeface="楷体" panose="02010609060101010101" charset="-122"/>
              </a:rPr>
              <a:t>：学生成绩管理系统数据流程图</a:t>
            </a:r>
          </a:p>
        </p:txBody>
      </p:sp>
      <p:sp>
        <p:nvSpPr>
          <p:cNvPr id="37" name="Text Box 3">
            <a:extLst>
              <a:ext uri="{FF2B5EF4-FFF2-40B4-BE49-F238E27FC236}">
                <a16:creationId xmlns:a16="http://schemas.microsoft.com/office/drawing/2014/main" id="{D7D5FDEE-EB11-0333-E75A-56EB233DF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62" y="2427197"/>
            <a:ext cx="167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二层：                        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37D6DCB3-5F0D-6721-9F2F-F63CD209A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801" y="4530606"/>
            <a:ext cx="24482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1600" b="1" dirty="0">
                <a:latin typeface="宋体" panose="02010600030101010101" pitchFamily="2" charset="-122"/>
              </a:rPr>
              <a:t>考试成绩登记表</a:t>
            </a:r>
          </a:p>
        </p:txBody>
      </p:sp>
      <p:sp>
        <p:nvSpPr>
          <p:cNvPr id="39" name="Line 4">
            <a:extLst>
              <a:ext uri="{FF2B5EF4-FFF2-40B4-BE49-F238E27FC236}">
                <a16:creationId xmlns:a16="http://schemas.microsoft.com/office/drawing/2014/main" id="{FB70BE3A-F901-8116-C4ED-87C7A8F66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1774" y="4825752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6B77D917-35DB-9F4C-B8A2-DCC37208CBA1}"/>
              </a:ext>
            </a:extLst>
          </p:cNvPr>
          <p:cNvSpPr>
            <a:spLocks noChangeArrowheads="1"/>
          </p:cNvSpPr>
          <p:nvPr/>
        </p:nvSpPr>
        <p:spPr bwMode="white">
          <a:xfrm>
            <a:off x="2892134" y="2597150"/>
            <a:ext cx="1354455" cy="1252220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kumimoji="1" lang="en-US" altLang="zh-CN" b="1" dirty="0">
                <a:latin typeface="宋体" panose="02010600030101010101" pitchFamily="2" charset="-122"/>
              </a:rPr>
              <a:t>1</a:t>
            </a:r>
          </a:p>
          <a:p>
            <a:pPr algn="ctr"/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缓考成绩处理</a:t>
            </a:r>
          </a:p>
          <a:p>
            <a:pPr algn="ctr"/>
            <a:endParaRPr kumimoji="1" lang="zh-CN" altLang="en-US" sz="1600" b="1" dirty="0">
              <a:latin typeface="宋体" panose="02010600030101010101" pitchFamily="2" charset="-122"/>
            </a:endParaRPr>
          </a:p>
          <a:p>
            <a:pPr algn="ctr"/>
            <a:r>
              <a:rPr kumimoji="1" lang="zh-CN" altLang="en-US" sz="1600" b="1" dirty="0">
                <a:latin typeface="宋体" panose="02010600030101010101" pitchFamily="2" charset="-122"/>
              </a:rPr>
              <a:t>教务人员</a:t>
            </a:r>
          </a:p>
          <a:p>
            <a:pPr algn="ctr"/>
            <a:endParaRPr kumimoji="1"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41" name="Line 6">
            <a:extLst>
              <a:ext uri="{FF2B5EF4-FFF2-40B4-BE49-F238E27FC236}">
                <a16:creationId xmlns:a16="http://schemas.microsoft.com/office/drawing/2014/main" id="{4EB70255-3290-8BAE-E2BD-B6F1ACBDA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7974" y="4825752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" name="Line 10">
            <a:extLst>
              <a:ext uri="{FF2B5EF4-FFF2-40B4-BE49-F238E27FC236}">
                <a16:creationId xmlns:a16="http://schemas.microsoft.com/office/drawing/2014/main" id="{95D9B1D6-89B3-6ED2-58F2-EFAED63D2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1974" y="290170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3" name="Text Box 14">
            <a:extLst>
              <a:ext uri="{FF2B5EF4-FFF2-40B4-BE49-F238E27FC236}">
                <a16:creationId xmlns:a16="http://schemas.microsoft.com/office/drawing/2014/main" id="{89F790A3-79C3-0CA7-DA82-FD5281979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154" y="3301752"/>
            <a:ext cx="17818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个人成绩单</a:t>
            </a:r>
          </a:p>
        </p:txBody>
      </p:sp>
      <p:sp>
        <p:nvSpPr>
          <p:cNvPr id="44" name="Text Box 15">
            <a:extLst>
              <a:ext uri="{FF2B5EF4-FFF2-40B4-BE49-F238E27FC236}">
                <a16:creationId xmlns:a16="http://schemas.microsoft.com/office/drawing/2014/main" id="{04ED3EE1-69B8-6340-1B6E-42443F41C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774" y="4354263"/>
            <a:ext cx="13715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成绩表</a:t>
            </a:r>
          </a:p>
        </p:txBody>
      </p:sp>
      <p:sp>
        <p:nvSpPr>
          <p:cNvPr id="45" name="Text Box 16">
            <a:extLst>
              <a:ext uri="{FF2B5EF4-FFF2-40B4-BE49-F238E27FC236}">
                <a16:creationId xmlns:a16="http://schemas.microsoft.com/office/drawing/2014/main" id="{4060F3E7-DDF2-DEAE-41AA-3CD16AEE9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774" y="5511552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33764F59-2C3B-582B-3512-6A4B67A04B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1774" y="3682752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CA86D216-0725-5326-DD9F-B3AF13E87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1774" y="3682752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8" name="Line 25">
            <a:extLst>
              <a:ext uri="{FF2B5EF4-FFF2-40B4-BE49-F238E27FC236}">
                <a16:creationId xmlns:a16="http://schemas.microsoft.com/office/drawing/2014/main" id="{9366131E-DC33-8565-2C9C-3336EAA694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1774" y="4825752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9" name="Line 26">
            <a:extLst>
              <a:ext uri="{FF2B5EF4-FFF2-40B4-BE49-F238E27FC236}">
                <a16:creationId xmlns:a16="http://schemas.microsoft.com/office/drawing/2014/main" id="{72F2CEBB-BA5A-8C87-D3CE-AE8022CAD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1774" y="5892552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0" name="AutoShape 27">
            <a:extLst>
              <a:ext uri="{FF2B5EF4-FFF2-40B4-BE49-F238E27FC236}">
                <a16:creationId xmlns:a16="http://schemas.microsoft.com/office/drawing/2014/main" id="{273FC97D-E4F2-A36A-164C-7D9E1BDEA0A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2892134" y="3892550"/>
            <a:ext cx="1405255" cy="1221740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kumimoji="1" lang="en-US" altLang="zh-CN" b="1" dirty="0">
                <a:latin typeface="宋体" panose="02010600030101010101" pitchFamily="2" charset="-122"/>
              </a:rPr>
              <a:t>2</a:t>
            </a:r>
          </a:p>
          <a:p>
            <a:pPr algn="ctr"/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考试成绩处理</a:t>
            </a:r>
          </a:p>
          <a:p>
            <a:pPr algn="ctr"/>
            <a:endParaRPr kumimoji="1"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ctr"/>
            <a:r>
              <a:rPr kumimoji="1" lang="zh-CN" altLang="en-US" sz="1600" b="1" dirty="0">
                <a:latin typeface="宋体" panose="02010600030101010101" pitchFamily="2" charset="-122"/>
                <a:sym typeface="+mn-ea"/>
              </a:rPr>
              <a:t>教务人员</a:t>
            </a:r>
            <a:endParaRPr kumimoji="1" lang="zh-CN" altLang="en-US" b="1" dirty="0">
              <a:latin typeface="宋体" panose="02010600030101010101" pitchFamily="2" charset="-122"/>
            </a:endParaRPr>
          </a:p>
          <a:p>
            <a:pPr algn="ctr"/>
            <a:endParaRPr kumimoji="1" lang="en-US" altLang="zh-CN" dirty="0">
              <a:latin typeface="宋体" panose="02010600030101010101" pitchFamily="2" charset="-122"/>
            </a:endParaRPr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29264DE9-5643-BCAD-8C31-FEEC25D8C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1974" y="419710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2" name="AutoShape 29">
            <a:extLst>
              <a:ext uri="{FF2B5EF4-FFF2-40B4-BE49-F238E27FC236}">
                <a16:creationId xmlns:a16="http://schemas.microsoft.com/office/drawing/2014/main" id="{C4B43510-E11D-2CD3-3349-05D9CFD59627}"/>
              </a:ext>
            </a:extLst>
          </p:cNvPr>
          <p:cNvSpPr>
            <a:spLocks noChangeArrowheads="1"/>
          </p:cNvSpPr>
          <p:nvPr/>
        </p:nvSpPr>
        <p:spPr bwMode="white">
          <a:xfrm>
            <a:off x="2968333" y="5187951"/>
            <a:ext cx="1295400" cy="1369695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kumimoji="1" lang="en-US" altLang="zh-CN" b="1" dirty="0">
                <a:latin typeface="宋体" panose="02010600030101010101" pitchFamily="2" charset="-122"/>
              </a:rPr>
              <a:t>3</a:t>
            </a:r>
          </a:p>
          <a:p>
            <a:pPr algn="ctr"/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作弊成绩处理</a:t>
            </a:r>
          </a:p>
          <a:p>
            <a:pPr algn="ctr"/>
            <a:endParaRPr kumimoji="1"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ctr"/>
            <a:r>
              <a:rPr kumimoji="1" lang="zh-CN" altLang="en-US" sz="1600" b="1" dirty="0">
                <a:latin typeface="宋体" panose="02010600030101010101" pitchFamily="2" charset="-122"/>
                <a:sym typeface="+mn-ea"/>
              </a:rPr>
              <a:t>教务人员</a:t>
            </a:r>
            <a:endParaRPr kumimoji="1" lang="en-US" altLang="zh-CN" dirty="0">
              <a:latin typeface="宋体" panose="02010600030101010101" pitchFamily="2" charset="-122"/>
            </a:endParaRPr>
          </a:p>
        </p:txBody>
      </p:sp>
      <p:sp>
        <p:nvSpPr>
          <p:cNvPr id="53" name="Line 30">
            <a:extLst>
              <a:ext uri="{FF2B5EF4-FFF2-40B4-BE49-F238E27FC236}">
                <a16:creationId xmlns:a16="http://schemas.microsoft.com/office/drawing/2014/main" id="{AFF3EDA6-0CE1-AEE8-15BA-511584C22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8174" y="549250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4" name="Line 31">
            <a:extLst>
              <a:ext uri="{FF2B5EF4-FFF2-40B4-BE49-F238E27FC236}">
                <a16:creationId xmlns:a16="http://schemas.microsoft.com/office/drawing/2014/main" id="{7F8242CC-D058-6C87-AFEE-B8DEE1FBB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4174" y="6044952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5" name="Line 32">
            <a:extLst>
              <a:ext uri="{FF2B5EF4-FFF2-40B4-BE49-F238E27FC236}">
                <a16:creationId xmlns:a16="http://schemas.microsoft.com/office/drawing/2014/main" id="{E6581275-1D39-88BE-BCE4-6A4526909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4174" y="3682752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6" name="Line 33">
            <a:extLst>
              <a:ext uri="{FF2B5EF4-FFF2-40B4-BE49-F238E27FC236}">
                <a16:creationId xmlns:a16="http://schemas.microsoft.com/office/drawing/2014/main" id="{AE7F98A2-75D4-CE62-D4BE-0C77DAF7C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7374" y="482575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7" name="Line 34">
            <a:extLst>
              <a:ext uri="{FF2B5EF4-FFF2-40B4-BE49-F238E27FC236}">
                <a16:creationId xmlns:a16="http://schemas.microsoft.com/office/drawing/2014/main" id="{29E3D002-AC1E-31BA-3621-8613E1DC5C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3574" y="6197352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8" name="Text Box 35">
            <a:extLst>
              <a:ext uri="{FF2B5EF4-FFF2-40B4-BE49-F238E27FC236}">
                <a16:creationId xmlns:a16="http://schemas.microsoft.com/office/drawing/2014/main" id="{D94F6059-6429-4EF8-06DA-BA7E76F7A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774" y="6178525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59" name="Text Box 36">
            <a:extLst>
              <a:ext uri="{FF2B5EF4-FFF2-40B4-BE49-F238E27FC236}">
                <a16:creationId xmlns:a16="http://schemas.microsoft.com/office/drawing/2014/main" id="{C2602522-A46B-41C5-DD6A-67F739623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374" y="3310179"/>
            <a:ext cx="12223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缓考名单</a:t>
            </a:r>
          </a:p>
        </p:txBody>
      </p:sp>
      <p:sp>
        <p:nvSpPr>
          <p:cNvPr id="60" name="Text Box 37">
            <a:extLst>
              <a:ext uri="{FF2B5EF4-FFF2-40B4-BE49-F238E27FC236}">
                <a16:creationId xmlns:a16="http://schemas.microsoft.com/office/drawing/2014/main" id="{AE3D6185-D5FA-1F6E-94A4-E9415E969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819" y="5663952"/>
            <a:ext cx="16001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作弊名单</a:t>
            </a:r>
          </a:p>
        </p:txBody>
      </p:sp>
      <p:sp>
        <p:nvSpPr>
          <p:cNvPr id="61" name="Line 4">
            <a:extLst>
              <a:ext uri="{FF2B5EF4-FFF2-40B4-BE49-F238E27FC236}">
                <a16:creationId xmlns:a16="http://schemas.microsoft.com/office/drawing/2014/main" id="{750300AC-2A88-50A3-9644-A15E6559FB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9260" y="329446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2" name="Line 5">
            <a:extLst>
              <a:ext uri="{FF2B5EF4-FFF2-40B4-BE49-F238E27FC236}">
                <a16:creationId xmlns:a16="http://schemas.microsoft.com/office/drawing/2014/main" id="{20276677-E377-7564-8DFB-522044E49CA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79259" y="329447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" name="Text Box 17">
            <a:extLst>
              <a:ext uri="{FF2B5EF4-FFF2-40B4-BE49-F238E27FC236}">
                <a16:creationId xmlns:a16="http://schemas.microsoft.com/office/drawing/2014/main" id="{498951C3-C621-E7E6-B82B-654583B91F0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67680" y="3364231"/>
            <a:ext cx="992650" cy="4527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教务处</a:t>
            </a:r>
          </a:p>
        </p:txBody>
      </p:sp>
      <p:sp>
        <p:nvSpPr>
          <p:cNvPr id="64" name="Line 4">
            <a:extLst>
              <a:ext uri="{FF2B5EF4-FFF2-40B4-BE49-F238E27FC236}">
                <a16:creationId xmlns:a16="http://schemas.microsoft.com/office/drawing/2014/main" id="{56857BAA-4676-3CA4-869A-09737CA860A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7505" y="444254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" name="Line 5">
            <a:extLst>
              <a:ext uri="{FF2B5EF4-FFF2-40B4-BE49-F238E27FC236}">
                <a16:creationId xmlns:a16="http://schemas.microsoft.com/office/drawing/2014/main" id="{AEF82693-E68D-6D6E-4220-FE4CC8BE831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7504" y="444255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6" name="Text Box 17">
            <a:extLst>
              <a:ext uri="{FF2B5EF4-FFF2-40B4-BE49-F238E27FC236}">
                <a16:creationId xmlns:a16="http://schemas.microsoft.com/office/drawing/2014/main" id="{300B94DB-33EB-81CD-1813-5EBBE0CA388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95925" y="4512311"/>
            <a:ext cx="992650" cy="4527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院系</a:t>
            </a:r>
          </a:p>
        </p:txBody>
      </p:sp>
      <p:sp>
        <p:nvSpPr>
          <p:cNvPr id="67" name="Line 4">
            <a:extLst>
              <a:ext uri="{FF2B5EF4-FFF2-40B4-BE49-F238E27FC236}">
                <a16:creationId xmlns:a16="http://schemas.microsoft.com/office/drawing/2014/main" id="{A5802610-4BCA-32FB-FC99-A751AD9C954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62750" y="571762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8" name="Line 5">
            <a:extLst>
              <a:ext uri="{FF2B5EF4-FFF2-40B4-BE49-F238E27FC236}">
                <a16:creationId xmlns:a16="http://schemas.microsoft.com/office/drawing/2014/main" id="{389C21A9-F299-B52F-822D-62F32256768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62749" y="571763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9" name="Text Box 17">
            <a:extLst>
              <a:ext uri="{FF2B5EF4-FFF2-40B4-BE49-F238E27FC236}">
                <a16:creationId xmlns:a16="http://schemas.microsoft.com/office/drawing/2014/main" id="{BAA3605D-7AE1-4059-62BA-D3DEA58F83D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51170" y="5787391"/>
            <a:ext cx="992650" cy="4527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教务处</a:t>
            </a:r>
          </a:p>
        </p:txBody>
      </p:sp>
      <p:sp>
        <p:nvSpPr>
          <p:cNvPr id="70" name="Line 4">
            <a:extLst>
              <a:ext uri="{FF2B5EF4-FFF2-40B4-BE49-F238E27FC236}">
                <a16:creationId xmlns:a16="http://schemas.microsoft.com/office/drawing/2014/main" id="{F47942DD-C76D-3382-EF8C-40DF5200967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481761" y="3277959"/>
            <a:ext cx="56020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" name="Line 5">
            <a:extLst>
              <a:ext uri="{FF2B5EF4-FFF2-40B4-BE49-F238E27FC236}">
                <a16:creationId xmlns:a16="http://schemas.microsoft.com/office/drawing/2014/main" id="{B44F2A11-1F94-5FE3-0812-4712966C528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481759" y="327796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2" name="Text Box 17">
            <a:extLst>
              <a:ext uri="{FF2B5EF4-FFF2-40B4-BE49-F238E27FC236}">
                <a16:creationId xmlns:a16="http://schemas.microsoft.com/office/drawing/2014/main" id="{4AC1C6F2-0425-E083-9214-0B0DF436CB7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570180" y="3347722"/>
            <a:ext cx="1045526" cy="3974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73" name="Line 4">
            <a:extLst>
              <a:ext uri="{FF2B5EF4-FFF2-40B4-BE49-F238E27FC236}">
                <a16:creationId xmlns:a16="http://schemas.microsoft.com/office/drawing/2014/main" id="{A01C078F-F24F-4C75-4F68-FA23D6886A5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410847" y="449779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" name="Line 5">
            <a:extLst>
              <a:ext uri="{FF2B5EF4-FFF2-40B4-BE49-F238E27FC236}">
                <a16:creationId xmlns:a16="http://schemas.microsoft.com/office/drawing/2014/main" id="{0FEEE2B0-BE66-BB14-64DB-49A62020B61F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410846" y="449779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5" name="Text Box 17">
            <a:extLst>
              <a:ext uri="{FF2B5EF4-FFF2-40B4-BE49-F238E27FC236}">
                <a16:creationId xmlns:a16="http://schemas.microsoft.com/office/drawing/2014/main" id="{5103A723-8920-81B8-34C5-14638092535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531286" y="4567557"/>
            <a:ext cx="1505210" cy="3974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成绩管理科</a:t>
            </a:r>
          </a:p>
        </p:txBody>
      </p:sp>
      <p:sp>
        <p:nvSpPr>
          <p:cNvPr id="76" name="Line 4">
            <a:extLst>
              <a:ext uri="{FF2B5EF4-FFF2-40B4-BE49-F238E27FC236}">
                <a16:creationId xmlns:a16="http://schemas.microsoft.com/office/drawing/2014/main" id="{CD72FD21-42EC-9A30-C20C-2189A19786C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625271" y="5717629"/>
            <a:ext cx="56020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7" name="Line 5">
            <a:extLst>
              <a:ext uri="{FF2B5EF4-FFF2-40B4-BE49-F238E27FC236}">
                <a16:creationId xmlns:a16="http://schemas.microsoft.com/office/drawing/2014/main" id="{FA96DB55-42AA-0ED5-499A-5133F7D8735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625269" y="571763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8" name="Text Box 17">
            <a:extLst>
              <a:ext uri="{FF2B5EF4-FFF2-40B4-BE49-F238E27FC236}">
                <a16:creationId xmlns:a16="http://schemas.microsoft.com/office/drawing/2014/main" id="{C088834C-C704-5695-7221-040B9334243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7713690" y="5787392"/>
            <a:ext cx="1045526" cy="39113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院系</a:t>
            </a:r>
          </a:p>
        </p:txBody>
      </p:sp>
      <p:cxnSp>
        <p:nvCxnSpPr>
          <p:cNvPr id="79" name="直接连接符 34">
            <a:extLst>
              <a:ext uri="{FF2B5EF4-FFF2-40B4-BE49-F238E27FC236}">
                <a16:creationId xmlns:a16="http://schemas.microsoft.com/office/drawing/2014/main" id="{310EC3AC-B87E-6BDF-C028-1BD21504FEE4}"/>
              </a:ext>
            </a:extLst>
          </p:cNvPr>
          <p:cNvCxnSpPr/>
          <p:nvPr/>
        </p:nvCxnSpPr>
        <p:spPr>
          <a:xfrm>
            <a:off x="2916898" y="3386456"/>
            <a:ext cx="1311910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连接符 35">
            <a:extLst>
              <a:ext uri="{FF2B5EF4-FFF2-40B4-BE49-F238E27FC236}">
                <a16:creationId xmlns:a16="http://schemas.microsoft.com/office/drawing/2014/main" id="{5CB63945-CE41-B2D4-2403-A40A7BF0E2DE}"/>
              </a:ext>
            </a:extLst>
          </p:cNvPr>
          <p:cNvCxnSpPr/>
          <p:nvPr/>
        </p:nvCxnSpPr>
        <p:spPr>
          <a:xfrm>
            <a:off x="2968333" y="5949316"/>
            <a:ext cx="1311910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连接符 36">
            <a:extLst>
              <a:ext uri="{FF2B5EF4-FFF2-40B4-BE49-F238E27FC236}">
                <a16:creationId xmlns:a16="http://schemas.microsoft.com/office/drawing/2014/main" id="{E912064D-5AFB-94C7-A9C4-F6E8D6C35DF1}"/>
              </a:ext>
            </a:extLst>
          </p:cNvPr>
          <p:cNvCxnSpPr/>
          <p:nvPr/>
        </p:nvCxnSpPr>
        <p:spPr>
          <a:xfrm>
            <a:off x="2951823" y="4567556"/>
            <a:ext cx="1311910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Line 4">
            <a:extLst>
              <a:ext uri="{FF2B5EF4-FFF2-40B4-BE49-F238E27FC236}">
                <a16:creationId xmlns:a16="http://schemas.microsoft.com/office/drawing/2014/main" id="{B48E398C-271A-D7ED-E9F4-780B9E24E34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133567" y="2610410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72C1A18C-6CEA-14EB-6459-F0D7BF8C59C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7133566" y="2610411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B306D8D0-1111-15AF-A720-62D7B09849B8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254006" y="2680173"/>
            <a:ext cx="1505210" cy="3974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成绩管理科</a:t>
            </a:r>
          </a:p>
        </p:txBody>
      </p:sp>
      <p:sp>
        <p:nvSpPr>
          <p:cNvPr id="13" name="Line 34">
            <a:extLst>
              <a:ext uri="{FF2B5EF4-FFF2-40B4-BE49-F238E27FC236}">
                <a16:creationId xmlns:a16="http://schemas.microsoft.com/office/drawing/2014/main" id="{F2FC7FF9-89B1-C374-D89C-0858AD44A8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4686" y="2844939"/>
            <a:ext cx="2828283" cy="4148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Text Box 35">
            <a:extLst>
              <a:ext uri="{FF2B5EF4-FFF2-40B4-BE49-F238E27FC236}">
                <a16:creationId xmlns:a16="http://schemas.microsoft.com/office/drawing/2014/main" id="{02C865E2-2C16-C376-BEC0-D95029A2B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074" y="2469154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缓考表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685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4" r:link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6" r:link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676D9CFD-D68A-1E2D-7FEC-F6C2CA1F817F}"/>
              </a:ext>
            </a:extLst>
          </p:cNvPr>
          <p:cNvSpPr txBox="1"/>
          <p:nvPr/>
        </p:nvSpPr>
        <p:spPr>
          <a:xfrm>
            <a:off x="304924" y="1096442"/>
            <a:ext cx="5972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ea typeface="楷体" panose="02010609060101010101" charset="-122"/>
              </a:rPr>
              <a:t>例</a:t>
            </a:r>
            <a:r>
              <a:rPr kumimoji="1" lang="en-US" altLang="zh-CN" b="1" dirty="0">
                <a:ea typeface="楷体" panose="02010609060101010101" charset="-122"/>
              </a:rPr>
              <a:t> </a:t>
            </a:r>
            <a:r>
              <a:rPr kumimoji="1" lang="zh-CN" altLang="en-US" b="1" dirty="0">
                <a:ea typeface="楷体" panose="02010609060101010101" charset="-122"/>
              </a:rPr>
              <a:t>：学生成绩管理系统数据流程图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6D4F7F81-9988-CF31-8BA1-16999A351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924" y="1519004"/>
            <a:ext cx="167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三层：                       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05013B6-678D-6674-921D-7D55B0847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224" y="3231976"/>
            <a:ext cx="190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考试成绩登记表</a:t>
            </a: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69A6C156-F9CA-A3CD-022A-3CB8A8824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2024" y="3612976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A6C8D4F0-4C5D-7E26-AEB3-FB0C88222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824" y="361297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10" name="AutoShape 6">
            <a:extLst>
              <a:ext uri="{FF2B5EF4-FFF2-40B4-BE49-F238E27FC236}">
                <a16:creationId xmlns:a16="http://schemas.microsoft.com/office/drawing/2014/main" id="{7ACBDBE8-44DD-59E3-9B53-06448DFD4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025" y="3079576"/>
            <a:ext cx="1236663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2.1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输入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考试成绩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 useBgFill="1">
        <p:nvSpPr>
          <p:cNvPr id="11" name="AutoShape 7">
            <a:extLst>
              <a:ext uri="{FF2B5EF4-FFF2-40B4-BE49-F238E27FC236}">
                <a16:creationId xmlns:a16="http://schemas.microsoft.com/office/drawing/2014/main" id="{D240392A-943E-8072-BC4B-A76068A82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588" y="3079576"/>
            <a:ext cx="1290637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2.3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统计汇总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2E6B92A0-74E5-A503-704E-4728FAEBF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8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1CABDFBB-BEA5-BEC3-13C2-CAA357F53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824" y="58227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6F7286C3-B9B1-49C1-F67D-A9E8F9B59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824" y="51369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DC47A24-EF04-009D-4FC2-C03F8C7A2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8024" y="5213176"/>
            <a:ext cx="1219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1600" b="1">
              <a:latin typeface="宋体" panose="02010600030101010101" pitchFamily="2" charset="-122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F2C9CFA2-4EDB-114C-3801-5A2CB755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824" y="5324301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宋体" panose="02010600030101010101" pitchFamily="2" charset="-122"/>
              </a:rPr>
              <a:t>F1 </a:t>
            </a:r>
            <a:r>
              <a:rPr kumimoji="1" lang="zh-CN" altLang="en-US" sz="1600" b="1">
                <a:latin typeface="宋体" panose="02010600030101010101" pitchFamily="2" charset="-122"/>
              </a:rPr>
              <a:t>初始成绩库</a:t>
            </a:r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CFD3483D-D671-0957-1771-F70364A52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30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88D8D530-1CB2-FDCE-A775-311DDFF66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3024" y="58227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7ECE0BC4-4112-5655-807A-936CC8772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3024" y="513697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8658ADEA-421C-34F3-669E-717DE53C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3024" y="5324301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宋体" panose="02010600030101010101" pitchFamily="2" charset="-122"/>
              </a:rPr>
              <a:t>F2 </a:t>
            </a:r>
            <a:r>
              <a:rPr kumimoji="1" lang="zh-CN" altLang="en-US" sz="1600" b="1">
                <a:latin typeface="宋体" panose="02010600030101010101" pitchFamily="2" charset="-122"/>
              </a:rPr>
              <a:t>学生成绩库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B4A925B4-7677-0844-CCFC-E111B6B5F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7024" y="3384376"/>
            <a:ext cx="1219200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2E9E40EA-E264-55E1-DCD9-2DCF4C4DD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588" y="3384376"/>
            <a:ext cx="129063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FCBCE56A-A576-CBD0-D883-D2CC11C99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8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5A7363D4-7FC4-C73C-03D8-FFCD58414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4024" y="513697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E2468C15-964D-CA82-CD43-A52E67CD7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224" y="2165176"/>
            <a:ext cx="152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个人成绩单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124D4D1F-7623-BC22-3732-2A6979876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824" y="3308176"/>
            <a:ext cx="914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成绩表</a:t>
            </a:r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8A12BCF0-A158-D99E-76D1-6276A72F3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8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6430037D-2DA4-281A-EA37-F86A33A4FC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58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31">
            <a:extLst>
              <a:ext uri="{FF2B5EF4-FFF2-40B4-BE49-F238E27FC236}">
                <a16:creationId xmlns:a16="http://schemas.microsoft.com/office/drawing/2014/main" id="{7B3BF5CA-1C48-BA78-D7B1-6D34AEF18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6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B76B0C93-AD0B-0B49-C7BA-15238AB350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3624" y="3993976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39">
            <a:extLst>
              <a:ext uri="{FF2B5EF4-FFF2-40B4-BE49-F238E27FC236}">
                <a16:creationId xmlns:a16="http://schemas.microsoft.com/office/drawing/2014/main" id="{2D677D4B-0836-82F1-1AAC-9FC3826434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8424" y="2546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40">
            <a:extLst>
              <a:ext uri="{FF2B5EF4-FFF2-40B4-BE49-F238E27FC236}">
                <a16:creationId xmlns:a16="http://schemas.microsoft.com/office/drawing/2014/main" id="{DDFC85F2-4CC5-3A2E-8E93-BB4A69570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8424" y="25461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134CCB7A-A30B-BFA3-99F8-64F1FEEA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7024" y="4603576"/>
            <a:ext cx="1219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重修表</a:t>
            </a:r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7ED0F366-C45E-5A70-8EA4-712E23441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8424" y="3993976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Line 43">
            <a:extLst>
              <a:ext uri="{FF2B5EF4-FFF2-40B4-BE49-F238E27FC236}">
                <a16:creationId xmlns:a16="http://schemas.microsoft.com/office/drawing/2014/main" id="{3223D8FA-F99C-7043-56F5-2B63B346B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8424" y="4984576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36" name="AutoShape 44">
            <a:extLst>
              <a:ext uri="{FF2B5EF4-FFF2-40B4-BE49-F238E27FC236}">
                <a16:creationId xmlns:a16="http://schemas.microsoft.com/office/drawing/2014/main" id="{C90342BA-5775-0D59-D4D3-805B1B60C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24" y="2012776"/>
            <a:ext cx="1158876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1.1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缓考名单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输入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37" name="Line 45">
            <a:extLst>
              <a:ext uri="{FF2B5EF4-FFF2-40B4-BE49-F238E27FC236}">
                <a16:creationId xmlns:a16="http://schemas.microsoft.com/office/drawing/2014/main" id="{61A98A72-EF1B-39DC-DF5E-FB104156E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424" y="23175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38" name="AutoShape 46">
            <a:extLst>
              <a:ext uri="{FF2B5EF4-FFF2-40B4-BE49-F238E27FC236}">
                <a16:creationId xmlns:a16="http://schemas.microsoft.com/office/drawing/2014/main" id="{A6B21114-D3DF-3727-F4C6-D14F4DB58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424" y="4070176"/>
            <a:ext cx="1290638" cy="9906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3.1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作弊名单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输入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39" name="Line 47">
            <a:extLst>
              <a:ext uri="{FF2B5EF4-FFF2-40B4-BE49-F238E27FC236}">
                <a16:creationId xmlns:a16="http://schemas.microsoft.com/office/drawing/2014/main" id="{54936CAD-A793-5127-2535-846C2DFD0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424" y="4451176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40" name="AutoShape 48">
            <a:extLst>
              <a:ext uri="{FF2B5EF4-FFF2-40B4-BE49-F238E27FC236}">
                <a16:creationId xmlns:a16="http://schemas.microsoft.com/office/drawing/2014/main" id="{90F6162C-0D65-BCD6-7D1D-95B7B4FDC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24" y="3079576"/>
            <a:ext cx="1220788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2.4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打印查询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41" name="Line 49">
            <a:extLst>
              <a:ext uri="{FF2B5EF4-FFF2-40B4-BE49-F238E27FC236}">
                <a16:creationId xmlns:a16="http://schemas.microsoft.com/office/drawing/2014/main" id="{8FC3DE3C-7E2E-6D43-8169-EB1C8F25F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624" y="33843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" name="Line 50">
            <a:extLst>
              <a:ext uri="{FF2B5EF4-FFF2-40B4-BE49-F238E27FC236}">
                <a16:creationId xmlns:a16="http://schemas.microsoft.com/office/drawing/2014/main" id="{E66A4246-F0B5-1B04-A22B-0A5738497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2024" y="25461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" name="Line 51">
            <a:extLst>
              <a:ext uri="{FF2B5EF4-FFF2-40B4-BE49-F238E27FC236}">
                <a16:creationId xmlns:a16="http://schemas.microsoft.com/office/drawing/2014/main" id="{825731A8-290A-30D7-5057-22B7291ED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2024" y="4832176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" name="Line 52">
            <a:extLst>
              <a:ext uri="{FF2B5EF4-FFF2-40B4-BE49-F238E27FC236}">
                <a16:creationId xmlns:a16="http://schemas.microsoft.com/office/drawing/2014/main" id="{DD2855E2-FC3C-5BA2-33AA-26B489413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624" y="55941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" name="Line 53">
            <a:extLst>
              <a:ext uri="{FF2B5EF4-FFF2-40B4-BE49-F238E27FC236}">
                <a16:creationId xmlns:a16="http://schemas.microsoft.com/office/drawing/2014/main" id="{1F7A33E8-19E1-3AAC-B423-9C4A0DB00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624" y="2546176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" name="Text Box 54">
            <a:extLst>
              <a:ext uri="{FF2B5EF4-FFF2-40B4-BE49-F238E27FC236}">
                <a16:creationId xmlns:a16="http://schemas.microsoft.com/office/drawing/2014/main" id="{A5E959CF-6B38-AA58-AE7E-C62E0F710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224" y="4298776"/>
            <a:ext cx="7620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作 弊名 单</a:t>
            </a:r>
          </a:p>
          <a:p>
            <a:pPr>
              <a:spcBef>
                <a:spcPct val="50000"/>
              </a:spcBef>
            </a:pPr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47" name="Text Box 55">
            <a:extLst>
              <a:ext uri="{FF2B5EF4-FFF2-40B4-BE49-F238E27FC236}">
                <a16:creationId xmlns:a16="http://schemas.microsoft.com/office/drawing/2014/main" id="{108C5729-1C5F-05D3-F79A-0DCC05992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824" y="2241377"/>
            <a:ext cx="781049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缓 考名 单</a:t>
            </a:r>
          </a:p>
        </p:txBody>
      </p:sp>
      <p:sp>
        <p:nvSpPr>
          <p:cNvPr id="48" name="Text Box 56">
            <a:extLst>
              <a:ext uri="{FF2B5EF4-FFF2-40B4-BE49-F238E27FC236}">
                <a16:creationId xmlns:a16="http://schemas.microsoft.com/office/drawing/2014/main" id="{E98AB7AD-6C53-0FF8-6EBC-C9B8EC25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224" y="4146376"/>
            <a:ext cx="685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缓考情况说明</a:t>
            </a:r>
          </a:p>
        </p:txBody>
      </p:sp>
      <p:sp>
        <p:nvSpPr>
          <p:cNvPr id="49" name="Text Box 57">
            <a:extLst>
              <a:ext uri="{FF2B5EF4-FFF2-40B4-BE49-F238E27FC236}">
                <a16:creationId xmlns:a16="http://schemas.microsoft.com/office/drawing/2014/main" id="{758894D9-21CF-70E4-AB9E-71E526C0D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074" y="5289377"/>
            <a:ext cx="11747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作弊情况说明</a:t>
            </a:r>
          </a:p>
        </p:txBody>
      </p:sp>
      <p:sp>
        <p:nvSpPr>
          <p:cNvPr id="50" name="Text Box 58">
            <a:extLst>
              <a:ext uri="{FF2B5EF4-FFF2-40B4-BE49-F238E27FC236}">
                <a16:creationId xmlns:a16="http://schemas.microsoft.com/office/drawing/2014/main" id="{C12DFA1C-CBE2-8537-F27D-E9230021F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7062" y="3998740"/>
            <a:ext cx="5334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考试成绩</a:t>
            </a:r>
          </a:p>
        </p:txBody>
      </p:sp>
      <p:sp>
        <p:nvSpPr>
          <p:cNvPr id="51" name="Text Box 59">
            <a:extLst>
              <a:ext uri="{FF2B5EF4-FFF2-40B4-BE49-F238E27FC236}">
                <a16:creationId xmlns:a16="http://schemas.microsoft.com/office/drawing/2014/main" id="{2A25FF92-EC4E-4D0B-1D30-5516170E9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1024" y="4222577"/>
            <a:ext cx="762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总体成绩</a:t>
            </a:r>
          </a:p>
        </p:txBody>
      </p:sp>
      <p:sp>
        <p:nvSpPr>
          <p:cNvPr id="52" name="Text Box 60">
            <a:extLst>
              <a:ext uri="{FF2B5EF4-FFF2-40B4-BE49-F238E27FC236}">
                <a16:creationId xmlns:a16="http://schemas.microsoft.com/office/drawing/2014/main" id="{7067DF15-DA81-E719-F83E-24B7328B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824" y="4222577"/>
            <a:ext cx="685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分类成绩</a:t>
            </a:r>
          </a:p>
        </p:txBody>
      </p:sp>
      <p:sp useBgFill="1">
        <p:nvSpPr>
          <p:cNvPr id="53" name="AutoShape 61">
            <a:extLst>
              <a:ext uri="{FF2B5EF4-FFF2-40B4-BE49-F238E27FC236}">
                <a16:creationId xmlns:a16="http://schemas.microsoft.com/office/drawing/2014/main" id="{FA665A3B-2AA4-2944-EACE-EDD6FD7D6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138" y="5289376"/>
            <a:ext cx="1233487" cy="9906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3.2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作弊成绩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处理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54" name="Line 62">
            <a:extLst>
              <a:ext uri="{FF2B5EF4-FFF2-40B4-BE49-F238E27FC236}">
                <a16:creationId xmlns:a16="http://schemas.microsoft.com/office/drawing/2014/main" id="{CDCBA2B7-B481-A360-8BC1-0E989C39F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624" y="5670376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63">
            <a:extLst>
              <a:ext uri="{FF2B5EF4-FFF2-40B4-BE49-F238E27FC236}">
                <a16:creationId xmlns:a16="http://schemas.microsoft.com/office/drawing/2014/main" id="{699F8A4F-9302-6EF0-A5BA-C43993697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424" y="498457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64">
            <a:extLst>
              <a:ext uri="{FF2B5EF4-FFF2-40B4-BE49-F238E27FC236}">
                <a16:creationId xmlns:a16="http://schemas.microsoft.com/office/drawing/2014/main" id="{09B334E8-BA5C-1978-BD0B-6DC3A85B2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424" y="498457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57" name="AutoShape 65">
            <a:extLst>
              <a:ext uri="{FF2B5EF4-FFF2-40B4-BE49-F238E27FC236}">
                <a16:creationId xmlns:a16="http://schemas.microsoft.com/office/drawing/2014/main" id="{085ED31D-56BB-0EBE-37FF-92001814F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870" y="2012776"/>
            <a:ext cx="1138238" cy="9144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1.2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缓考成绩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处理</a:t>
            </a:r>
          </a:p>
          <a:p>
            <a:pPr algn="ctr"/>
            <a:endParaRPr kumimoji="1" lang="zh-CN" altLang="en-US" sz="1600" b="1">
              <a:latin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宋体" panose="02010600030101010101" pitchFamily="2" charset="-122"/>
            </a:endParaRPr>
          </a:p>
        </p:txBody>
      </p:sp>
      <p:sp>
        <p:nvSpPr>
          <p:cNvPr id="58" name="Line 66">
            <a:extLst>
              <a:ext uri="{FF2B5EF4-FFF2-40B4-BE49-F238E27FC236}">
                <a16:creationId xmlns:a16="http://schemas.microsoft.com/office/drawing/2014/main" id="{B8918B88-D746-5794-3D9E-16CF97296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870" y="23175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67">
            <a:extLst>
              <a:ext uri="{FF2B5EF4-FFF2-40B4-BE49-F238E27FC236}">
                <a16:creationId xmlns:a16="http://schemas.microsoft.com/office/drawing/2014/main" id="{67EC6550-3C6A-FA39-0C81-18079598F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708" y="2546176"/>
            <a:ext cx="2841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68">
            <a:extLst>
              <a:ext uri="{FF2B5EF4-FFF2-40B4-BE49-F238E27FC236}">
                <a16:creationId xmlns:a16="http://schemas.microsoft.com/office/drawing/2014/main" id="{1A2A847D-95D1-C89D-2383-F6605529E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870" y="2546176"/>
            <a:ext cx="14875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 useBgFill="1">
        <p:nvSpPr>
          <p:cNvPr id="61" name="AutoShape 69">
            <a:extLst>
              <a:ext uri="{FF2B5EF4-FFF2-40B4-BE49-F238E27FC236}">
                <a16:creationId xmlns:a16="http://schemas.microsoft.com/office/drawing/2014/main" id="{806EB887-F36B-B899-164B-5C88E6AC1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25" y="5975176"/>
            <a:ext cx="1317625" cy="838200"/>
          </a:xfrm>
          <a:prstGeom prst="flowChartAlternateProcess">
            <a:avLst/>
          </a:prstGeom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  <a:p>
            <a:pPr algn="ctr"/>
            <a:r>
              <a:rPr kumimoji="1" lang="en-US" altLang="zh-CN" sz="1600" b="1">
                <a:latin typeface="宋体" panose="02010600030101010101" pitchFamily="2" charset="-122"/>
              </a:rPr>
              <a:t>2.2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复查与</a:t>
            </a:r>
          </a:p>
          <a:p>
            <a:pPr algn="ctr"/>
            <a:r>
              <a:rPr kumimoji="1" lang="zh-CN" altLang="en-US" sz="1600" b="1">
                <a:latin typeface="宋体" panose="02010600030101010101" pitchFamily="2" charset="-122"/>
              </a:rPr>
              <a:t>修正</a:t>
            </a:r>
          </a:p>
          <a:p>
            <a:pPr algn="ctr"/>
            <a:endParaRPr kumimoji="1"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62" name="Line 70">
            <a:extLst>
              <a:ext uri="{FF2B5EF4-FFF2-40B4-BE49-F238E27FC236}">
                <a16:creationId xmlns:a16="http://schemas.microsoft.com/office/drawing/2014/main" id="{7EF56DA6-95A9-700B-5B5D-F27785D9E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424" y="6279976"/>
            <a:ext cx="1317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3" name="Line 71">
            <a:extLst>
              <a:ext uri="{FF2B5EF4-FFF2-40B4-BE49-F238E27FC236}">
                <a16:creationId xmlns:a16="http://schemas.microsoft.com/office/drawing/2014/main" id="{DC061DCC-DB6A-57FB-29D9-154711C00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624" y="6432376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Line 72">
            <a:extLst>
              <a:ext uri="{FF2B5EF4-FFF2-40B4-BE49-F238E27FC236}">
                <a16:creationId xmlns:a16="http://schemas.microsoft.com/office/drawing/2014/main" id="{06F11DAE-ECF8-0E8C-4CD0-5BFC21C827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6224" y="5822776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Line 73">
            <a:extLst>
              <a:ext uri="{FF2B5EF4-FFF2-40B4-BE49-F238E27FC236}">
                <a16:creationId xmlns:a16="http://schemas.microsoft.com/office/drawing/2014/main" id="{28B37151-1A6A-5D6F-5E92-36F6E1152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624" y="582277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" name="Line 74">
            <a:extLst>
              <a:ext uri="{FF2B5EF4-FFF2-40B4-BE49-F238E27FC236}">
                <a16:creationId xmlns:a16="http://schemas.microsoft.com/office/drawing/2014/main" id="{2D19C777-7650-FDCB-3CF1-00D74A04C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224" y="65847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Text Box 75">
            <a:extLst>
              <a:ext uri="{FF2B5EF4-FFF2-40B4-BE49-F238E27FC236}">
                <a16:creationId xmlns:a16="http://schemas.microsoft.com/office/drawing/2014/main" id="{D6C82745-9407-679D-8B33-34EF4776D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624" y="6051376"/>
            <a:ext cx="152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>
                <a:latin typeface="宋体" panose="02010600030101010101" pitchFamily="2" charset="-122"/>
              </a:rPr>
              <a:t>考试成绩</a:t>
            </a:r>
          </a:p>
        </p:txBody>
      </p:sp>
      <p:sp>
        <p:nvSpPr>
          <p:cNvPr id="68" name="Text Box 76">
            <a:extLst>
              <a:ext uri="{FF2B5EF4-FFF2-40B4-BE49-F238E27FC236}">
                <a16:creationId xmlns:a16="http://schemas.microsoft.com/office/drawing/2014/main" id="{432D1AC8-3607-FCD5-051D-86968A9F6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226" y="5898977"/>
            <a:ext cx="8381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600" b="1" dirty="0">
                <a:latin typeface="宋体" panose="02010600030101010101" pitchFamily="2" charset="-122"/>
              </a:rPr>
              <a:t>修改后成绩</a:t>
            </a:r>
          </a:p>
        </p:txBody>
      </p:sp>
      <p:sp>
        <p:nvSpPr>
          <p:cNvPr id="69" name="Line 4">
            <a:extLst>
              <a:ext uri="{FF2B5EF4-FFF2-40B4-BE49-F238E27FC236}">
                <a16:creationId xmlns:a16="http://schemas.microsoft.com/office/drawing/2014/main" id="{33DAC118-D305-10C7-5840-F20CC6FE3C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4140" y="2218056"/>
            <a:ext cx="553720" cy="6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0" name="Line 5">
            <a:extLst>
              <a:ext uri="{FF2B5EF4-FFF2-40B4-BE49-F238E27FC236}">
                <a16:creationId xmlns:a16="http://schemas.microsoft.com/office/drawing/2014/main" id="{CD5B9D8D-C37A-E385-BB0A-9CFD78D6F66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4141" y="2218056"/>
            <a:ext cx="635" cy="2825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" name="Text Box 17">
            <a:extLst>
              <a:ext uri="{FF2B5EF4-FFF2-40B4-BE49-F238E27FC236}">
                <a16:creationId xmlns:a16="http://schemas.microsoft.com/office/drawing/2014/main" id="{0B23610D-1A60-EABD-CFE4-C17A37A766F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2570" y="2317752"/>
            <a:ext cx="907897" cy="35560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教务处</a:t>
            </a:r>
          </a:p>
        </p:txBody>
      </p:sp>
      <p:sp>
        <p:nvSpPr>
          <p:cNvPr id="72" name="Line 4">
            <a:extLst>
              <a:ext uri="{FF2B5EF4-FFF2-40B4-BE49-F238E27FC236}">
                <a16:creationId xmlns:a16="http://schemas.microsoft.com/office/drawing/2014/main" id="{2C1D0CF2-A9F8-341E-4BBE-86943C89FEC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7630" y="4497706"/>
            <a:ext cx="553720" cy="63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3" name="Line 5">
            <a:extLst>
              <a:ext uri="{FF2B5EF4-FFF2-40B4-BE49-F238E27FC236}">
                <a16:creationId xmlns:a16="http://schemas.microsoft.com/office/drawing/2014/main" id="{6BE1B08D-99C9-C230-0D3C-8785D1E8B42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6869" y="4497706"/>
            <a:ext cx="635" cy="2825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" name="Text Box 17">
            <a:extLst>
              <a:ext uri="{FF2B5EF4-FFF2-40B4-BE49-F238E27FC236}">
                <a16:creationId xmlns:a16="http://schemas.microsoft.com/office/drawing/2014/main" id="{BF0CFCE0-92BD-0800-9FEF-282CF9265DB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54305" y="4597402"/>
            <a:ext cx="907897" cy="3562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教务处</a:t>
            </a:r>
          </a:p>
        </p:txBody>
      </p:sp>
      <p:sp>
        <p:nvSpPr>
          <p:cNvPr id="75" name="Line 4">
            <a:extLst>
              <a:ext uri="{FF2B5EF4-FFF2-40B4-BE49-F238E27FC236}">
                <a16:creationId xmlns:a16="http://schemas.microsoft.com/office/drawing/2014/main" id="{9D22D41F-4704-CA39-8CB8-D8E8B4CA19E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3987" y="322271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6" name="Line 5">
            <a:extLst>
              <a:ext uri="{FF2B5EF4-FFF2-40B4-BE49-F238E27FC236}">
                <a16:creationId xmlns:a16="http://schemas.microsoft.com/office/drawing/2014/main" id="{E3B8DE8B-1091-5655-B0C8-B15F957BD32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3986" y="322271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7" name="Text Box 17">
            <a:extLst>
              <a:ext uri="{FF2B5EF4-FFF2-40B4-BE49-F238E27FC236}">
                <a16:creationId xmlns:a16="http://schemas.microsoft.com/office/drawing/2014/main" id="{C58A51DF-881C-5CDF-EB05-B903E526EA6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92407" y="3292477"/>
            <a:ext cx="796732" cy="3855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院系</a:t>
            </a:r>
          </a:p>
        </p:txBody>
      </p:sp>
      <p:sp>
        <p:nvSpPr>
          <p:cNvPr id="78" name="Line 4">
            <a:extLst>
              <a:ext uri="{FF2B5EF4-FFF2-40B4-BE49-F238E27FC236}">
                <a16:creationId xmlns:a16="http://schemas.microsoft.com/office/drawing/2014/main" id="{882FA44B-DC57-1E53-1A09-C45409361B9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25282" y="4586059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9" name="Line 5">
            <a:extLst>
              <a:ext uri="{FF2B5EF4-FFF2-40B4-BE49-F238E27FC236}">
                <a16:creationId xmlns:a16="http://schemas.microsoft.com/office/drawing/2014/main" id="{A0CE6734-B356-4DB9-CEB6-C3CB605E7F7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925281" y="4586060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0" name="Text Box 17">
            <a:extLst>
              <a:ext uri="{FF2B5EF4-FFF2-40B4-BE49-F238E27FC236}">
                <a16:creationId xmlns:a16="http://schemas.microsoft.com/office/drawing/2014/main" id="{103554ED-24E2-0F94-A33F-FA75A4891B1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013701" y="4655821"/>
            <a:ext cx="806771" cy="40495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院系</a:t>
            </a:r>
          </a:p>
        </p:txBody>
      </p:sp>
      <p:sp>
        <p:nvSpPr>
          <p:cNvPr id="81" name="Line 4">
            <a:extLst>
              <a:ext uri="{FF2B5EF4-FFF2-40B4-BE49-F238E27FC236}">
                <a16:creationId xmlns:a16="http://schemas.microsoft.com/office/drawing/2014/main" id="{41B95577-057A-DD09-5DB6-D5C8E4E6466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80680" y="3206115"/>
            <a:ext cx="389890" cy="127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2" name="Line 5">
            <a:extLst>
              <a:ext uri="{FF2B5EF4-FFF2-40B4-BE49-F238E27FC236}">
                <a16:creationId xmlns:a16="http://schemas.microsoft.com/office/drawing/2014/main" id="{89A4FCD1-8FBD-CB8E-06CD-E504AF1CB17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980681" y="3206115"/>
            <a:ext cx="635" cy="76708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3" name="Text Box 17">
            <a:extLst>
              <a:ext uri="{FF2B5EF4-FFF2-40B4-BE49-F238E27FC236}">
                <a16:creationId xmlns:a16="http://schemas.microsoft.com/office/drawing/2014/main" id="{18A820EB-84E2-F107-4A80-3F7E71C7E46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068945" y="3275965"/>
            <a:ext cx="768099" cy="86660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成绩管理科</a:t>
            </a:r>
          </a:p>
        </p:txBody>
      </p:sp>
      <p:sp>
        <p:nvSpPr>
          <p:cNvPr id="84" name="Line 4">
            <a:extLst>
              <a:ext uri="{FF2B5EF4-FFF2-40B4-BE49-F238E27FC236}">
                <a16:creationId xmlns:a16="http://schemas.microsoft.com/office/drawing/2014/main" id="{C424315C-AB47-4682-AC5F-8CA8AA5C4D5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80527" y="2201634"/>
            <a:ext cx="61753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5" name="Line 5">
            <a:extLst>
              <a:ext uri="{FF2B5EF4-FFF2-40B4-BE49-F238E27FC236}">
                <a16:creationId xmlns:a16="http://schemas.microsoft.com/office/drawing/2014/main" id="{1C9E6286-A481-1823-E5EA-1C12FF8B3843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980526" y="2201635"/>
            <a:ext cx="0" cy="358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6" name="Text Box 17">
            <a:extLst>
              <a:ext uri="{FF2B5EF4-FFF2-40B4-BE49-F238E27FC236}">
                <a16:creationId xmlns:a16="http://schemas.microsoft.com/office/drawing/2014/main" id="{EBC4EE3D-0EE3-4BE7-B1A7-D069EF92DE7D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8068947" y="2271397"/>
            <a:ext cx="679641" cy="4214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36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4.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数据流程图的绘制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648106" y="1885995"/>
            <a:ext cx="82243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确定系统的外部项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系统外部项的确定也就是规定了系统与外部环境的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分界线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。系统分析员通过对现行系统的业务调查，首先要识别出不受系统控制但影响系统运行的外部因素，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确定系统的数据输入来源和输出去向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遵循从左到右、从上到下的原则</a:t>
            </a:r>
          </a:p>
          <a:p>
            <a:pPr marL="457200" lvl="1" indent="0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从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左侧开始画起，标出外部项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（是系统主要的数据输入来源），然后划出由该外部项产生的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数据流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和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相应的处理功能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接受该系统数据的外部项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一般画在数据流程图的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右侧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反复修改，最终形成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首先绘出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草图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，等定稿后正式绘制出系统的数据流程图。在正式数据流程图中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尽量避免线条的交叉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charset="-122"/>
              </a:rPr>
              <a:t>必要时可以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重复绘制某些外部项或数据存储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。整张数据流程图布局合理、清除和整洁。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933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5.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数据流程图的检验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270034" y="1988254"/>
            <a:ext cx="847843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eaLnBrk="1" hangingPunct="1">
              <a:spcBef>
                <a:spcPct val="50000"/>
              </a:spcBef>
              <a:buClr>
                <a:schemeClr val="folHlink"/>
              </a:buClr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检验数据流程图的一致性和完整性</a:t>
            </a:r>
          </a:p>
          <a:p>
            <a:pPr marL="800100" lvl="1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检查数据流。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检查数据流是否有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名称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、是否存在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多余或遗漏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</a:p>
          <a:p>
            <a:pPr marL="800100" lvl="1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检查数据存储。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检查是否存在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只有生成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数据存储的业务过程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活动，但是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没有使用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它的业务过程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活动；</a:t>
            </a:r>
          </a:p>
          <a:p>
            <a:pPr marL="800100" lvl="1" indent="-3429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检查处理功能。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所有的处理功能都应该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有输入数据流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或者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从数据存储中检索数据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，同时也要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有输出的数据流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或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向数据存储中发送数据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094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A5972-4E81-155B-0621-BA9AEDB7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C31AD2D-F731-AED1-B433-1C46BABCCD87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CB6DE7-A6E9-2DB3-6B7E-48524B9E9088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A29212EE-58FC-1383-DD1A-453074A604B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371447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5.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数据流程图的检验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129C4DD-B08C-42BE-6723-97759458A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430" y="435888"/>
            <a:ext cx="4648200" cy="706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第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节 数据流程分析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714EA7-9F89-72B5-7DE7-3CF3FCA41657}"/>
              </a:ext>
            </a:extLst>
          </p:cNvPr>
          <p:cNvSpPr txBox="1"/>
          <p:nvPr/>
        </p:nvSpPr>
        <p:spPr>
          <a:xfrm>
            <a:off x="503548" y="2060848"/>
            <a:ext cx="8136904" cy="316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数据流程图的正确性检查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高层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数据流程图中的数据流、数据存储、外部项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是否在底层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数据流程图中反映出来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是否有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无输入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输出数据流或数据存储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处理功能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存在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是否有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无名称的数据流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处理功能的表示是否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唯一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并且表明了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层次关系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3468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799464" y="620395"/>
            <a:ext cx="6508839" cy="576580"/>
          </a:xfrm>
          <a:prstGeom prst="rect">
            <a:avLst/>
          </a:prstGeom>
          <a:noFill/>
        </p:spPr>
        <p:txBody>
          <a:bodyPr wrap="square" lIns="67627" tIns="35242" rIns="67627" bIns="35242" rtlCol="0"/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u="none" strike="noStrike" baseline="0" dirty="0">
                <a:solidFill>
                  <a:srgbClr val="0070C0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第4章 信息系统分析</a:t>
            </a:r>
          </a:p>
        </p:txBody>
      </p:sp>
      <p:sp>
        <p:nvSpPr>
          <p:cNvPr id="6" name="菱形 5"/>
          <p:cNvSpPr/>
          <p:nvPr>
            <p:custDataLst>
              <p:tags r:id="rId3"/>
            </p:custDataLst>
          </p:nvPr>
        </p:nvSpPr>
        <p:spPr>
          <a:xfrm>
            <a:off x="680516" y="4967183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87468" y="4860883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第4节   建立新系统逻辑结构</a:t>
            </a:r>
          </a:p>
        </p:txBody>
      </p:sp>
      <p:sp>
        <p:nvSpPr>
          <p:cNvPr id="8" name="菱形 7"/>
          <p:cNvSpPr/>
          <p:nvPr>
            <p:custDataLst>
              <p:tags r:id="rId5"/>
            </p:custDataLst>
          </p:nvPr>
        </p:nvSpPr>
        <p:spPr>
          <a:xfrm>
            <a:off x="680516" y="3977892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1487468" y="3871592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第3节   数据流程分析</a:t>
            </a:r>
          </a:p>
        </p:txBody>
      </p:sp>
      <p:sp>
        <p:nvSpPr>
          <p:cNvPr id="19" name="菱形 18"/>
          <p:cNvSpPr/>
          <p:nvPr>
            <p:custDataLst>
              <p:tags r:id="rId7"/>
            </p:custDataLst>
          </p:nvPr>
        </p:nvSpPr>
        <p:spPr>
          <a:xfrm>
            <a:off x="680516" y="2988601"/>
            <a:ext cx="620732" cy="62073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487468" y="2882301"/>
            <a:ext cx="4534442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  <a:sym typeface="+mn-ea"/>
              </a:rPr>
              <a:t>第2节   业务流程分析</a:t>
            </a:r>
          </a:p>
        </p:txBody>
      </p:sp>
      <p:sp>
        <p:nvSpPr>
          <p:cNvPr id="21" name="菱形 20"/>
          <p:cNvSpPr/>
          <p:nvPr>
            <p:custDataLst>
              <p:tags r:id="rId9"/>
            </p:custDataLst>
          </p:nvPr>
        </p:nvSpPr>
        <p:spPr>
          <a:xfrm>
            <a:off x="680516" y="1999310"/>
            <a:ext cx="620732" cy="62073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7500" tIns="35100" rIns="67500" bIns="35100" anchor="ctr" anchorCtr="0">
            <a:normAutofit/>
          </a:bodyPr>
          <a:lstStyle/>
          <a:p>
            <a:pPr algn="ctr">
              <a:lnSpc>
                <a:spcPct val="100000"/>
              </a:lnSpc>
            </a:pPr>
            <a:endParaRPr lang="en-US" altLang="zh-CN" sz="1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487468" y="1893011"/>
            <a:ext cx="5532804" cy="775913"/>
          </a:xfrm>
          <a:prstGeom prst="rect">
            <a:avLst/>
          </a:prstGeom>
          <a:noFill/>
        </p:spPr>
        <p:txBody>
          <a:bodyPr wrap="square" lIns="67500" tIns="35100" rIns="67500" bIns="0" anchor="ctr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250" dirty="0">
                <a:solidFill>
                  <a:schemeClr val="dk1"/>
                </a:solidFill>
                <a:ea typeface="楷体" panose="02010609060101010101" charset="-122"/>
                <a:cs typeface="+mj-cs"/>
              </a:rPr>
              <a:t>第1节   信息系统分析的目标和任务</a:t>
            </a: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799709" y="4062612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99709" y="3073321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99709" y="2084030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799709" y="5051903"/>
            <a:ext cx="382343" cy="4512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35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45881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435830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新系统逻辑结构的建立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683568" y="1988254"/>
            <a:ext cx="80648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依据前面数据分析所建立的主题数据库、专用数据库模型，将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现行系统的数据流程图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转换成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新系统的数据流程图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，形成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新系统的逻辑结构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数据分析阶段对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总体规划中的主题数据库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进行了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规范化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处理以后，所建立的数据库模型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是建立新系统逻辑结构的基础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。新系统的逻辑功能应该是围绕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这些主题数据库而建立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975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281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数据流程图的优缺点：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优点</a:t>
            </a:r>
            <a:endParaRPr lang="en-US" altLang="zh-CN" sz="2000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是系统分析的重要工具；</a:t>
            </a:r>
            <a:endParaRPr lang="en-US" altLang="zh-CN" sz="2000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表达系统的数据处理流程；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缺点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仅用一句话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来表达处理功能，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没有详细叙述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每一项处理功能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应该如何实现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，不利于系统设计和实施；</a:t>
            </a:r>
            <a:endParaRPr lang="en-US" altLang="zh-CN" sz="2000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由于数据流程图采用“自顶向下”的设计方式，需要对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最底层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处理功能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进行说明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80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745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是一种介于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自然语言和程序设计语言之间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的语言，使用三种基本的逻辑结构：</a:t>
            </a:r>
            <a:r>
              <a:rPr lang="zh-CN" altLang="en-US" sz="2000" b="1" u="sng" dirty="0">
                <a:solidFill>
                  <a:schemeClr val="dk1"/>
                </a:solidFill>
                <a:ea typeface="楷体" panose="02010609060101010101" charset="-122"/>
              </a:rPr>
              <a:t>顺序结构、判断结构和循环结构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，并且只使用极其有限的词汇。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它与程序设计语言的不同在于，前者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没有严格的语法规定</a:t>
            </a:r>
          </a:p>
          <a:p>
            <a:pPr marL="457200" lvl="0" indent="-457200" eaLnBrk="1" hangingPunct="1">
              <a:spcBef>
                <a:spcPct val="50000"/>
              </a:spcBef>
              <a:buClr>
                <a:schemeClr val="tx1"/>
              </a:buClr>
              <a:buSzTx/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判断树（决策树）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用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树形图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方式表示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多个条件、多个取值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所应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采取的动作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用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表格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来描述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处理逻辑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8793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71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顺序结构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至少包括一个动词和名词，指明执行的功能和处理的对象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例：描述某住户月末水费计算过程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获得当月水表的读数</a:t>
            </a: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获得上月底水表的读数</a:t>
            </a: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当月水表读数减去上月底水表读数，得到本月用水吨数</a:t>
            </a:r>
          </a:p>
          <a:p>
            <a:pPr lvl="3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1.50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元乘以本月用水吨数，得到该住户本月的水费</a:t>
            </a:r>
          </a:p>
          <a:p>
            <a:pPr lvl="1" eaLnBrk="1" hangingPunct="1">
              <a:buClr>
                <a:schemeClr val="folHlink"/>
              </a:buClr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lvl="1" indent="0" eaLnBrk="1" hangingPunct="1">
              <a:spcBef>
                <a:spcPct val="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941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930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判断结构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根据某一条件的不同结论执行不同的处理动作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例：如果一个学生的某门课程成绩在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60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分以上（含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60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分），则通过该课程考试，否则不通过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3" eaLnBrk="1" hangingPunct="1">
              <a:spcBef>
                <a:spcPct val="3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如果 成绩≧ 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60</a:t>
            </a:r>
          </a:p>
          <a:p>
            <a:pPr lvl="3" eaLnBrk="1" hangingPunct="1">
              <a:spcBef>
                <a:spcPct val="30000"/>
              </a:spcBef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则 通过课程考试</a:t>
            </a:r>
          </a:p>
          <a:p>
            <a:pPr lvl="3" eaLnBrk="1" hangingPunct="1">
              <a:spcBef>
                <a:spcPct val="3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否则</a:t>
            </a:r>
          </a:p>
          <a:p>
            <a:pPr lvl="3" eaLnBrk="1" hangingPunct="1">
              <a:spcBef>
                <a:spcPct val="3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则  重修</a:t>
            </a:r>
          </a:p>
          <a:p>
            <a:pPr lvl="1" eaLnBrk="1" hangingPunct="1">
              <a:buClr>
                <a:schemeClr val="folHlink"/>
              </a:buClr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lvl="1" indent="0" eaLnBrk="1" hangingPunct="1">
              <a:spcBef>
                <a:spcPct val="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763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例：订货单逻辑过程的判断句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欠款时间≤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30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天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需要量≤库存量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THEN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立即发货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先按库存量发货，进货后再补发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欠款时间≤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100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天 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IF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需求量≤库存量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THEN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先付款再发货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    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不发货</a:t>
            </a:r>
          </a:p>
          <a:p>
            <a:pPr lvl="2" eaLnBrk="1" hangingPunct="1"/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ELSE</a:t>
            </a:r>
          </a:p>
          <a:p>
            <a:pPr lvl="2" eaLnBrk="1" hangingPunct="1"/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要求付欠款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58278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结构式语言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循环结构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在某种条件下，连续执行相同的处理动作，直到这个条件不成立为止</a:t>
            </a: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计算某一区某单元的住户水费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3" eaLnBrk="1" hangingPunct="1">
              <a:spcBef>
                <a:spcPct val="50000"/>
              </a:spcBef>
            </a:pP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对每一住户，循环计算</a:t>
            </a:r>
          </a:p>
          <a:p>
            <a:pPr lvl="3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             水费</a:t>
            </a:r>
          </a:p>
          <a:p>
            <a:pPr lvl="3" eaLnBrk="1" hangingPunct="1">
              <a:spcBef>
                <a:spcPct val="30000"/>
              </a:spcBef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1" eaLnBrk="1" hangingPunct="1">
              <a:buClr>
                <a:schemeClr val="folHlink"/>
              </a:buClr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lvl="1" indent="0" eaLnBrk="1" hangingPunct="1">
              <a:spcBef>
                <a:spcPct val="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2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858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222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2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判断树（决策树）</a:t>
            </a:r>
          </a:p>
          <a:p>
            <a:pPr marL="800100" lvl="2" indent="-342900" eaLnBrk="1" hangingPunct="1">
              <a:lnSpc>
                <a:spcPts val="28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看一张判断树图形的时候，要从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左边（树根）开始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，沿着各个分支向右看，根据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每一个条件的取值状态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可以找出应该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采取的工作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，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所有的工作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都列在这张图的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最右侧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。</a:t>
            </a:r>
          </a:p>
          <a:p>
            <a:pPr marL="800100" lvl="2" indent="-342900" eaLnBrk="1" hangingPunct="1">
              <a:lnSpc>
                <a:spcPts val="28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判断树比结构式语言</a:t>
            </a:r>
            <a:r>
              <a:rPr lang="zh-CN" altLang="en-US" sz="2000" b="1" dirty="0">
                <a:solidFill>
                  <a:srgbClr val="0070C0"/>
                </a:solidFill>
                <a:ea typeface="楷体" panose="02010609060101010101" charset="-122"/>
              </a:rPr>
              <a:t>更直观、更容易理解</a:t>
            </a: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。</a:t>
            </a:r>
          </a:p>
          <a:p>
            <a:pPr marL="800100" lvl="2" indent="-342900" eaLnBrk="1" hangingPunct="1">
              <a:lnSpc>
                <a:spcPts val="2800"/>
              </a:lnSpc>
              <a:spcBef>
                <a:spcPts val="0"/>
              </a:spcBef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dk1"/>
                </a:solidFill>
                <a:ea typeface="楷体" panose="02010609060101010101" charset="-122"/>
              </a:rPr>
              <a:t>当条件多时，不容易清楚地表达出整个判别过程</a:t>
            </a:r>
            <a:endParaRPr lang="zh-CN" altLang="en-US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3" name="Picture 4" descr="10">
            <a:extLst>
              <a:ext uri="{FF2B5EF4-FFF2-40B4-BE49-F238E27FC236}">
                <a16:creationId xmlns:a16="http://schemas.microsoft.com/office/drawing/2014/main" id="{3F476E84-42B8-FB05-5BAA-C3049D851B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788" y="4213103"/>
            <a:ext cx="7896144" cy="2492896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6597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当某个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判断结构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依赖于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较多的条件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且有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较多的取值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时，用判断表能够把所有的条件组合完整地表达出来，且可以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分析不同的条件组合应该采取什么的工作</a:t>
            </a:r>
          </a:p>
        </p:txBody>
      </p:sp>
      <p:graphicFrame>
        <p:nvGraphicFramePr>
          <p:cNvPr id="5" name="Group 326">
            <a:extLst>
              <a:ext uri="{FF2B5EF4-FFF2-40B4-BE49-F238E27FC236}">
                <a16:creationId xmlns:a16="http://schemas.microsoft.com/office/drawing/2014/main" id="{EB465145-1F14-3F7B-51F3-66636E96A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9504"/>
              </p:ext>
            </p:extLst>
          </p:nvPr>
        </p:nvGraphicFramePr>
        <p:xfrm>
          <a:off x="1763688" y="3789040"/>
          <a:ext cx="5832648" cy="2806500"/>
        </p:xfrm>
        <a:graphic>
          <a:graphicData uri="http://schemas.openxmlformats.org/drawingml/2006/table">
            <a:tbl>
              <a:tblPr/>
              <a:tblGrid>
                <a:gridCol w="112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0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条件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取值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说明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欠款时间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欠款时间≤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&lt;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欠款时间≤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&lt;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库存量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需求量≤库存量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94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&gt;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库存量</a:t>
                      </a:r>
                    </a:p>
                  </a:txBody>
                  <a:tcPr marT="45668" marB="456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4924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</p:txBody>
      </p:sp>
      <p:graphicFrame>
        <p:nvGraphicFramePr>
          <p:cNvPr id="3" name="Group 424">
            <a:extLst>
              <a:ext uri="{FF2B5EF4-FFF2-40B4-BE49-F238E27FC236}">
                <a16:creationId xmlns:a16="http://schemas.microsoft.com/office/drawing/2014/main" id="{73951EA4-1193-2D86-D1DE-DE0B75A3A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654658"/>
              </p:ext>
            </p:extLst>
          </p:nvPr>
        </p:nvGraphicFramePr>
        <p:xfrm>
          <a:off x="861759" y="2564423"/>
          <a:ext cx="7645400" cy="4129017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98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决策规则号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291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条件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欠款时间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库存量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291"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应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采取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的行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动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立即发货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7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先按库存量发货，进货后再补发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先付款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再发货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不发货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2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要求先付欠款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656439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tx1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判断表（决策表）</a:t>
            </a:r>
          </a:p>
        </p:txBody>
      </p:sp>
      <p:graphicFrame>
        <p:nvGraphicFramePr>
          <p:cNvPr id="5" name="Group 217">
            <a:extLst>
              <a:ext uri="{FF2B5EF4-FFF2-40B4-BE49-F238E27FC236}">
                <a16:creationId xmlns:a16="http://schemas.microsoft.com/office/drawing/2014/main" id="{17BB8FB0-BE5B-8E72-5815-9B64784B3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28090"/>
              </p:ext>
            </p:extLst>
          </p:nvPr>
        </p:nvGraphicFramePr>
        <p:xfrm>
          <a:off x="1153636" y="2535856"/>
          <a:ext cx="7151960" cy="3885621"/>
        </p:xfrm>
        <a:graphic>
          <a:graphicData uri="http://schemas.openxmlformats.org/drawingml/2006/table">
            <a:tbl>
              <a:tblPr/>
              <a:tblGrid>
                <a:gridCol w="52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2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14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749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决策规则号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749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件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欠款时间≤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欠款时间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&gt;100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天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需求量≤库存量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749"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应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采取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的行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动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立即发货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先按库存量发货，进货后再补发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先付款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再发货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不发货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要求先付欠款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楷体" panose="02010609060101010101" charset="-122"/>
                      </a:endParaRPr>
                    </a:p>
                  </a:txBody>
                  <a:tcPr marT="45687" marB="4568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72129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9B0327E3-0790-789F-72B5-57783451A0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7544" y="1268760"/>
            <a:ext cx="4118435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2.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 处理功能的表达工具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16CA7-6338-8D33-BBC5-0F71C9A0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62737"/>
            <a:ext cx="622959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sym typeface="+mn-ea"/>
              </a:rPr>
              <a:t>第4节 建立新系统逻辑结构</a:t>
            </a:r>
            <a:endParaRPr kumimoji="1" lang="zh-CN" altLang="en-US" sz="4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89E886-E1EB-654E-4B60-39CDA17E482A}"/>
              </a:ext>
            </a:extLst>
          </p:cNvPr>
          <p:cNvSpPr txBox="1"/>
          <p:nvPr/>
        </p:nvSpPr>
        <p:spPr>
          <a:xfrm>
            <a:off x="782776" y="1988840"/>
            <a:ext cx="7893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条件单一且取值较少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，用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结构式语言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表达</a:t>
            </a: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条件较多且取值适中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，用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判断树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来表示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条件和取值都很复杂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，且需要对其进行验证，则使用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判断表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可读性：判断树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&gt;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结构式语言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&gt;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判断表</a:t>
            </a:r>
          </a:p>
          <a:p>
            <a:pPr marL="0" lvl="0" indent="0" eaLnBrk="1" hangingPunct="1"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三种表达工具一般要交替使用，互相补充</a:t>
            </a:r>
            <a:endParaRPr lang="zh-CN" altLang="en-US" b="1" dirty="0">
              <a:solidFill>
                <a:schemeClr val="dk1"/>
              </a:solidFill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54553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09600" y="1341438"/>
            <a:ext cx="8153400" cy="46388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练习</a:t>
            </a:r>
            <a:r>
              <a:rPr lang="en-US" altLang="zh-CN" b="1" dirty="0">
                <a:solidFill>
                  <a:srgbClr val="0070C0"/>
                </a:solidFill>
                <a:ea typeface="楷体" panose="02010609060101010101" charset="-122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：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某学校对学生成绩的评定办法为：若期末考试成绩大于等于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90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分，作业情况为好的成绩为优，作业成绩为差的定为良；若期末考试成绩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75-89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分之间，作业情况为好的成绩定为良，而作业情况为差的成绩定为及格；若期末考试成绩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60-74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分之间，作业情况为好的成绩定为及格，而作业情况为差的成绩为不及格；期末成绩低于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60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分，成绩定为不及格。</a:t>
            </a:r>
            <a:endParaRPr lang="en-US" altLang="zh-CN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 marR="0" defTabSz="914400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上述功能请用判断树和判断表表示。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4739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36" r:link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38" r:link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" name="Text Box 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2632710"/>
            <a:ext cx="1323975" cy="829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+mn-cs"/>
              </a:rPr>
              <a:t>期末考试成绩</a:t>
            </a:r>
          </a:p>
        </p:txBody>
      </p:sp>
      <p:sp>
        <p:nvSpPr>
          <p:cNvPr id="121860" name="Line 4"/>
          <p:cNvSpPr/>
          <p:nvPr>
            <p:custDataLst>
              <p:tags r:id="rId5"/>
            </p:custDataLst>
          </p:nvPr>
        </p:nvSpPr>
        <p:spPr>
          <a:xfrm>
            <a:off x="1833880" y="1332230"/>
            <a:ext cx="40894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1" name="Line 5"/>
          <p:cNvSpPr/>
          <p:nvPr>
            <p:custDataLst>
              <p:tags r:id="rId6"/>
            </p:custDataLst>
          </p:nvPr>
        </p:nvSpPr>
        <p:spPr>
          <a:xfrm>
            <a:off x="1833880" y="2983230"/>
            <a:ext cx="40894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43785" y="1167130"/>
            <a:ext cx="346456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＞＝</a:t>
            </a:r>
            <a:r>
              <a:rPr kumimoji="1" lang="en-US" altLang="zh-CN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90</a:t>
            </a: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－－作业情况</a:t>
            </a:r>
          </a:p>
        </p:txBody>
      </p:sp>
      <p:sp>
        <p:nvSpPr>
          <p:cNvPr id="7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43785" y="2800985"/>
            <a:ext cx="346456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75-89</a:t>
            </a: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－－作业情况</a:t>
            </a:r>
          </a:p>
        </p:txBody>
      </p:sp>
      <p:sp>
        <p:nvSpPr>
          <p:cNvPr id="121864" name="Line 8"/>
          <p:cNvSpPr/>
          <p:nvPr>
            <p:custDataLst>
              <p:tags r:id="rId9"/>
            </p:custDataLst>
          </p:nvPr>
        </p:nvSpPr>
        <p:spPr>
          <a:xfrm>
            <a:off x="1833880" y="4734560"/>
            <a:ext cx="40894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Text Box 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343785" y="4552315"/>
            <a:ext cx="346456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60-74</a:t>
            </a: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－－作业情况</a:t>
            </a:r>
          </a:p>
        </p:txBody>
      </p:sp>
      <p:sp>
        <p:nvSpPr>
          <p:cNvPr id="121866" name="Line 10"/>
          <p:cNvSpPr/>
          <p:nvPr>
            <p:custDataLst>
              <p:tags r:id="rId11"/>
            </p:custDataLst>
          </p:nvPr>
        </p:nvSpPr>
        <p:spPr>
          <a:xfrm>
            <a:off x="5597525" y="898525"/>
            <a:ext cx="0" cy="908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7" name="Line 11"/>
          <p:cNvSpPr/>
          <p:nvPr>
            <p:custDataLst>
              <p:tags r:id="rId12"/>
            </p:custDataLst>
          </p:nvPr>
        </p:nvSpPr>
        <p:spPr>
          <a:xfrm>
            <a:off x="5597525" y="898525"/>
            <a:ext cx="30607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8" name="Line 12"/>
          <p:cNvSpPr/>
          <p:nvPr>
            <p:custDataLst>
              <p:tags r:id="rId13"/>
            </p:custDataLst>
          </p:nvPr>
        </p:nvSpPr>
        <p:spPr>
          <a:xfrm>
            <a:off x="5597525" y="1806575"/>
            <a:ext cx="30607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6004560" y="692150"/>
            <a:ext cx="265049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好－－－  优</a:t>
            </a:r>
          </a:p>
        </p:txBody>
      </p:sp>
      <p:sp>
        <p:nvSpPr>
          <p:cNvPr id="14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004560" y="1558925"/>
            <a:ext cx="265049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差－－－  良</a:t>
            </a:r>
          </a:p>
        </p:txBody>
      </p:sp>
      <p:sp>
        <p:nvSpPr>
          <p:cNvPr id="121886" name="Line 16"/>
          <p:cNvSpPr/>
          <p:nvPr>
            <p:custDataLst>
              <p:tags r:id="rId15"/>
            </p:custDataLst>
          </p:nvPr>
        </p:nvSpPr>
        <p:spPr>
          <a:xfrm>
            <a:off x="5597525" y="2574290"/>
            <a:ext cx="0" cy="908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7" name="Line 17"/>
          <p:cNvSpPr/>
          <p:nvPr>
            <p:custDataLst>
              <p:tags r:id="rId16"/>
            </p:custDataLst>
          </p:nvPr>
        </p:nvSpPr>
        <p:spPr>
          <a:xfrm>
            <a:off x="5597525" y="2574290"/>
            <a:ext cx="30607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8" name="Line 18"/>
          <p:cNvSpPr/>
          <p:nvPr>
            <p:custDataLst>
              <p:tags r:id="rId17"/>
            </p:custDataLst>
          </p:nvPr>
        </p:nvSpPr>
        <p:spPr>
          <a:xfrm>
            <a:off x="5597525" y="3482340"/>
            <a:ext cx="30607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" name="Text Box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005195" y="2367915"/>
            <a:ext cx="264985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好－－－  良</a:t>
            </a:r>
          </a:p>
        </p:txBody>
      </p:sp>
      <p:sp>
        <p:nvSpPr>
          <p:cNvPr id="34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005195" y="3234690"/>
            <a:ext cx="264985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差－－－  及格</a:t>
            </a:r>
          </a:p>
        </p:txBody>
      </p:sp>
      <p:sp>
        <p:nvSpPr>
          <p:cNvPr id="121872" name="Line 21"/>
          <p:cNvSpPr/>
          <p:nvPr>
            <p:custDataLst>
              <p:tags r:id="rId20"/>
            </p:custDataLst>
          </p:nvPr>
        </p:nvSpPr>
        <p:spPr>
          <a:xfrm>
            <a:off x="5393690" y="1393825"/>
            <a:ext cx="20383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73" name="Line 22"/>
          <p:cNvSpPr/>
          <p:nvPr>
            <p:custDataLst>
              <p:tags r:id="rId21"/>
            </p:custDataLst>
          </p:nvPr>
        </p:nvSpPr>
        <p:spPr>
          <a:xfrm>
            <a:off x="5393690" y="2983230"/>
            <a:ext cx="20383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74" name="Line 23"/>
          <p:cNvSpPr/>
          <p:nvPr>
            <p:custDataLst>
              <p:tags r:id="rId22"/>
            </p:custDataLst>
          </p:nvPr>
        </p:nvSpPr>
        <p:spPr>
          <a:xfrm>
            <a:off x="5597525" y="4324985"/>
            <a:ext cx="30607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75" name="Line 24"/>
          <p:cNvSpPr/>
          <p:nvPr>
            <p:custDataLst>
              <p:tags r:id="rId23"/>
            </p:custDataLst>
          </p:nvPr>
        </p:nvSpPr>
        <p:spPr>
          <a:xfrm>
            <a:off x="3048000" y="5625464"/>
            <a:ext cx="4404320" cy="2349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Box 25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004560" y="4118610"/>
            <a:ext cx="265049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好－－－  及格</a:t>
            </a:r>
          </a:p>
        </p:txBody>
      </p:sp>
      <p:sp>
        <p:nvSpPr>
          <p:cNvPr id="21" name="Text Box 2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004560" y="4799965"/>
            <a:ext cx="265049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差－－－  不及格</a:t>
            </a:r>
          </a:p>
        </p:txBody>
      </p:sp>
      <p:sp>
        <p:nvSpPr>
          <p:cNvPr id="121878" name="Line 27"/>
          <p:cNvSpPr/>
          <p:nvPr>
            <p:custDataLst>
              <p:tags r:id="rId26"/>
            </p:custDataLst>
          </p:nvPr>
        </p:nvSpPr>
        <p:spPr>
          <a:xfrm>
            <a:off x="5334000" y="4799965"/>
            <a:ext cx="20383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79" name="Line 28"/>
          <p:cNvSpPr/>
          <p:nvPr>
            <p:custDataLst>
              <p:tags r:id="rId27"/>
            </p:custDataLst>
          </p:nvPr>
        </p:nvSpPr>
        <p:spPr>
          <a:xfrm>
            <a:off x="5597525" y="4965065"/>
            <a:ext cx="30607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Text Box 29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284095" y="5377815"/>
            <a:ext cx="336359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＜</a:t>
            </a:r>
            <a:r>
              <a:rPr kumimoji="1" lang="en-US" altLang="zh-CN" sz="24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60</a:t>
            </a:r>
          </a:p>
        </p:txBody>
      </p:sp>
      <p:sp>
        <p:nvSpPr>
          <p:cNvPr id="121881" name="Line 30"/>
          <p:cNvSpPr/>
          <p:nvPr>
            <p:custDataLst>
              <p:tags r:id="rId29"/>
            </p:custDataLst>
          </p:nvPr>
        </p:nvSpPr>
        <p:spPr>
          <a:xfrm>
            <a:off x="1120775" y="2983230"/>
            <a:ext cx="61277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Rectangle 31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452320" y="5418769"/>
            <a:ext cx="109728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不及格</a:t>
            </a:r>
          </a:p>
        </p:txBody>
      </p:sp>
      <p:sp>
        <p:nvSpPr>
          <p:cNvPr id="121883" name="Line 32"/>
          <p:cNvSpPr/>
          <p:nvPr>
            <p:custDataLst>
              <p:tags r:id="rId31"/>
            </p:custDataLst>
          </p:nvPr>
        </p:nvSpPr>
        <p:spPr>
          <a:xfrm>
            <a:off x="1793240" y="1332230"/>
            <a:ext cx="0" cy="421132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4" name="Line 33"/>
          <p:cNvSpPr/>
          <p:nvPr>
            <p:custDataLst>
              <p:tags r:id="rId32"/>
            </p:custDataLst>
          </p:nvPr>
        </p:nvSpPr>
        <p:spPr>
          <a:xfrm>
            <a:off x="1793240" y="5542915"/>
            <a:ext cx="40894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5" name="Line 34"/>
          <p:cNvSpPr/>
          <p:nvPr>
            <p:custDataLst>
              <p:tags r:id="rId33"/>
            </p:custDataLst>
          </p:nvPr>
        </p:nvSpPr>
        <p:spPr>
          <a:xfrm>
            <a:off x="5558155" y="4304665"/>
            <a:ext cx="0" cy="6604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0675C514-F5F3-04E9-C6F0-BDE6A71F096C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7020272" y="75566"/>
            <a:ext cx="265049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成绩结果</a:t>
            </a:r>
            <a:endParaRPr kumimoji="1" lang="zh-CN" altLang="en-US" sz="2400" kern="1200" cap="none" spc="0" normalizeH="0" baseline="0" noProof="0" dirty="0">
              <a:solidFill>
                <a:schemeClr val="dk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72094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graphicFrame>
        <p:nvGraphicFramePr>
          <p:cNvPr id="2" name="Group 2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94083663"/>
              </p:ext>
            </p:extLst>
          </p:nvPr>
        </p:nvGraphicFramePr>
        <p:xfrm>
          <a:off x="611188" y="621348"/>
          <a:ext cx="8281987" cy="475785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312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0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期末考试成绩＞＝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90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期末考试成绩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75--89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期末考试成绩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60--74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作业情况好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  Y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优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良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及格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不及格</a:t>
                      </a:r>
                    </a:p>
                  </a:txBody>
                  <a:tcPr marT="45723" marB="45723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 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＃</a:t>
                      </a:r>
                    </a:p>
                  </a:txBody>
                  <a:tcPr marT="45723" marB="45723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37649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09600" y="1341438"/>
            <a:ext cx="8153400" cy="39039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练习</a:t>
            </a:r>
            <a:r>
              <a:rPr lang="en-US" altLang="zh-CN" b="1" dirty="0">
                <a:solidFill>
                  <a:srgbClr val="0070C0"/>
                </a:solidFill>
                <a:ea typeface="楷体" panose="02010609060101010101" charset="-122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：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邮寄包收费标准如下：若收件地点在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1000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公里以内，普通件每公斤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2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元，挂号件每公斤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3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元。若收件地点在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1000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公里以外，普通件每公斤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2.5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元，挂号件每公斤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3.5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元；</a:t>
            </a:r>
            <a:endParaRPr lang="en-US" altLang="zh-CN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若重量大于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30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公斤，超重部分每公斤加收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0.5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元。</a:t>
            </a:r>
            <a:endParaRPr lang="en-US" altLang="zh-CN" b="1" dirty="0">
              <a:solidFill>
                <a:schemeClr val="dk1"/>
              </a:solidFill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请绘制</a:t>
            </a:r>
            <a:r>
              <a:rPr lang="zh-CN" altLang="en-US" b="1" dirty="0">
                <a:solidFill>
                  <a:srgbClr val="0070C0"/>
                </a:solidFill>
                <a:ea typeface="楷体" panose="02010609060101010101" charset="-122"/>
              </a:rPr>
              <a:t>收费的决策表和决策树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(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重量用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W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表示</a:t>
            </a:r>
            <a:r>
              <a:rPr lang="en-US" altLang="zh-CN" b="1" dirty="0">
                <a:solidFill>
                  <a:schemeClr val="dk1"/>
                </a:solidFill>
                <a:ea typeface="楷体" panose="02010609060101010101" charset="-122"/>
              </a:rPr>
              <a:t>)</a:t>
            </a:r>
            <a:r>
              <a:rPr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。 </a:t>
            </a:r>
          </a:p>
          <a:p>
            <a:pPr marR="0" defTabSz="914400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endParaRPr lang="zh-CN" altLang="en-US" b="1" dirty="0">
              <a:solidFill>
                <a:srgbClr val="0070C0"/>
              </a:solidFill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6443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5" r:link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7" r:link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Text Box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5098" y="2400746"/>
            <a:ext cx="46235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收件地点</a:t>
            </a:r>
          </a:p>
        </p:txBody>
      </p:sp>
      <p:sp>
        <p:nvSpPr>
          <p:cNvPr id="124931" name="Line 3"/>
          <p:cNvSpPr/>
          <p:nvPr>
            <p:custDataLst>
              <p:tags r:id="rId5"/>
            </p:custDataLst>
          </p:nvPr>
        </p:nvSpPr>
        <p:spPr>
          <a:xfrm>
            <a:off x="907937" y="1331913"/>
            <a:ext cx="143029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83619" y="1064642"/>
            <a:ext cx="117092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5" name="Text Box 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10916" y="4292600"/>
            <a:ext cx="1090037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&gt;1000</a:t>
            </a:r>
          </a:p>
        </p:txBody>
      </p:sp>
      <p:sp>
        <p:nvSpPr>
          <p:cNvPr id="124934" name="Line 6"/>
          <p:cNvSpPr/>
          <p:nvPr>
            <p:custDataLst>
              <p:tags r:id="rId8"/>
            </p:custDataLst>
          </p:nvPr>
        </p:nvSpPr>
        <p:spPr>
          <a:xfrm>
            <a:off x="3107387" y="796354"/>
            <a:ext cx="0" cy="908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5" name="Line 7"/>
          <p:cNvSpPr/>
          <p:nvPr>
            <p:custDataLst>
              <p:tags r:id="rId9"/>
            </p:custDataLst>
          </p:nvPr>
        </p:nvSpPr>
        <p:spPr>
          <a:xfrm>
            <a:off x="3107388" y="796354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6" name="Line 8"/>
          <p:cNvSpPr/>
          <p:nvPr>
            <p:custDataLst>
              <p:tags r:id="rId10"/>
            </p:custDataLst>
          </p:nvPr>
        </p:nvSpPr>
        <p:spPr>
          <a:xfrm>
            <a:off x="3107388" y="1704404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7" name="Line 9"/>
          <p:cNvSpPr/>
          <p:nvPr>
            <p:custDataLst>
              <p:tags r:id="rId11"/>
            </p:custDataLst>
          </p:nvPr>
        </p:nvSpPr>
        <p:spPr>
          <a:xfrm>
            <a:off x="2123728" y="1310704"/>
            <a:ext cx="28863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8" name="Line 10"/>
          <p:cNvSpPr/>
          <p:nvPr>
            <p:custDataLst>
              <p:tags r:id="rId12"/>
            </p:custDataLst>
          </p:nvPr>
        </p:nvSpPr>
        <p:spPr>
          <a:xfrm>
            <a:off x="529063" y="3139438"/>
            <a:ext cx="139258" cy="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39" name="Line 11"/>
          <p:cNvSpPr/>
          <p:nvPr>
            <p:custDataLst>
              <p:tags r:id="rId13"/>
            </p:custDataLst>
          </p:nvPr>
        </p:nvSpPr>
        <p:spPr>
          <a:xfrm>
            <a:off x="907937" y="1341438"/>
            <a:ext cx="0" cy="31670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486798" y="589979"/>
            <a:ext cx="4469577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普通件－</a:t>
            </a:r>
            <a:r>
              <a:rPr kumimoji="1"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－ －－ －－ </a:t>
            </a:r>
            <a:r>
              <a:rPr kumimoji="1" lang="en-US" altLang="zh-CN" sz="20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2W</a:t>
            </a:r>
          </a:p>
        </p:txBody>
      </p:sp>
      <p:sp>
        <p:nvSpPr>
          <p:cNvPr id="13" name="Text Box 1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559823" y="1455167"/>
            <a:ext cx="4108519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挂号件－－</a:t>
            </a:r>
            <a:r>
              <a:rPr kumimoji="1"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－－－－</a:t>
            </a: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124942" name="Line 14"/>
          <p:cNvSpPr/>
          <p:nvPr>
            <p:custDataLst>
              <p:tags r:id="rId15"/>
            </p:custDataLst>
          </p:nvPr>
        </p:nvSpPr>
        <p:spPr>
          <a:xfrm>
            <a:off x="2819806" y="3500438"/>
            <a:ext cx="0" cy="20891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43" name="Line 15"/>
          <p:cNvSpPr/>
          <p:nvPr>
            <p:custDataLst>
              <p:tags r:id="rId16"/>
            </p:custDataLst>
          </p:nvPr>
        </p:nvSpPr>
        <p:spPr>
          <a:xfrm>
            <a:off x="2820426" y="5589588"/>
            <a:ext cx="112611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44" name="Line 16"/>
          <p:cNvSpPr/>
          <p:nvPr>
            <p:custDataLst>
              <p:tags r:id="rId17"/>
            </p:custDataLst>
          </p:nvPr>
        </p:nvSpPr>
        <p:spPr>
          <a:xfrm>
            <a:off x="2843809" y="3501008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Text Box 18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036451" y="3213100"/>
            <a:ext cx="62838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普通件</a:t>
            </a:r>
          </a:p>
        </p:txBody>
      </p:sp>
      <p:sp>
        <p:nvSpPr>
          <p:cNvPr id="19" name="Text Box 19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903146" y="5149490"/>
            <a:ext cx="636823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挂号件</a:t>
            </a:r>
          </a:p>
        </p:txBody>
      </p:sp>
      <p:sp>
        <p:nvSpPr>
          <p:cNvPr id="124948" name="Line 20"/>
          <p:cNvSpPr/>
          <p:nvPr>
            <p:custDataLst>
              <p:tags r:id="rId20"/>
            </p:custDataLst>
          </p:nvPr>
        </p:nvSpPr>
        <p:spPr>
          <a:xfrm>
            <a:off x="4199136" y="2987303"/>
            <a:ext cx="0" cy="908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49" name="Line 21"/>
          <p:cNvSpPr/>
          <p:nvPr>
            <p:custDataLst>
              <p:tags r:id="rId21"/>
            </p:custDataLst>
          </p:nvPr>
        </p:nvSpPr>
        <p:spPr>
          <a:xfrm>
            <a:off x="4199137" y="2987303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50" name="Line 22"/>
          <p:cNvSpPr/>
          <p:nvPr>
            <p:custDataLst>
              <p:tags r:id="rId22"/>
            </p:custDataLst>
          </p:nvPr>
        </p:nvSpPr>
        <p:spPr>
          <a:xfrm>
            <a:off x="4199137" y="3895353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51" name="Line 23"/>
          <p:cNvSpPr/>
          <p:nvPr>
            <p:custDataLst>
              <p:tags r:id="rId23"/>
            </p:custDataLst>
          </p:nvPr>
        </p:nvSpPr>
        <p:spPr>
          <a:xfrm>
            <a:off x="3995936" y="3482603"/>
            <a:ext cx="139944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52" name="Line 24"/>
          <p:cNvSpPr/>
          <p:nvPr>
            <p:custDataLst>
              <p:tags r:id="rId24"/>
            </p:custDataLst>
          </p:nvPr>
        </p:nvSpPr>
        <p:spPr>
          <a:xfrm>
            <a:off x="4181675" y="2996828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Text Box 25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4378842" y="2780928"/>
            <a:ext cx="255267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&lt;=30</a:t>
            </a: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公斤－－</a:t>
            </a: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2.5W</a:t>
            </a:r>
          </a:p>
        </p:txBody>
      </p:sp>
      <p:sp>
        <p:nvSpPr>
          <p:cNvPr id="26" name="Text Box 26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427984" y="3717553"/>
            <a:ext cx="1838959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&gt;30</a:t>
            </a: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公斤－－</a:t>
            </a:r>
          </a:p>
        </p:txBody>
      </p:sp>
      <p:sp>
        <p:nvSpPr>
          <p:cNvPr id="27" name="Text Box 27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868144" y="3719031"/>
            <a:ext cx="2807521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3W-15</a:t>
            </a:r>
          </a:p>
        </p:txBody>
      </p:sp>
      <p:sp>
        <p:nvSpPr>
          <p:cNvPr id="124956" name="Line 28"/>
          <p:cNvSpPr/>
          <p:nvPr>
            <p:custDataLst>
              <p:tags r:id="rId28"/>
            </p:custDataLst>
          </p:nvPr>
        </p:nvSpPr>
        <p:spPr>
          <a:xfrm>
            <a:off x="4150522" y="5118695"/>
            <a:ext cx="0" cy="9080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57" name="Line 29"/>
          <p:cNvSpPr/>
          <p:nvPr>
            <p:custDataLst>
              <p:tags r:id="rId29"/>
            </p:custDataLst>
          </p:nvPr>
        </p:nvSpPr>
        <p:spPr>
          <a:xfrm>
            <a:off x="4150523" y="5118695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58" name="Line 30"/>
          <p:cNvSpPr/>
          <p:nvPr>
            <p:custDataLst>
              <p:tags r:id="rId30"/>
            </p:custDataLst>
          </p:nvPr>
        </p:nvSpPr>
        <p:spPr>
          <a:xfrm>
            <a:off x="4150523" y="6026745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959" name="Line 31"/>
          <p:cNvSpPr/>
          <p:nvPr>
            <p:custDataLst>
              <p:tags r:id="rId31"/>
            </p:custDataLst>
          </p:nvPr>
        </p:nvSpPr>
        <p:spPr>
          <a:xfrm>
            <a:off x="4133061" y="5128220"/>
            <a:ext cx="21101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" name="Text Box 32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284285" y="4912320"/>
            <a:ext cx="2403548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&lt;=30</a:t>
            </a: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公斤－－</a:t>
            </a: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3.5W</a:t>
            </a:r>
          </a:p>
        </p:txBody>
      </p:sp>
      <p:sp>
        <p:nvSpPr>
          <p:cNvPr id="33" name="Text Box 33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283968" y="5848945"/>
            <a:ext cx="1838959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&gt;30</a:t>
            </a:r>
            <a:r>
              <a:rPr kumimoji="1" lang="zh-CN" altLang="en-US" sz="2000" kern="1200" cap="none" spc="0" normalizeH="0" baseline="0" noProof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公斤－－</a:t>
            </a:r>
          </a:p>
        </p:txBody>
      </p:sp>
      <p:sp>
        <p:nvSpPr>
          <p:cNvPr id="34" name="Text Box 34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796417" y="5783036"/>
            <a:ext cx="280751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4W-15</a:t>
            </a:r>
          </a:p>
        </p:txBody>
      </p:sp>
      <p:sp>
        <p:nvSpPr>
          <p:cNvPr id="124963" name="Line 35"/>
          <p:cNvSpPr/>
          <p:nvPr>
            <p:custDataLst>
              <p:tags r:id="rId35"/>
            </p:custDataLst>
          </p:nvPr>
        </p:nvSpPr>
        <p:spPr>
          <a:xfrm>
            <a:off x="907938" y="4508500"/>
            <a:ext cx="10034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Line 23">
            <a:extLst>
              <a:ext uri="{FF2B5EF4-FFF2-40B4-BE49-F238E27FC236}">
                <a16:creationId xmlns:a16="http://schemas.microsoft.com/office/drawing/2014/main" id="{7323BD47-65FE-8052-5C23-63F019257D83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3942962" y="5575869"/>
            <a:ext cx="139944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FD2C4C-CD22-7818-AFBF-1234E06A7F60}"/>
              </a:ext>
            </a:extLst>
          </p:cNvPr>
          <p:cNvSpPr txBox="1"/>
          <p:nvPr/>
        </p:nvSpPr>
        <p:spPr>
          <a:xfrm>
            <a:off x="2339752" y="853704"/>
            <a:ext cx="6535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寄件类型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25FE84-1124-48C2-3A17-8C4EA08B8247}"/>
              </a:ext>
            </a:extLst>
          </p:cNvPr>
          <p:cNvSpPr txBox="1"/>
          <p:nvPr/>
        </p:nvSpPr>
        <p:spPr>
          <a:xfrm>
            <a:off x="2043122" y="4081323"/>
            <a:ext cx="6535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寄件类型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D30EAB7D-EB8E-CCE4-57BC-2DAAAB5F16E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1833572" y="4546565"/>
            <a:ext cx="28863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7B1A2562-94EC-793E-0AD2-E9D075CE9D26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2706978" y="1343877"/>
            <a:ext cx="28863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2FEDB75C-784C-29C5-3FEB-3BD3E4897AD7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2418342" y="4546565"/>
            <a:ext cx="28863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1E352F7B-4F96-062C-E0D6-6DCD892F51E9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3505622" y="5241394"/>
            <a:ext cx="628380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重量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7FAFC394-92AA-88CB-0CA7-7969D46B4722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3583689" y="3208803"/>
            <a:ext cx="628380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重量</a:t>
            </a: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02377882-CE72-0DA7-4FD8-67BB725DB96C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361304" y="3502877"/>
            <a:ext cx="28863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015E28E9-A11F-D94C-4E9C-60B1606BFFC2}"/>
              </a:ext>
            </a:extLst>
          </p:cNvPr>
          <p:cNvSpPr/>
          <p:nvPr/>
        </p:nvSpPr>
        <p:spPr>
          <a:xfrm>
            <a:off x="3271188" y="5589588"/>
            <a:ext cx="288636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0F3C1109-2FB2-5933-D43C-80DBD489313A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971030" y="51986"/>
            <a:ext cx="14336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000" kern="1200" cap="none" spc="0" normalizeH="0" baseline="0" noProof="0" dirty="0">
                <a:solidFill>
                  <a:schemeClr val="dk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收费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0661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graphicFrame>
        <p:nvGraphicFramePr>
          <p:cNvPr id="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26772"/>
              </p:ext>
            </p:extLst>
          </p:nvPr>
        </p:nvGraphicFramePr>
        <p:xfrm>
          <a:off x="0" y="188913"/>
          <a:ext cx="8856662" cy="6480176"/>
        </p:xfrm>
        <a:graphic>
          <a:graphicData uri="http://schemas.openxmlformats.org/drawingml/2006/table">
            <a:tbl>
              <a:tblPr/>
              <a:tblGrid>
                <a:gridCol w="710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362">
                  <a:extLst>
                    <a:ext uri="{9D8B030D-6E8A-4147-A177-3AD203B41FA5}">
                      <a16:colId xmlns:a16="http://schemas.microsoft.com/office/drawing/2014/main" val="3601425550"/>
                    </a:ext>
                  </a:extLst>
                </a:gridCol>
                <a:gridCol w="623362">
                  <a:extLst>
                    <a:ext uri="{9D8B030D-6E8A-4147-A177-3AD203B41FA5}">
                      <a16:colId xmlns:a16="http://schemas.microsoft.com/office/drawing/2014/main" val="2295386688"/>
                    </a:ext>
                  </a:extLst>
                </a:gridCol>
                <a:gridCol w="533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1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77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决策规则号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条件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普通件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W≦30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1000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公里以内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 row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采取的行动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2.5W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3.5W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7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+mn-cs"/>
                        </a:rPr>
                        <a:t>3W-15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77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+mn-cs"/>
                        </a:rPr>
                        <a:t>4W-15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7244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722483" y="2814875"/>
            <a:ext cx="3699034" cy="1228249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6000" b="0" u="none" strike="noStrike" kern="1200" cap="none" spc="8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di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END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bf6a194-d9e0-4384-8079-6afcf7d05967"/>
  <p:tag name="FULLTEXTBEAUTIFYED" val="1"/>
  <p:tag name="COMMONDATA" val="eyJoZGlkIjoiMTA3NmMyZDIyYzFlYTljMDIyMjcwNWY5NzdhYThhM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204359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5、19、22、23、24、25、26、29、34、39、42、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SUBCATEGORY" val="0"/>
  <p:tag name="KSO_WM_SLIDE_ITEM_CNT" val="0"/>
  <p:tag name="KSO_WM_SLIDE_INDEX" val="1"/>
  <p:tag name="KSO_WM_TAG_VERSION" val="1.0"/>
  <p:tag name="KSO_WM_SLIDE_LAYOUT" val="a_b"/>
  <p:tag name="KSO_WM_SLIDE_LAYOUT_CNT" val="1_3"/>
  <p:tag name="KSO_WM_SLIDE_TYPE" val="title"/>
  <p:tag name="KSO_WM_SLIDE_SUBTYPE" val="pureTxt"/>
  <p:tag name="KSO_WM_TEMPLATE_MASTER_TYPE" val="1"/>
  <p:tag name="KSO_WM_TEMPLATE_COLOR_TYPE" val="1"/>
  <p:tag name="KSO_WM_TEMPLATE_CATEGORY" val="custom"/>
  <p:tag name="KSO_WM_TEMPLATE_INDEX" val="20204359"/>
  <p:tag name="KSO_WM_SLIDE_ID" val="custom20204359_1"/>
  <p:tag name="KSO_WM_TEMPLATE_MASTER_THUMB_INDEX" val="12"/>
  <p:tag name="KSO_WM_TEMPLATE_THUMBS_INDEX" val="1、4、7、9、12、15、19、22、23、24、25、26、29、34、39、42、4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UNIT_PRESET_TEXT" val="活动策划方案"/>
  <p:tag name="KSO_WM_TEMPLATE_CATEGORY" val="custom"/>
  <p:tag name="KSO_WM_TEMPLATE_INDEX" val="20204359"/>
  <p:tag name="KSO_WM_UNIT_ID" val="custom20204359_1*a*1"/>
  <p:tag name="KSO_WM_UNIT_ISNUMDGMTITLE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内容"/>
  <p:tag name="KSO_WM_TEMPLATE_CATEGORY" val="custom"/>
  <p:tag name="KSO_WM_TEMPLATE_INDEX" val="20204359"/>
  <p:tag name="KSO_WM_UNIT_ID" val="custom20204359_1*b*1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359"/>
  <p:tag name="KSO_WM_SLIDE_ID" val="custom20204359_4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59"/>
  <p:tag name="KSO_WM_UNIT_ID" val="custom20204359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0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2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4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COLOR_SCHEME_SHAPE_ID" val="16"/>
  <p:tag name="KSO_WM_UNIT_COLOR_SCHEME_PARENT_PAGE" val="0_3"/>
  <p:tag name="KSO_WM_UNIT_PRESET_TEXT" val="单击此处添加文本内容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3_2"/>
  <p:tag name="KSO_WM_UNIT_TEXT_FILL_FORE_SCHEMECOLOR_INDEX" val="14"/>
  <p:tag name="KSO_WM_UNIT_TEXT_FILL_TYPE" val="1"/>
  <p:tag name="KSO_WM_UNIT_USESOURCEFORMAT_APPLY" val="1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2_2"/>
  <p:tag name="KSO_WM_UNIT_TEXT_FILL_FORE_SCHEMECOLOR_INDEX" val="14"/>
  <p:tag name="KSO_WM_UNIT_TEXT_FILL_TYPE" val="1"/>
  <p:tag name="KSO_WM_UNIT_USESOURCEFORMAT_APPLY" val="1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1_2"/>
  <p:tag name="KSO_WM_UNIT_TEXT_FILL_FORE_SCHEMECOLOR_INDEX" val="14"/>
  <p:tag name="KSO_WM_UNIT_TEXT_FILL_TYPE" val="1"/>
  <p:tag name="KSO_WM_UNIT_USESOURCEFORMAT_APPLY" val="1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359"/>
  <p:tag name="KSO_WM_UNIT_ID" val="custom20204359_4*l_h_i*1_4_2"/>
  <p:tag name="KSO_WM_UNIT_TEXT_FILL_FORE_SCHEMECOLOR_INDEX" val="14"/>
  <p:tag name="KSO_WM_UNIT_TEXT_FILL_TYPE" val="1"/>
  <p:tag name="KSO_WM_UNIT_USESOURCEFORMAT_APPLY" val="1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21be95a-1204-47fc-a3bd-41a06b65fe8c}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5fce053b-1d98-450c-9313-e0c88c5f19a4}"/>
  <p:tag name="KSO_WM_UNIT_TYPE" val="i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006627c2-776a-4425-b3d9-8638c35320f3}"/>
  <p:tag name="KSO_WM_UNIT_TYPE" val="i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SLIDE_LAYOUT" val="a"/>
  <p:tag name="KSO_WM_SLIDE_LAYOUT_CNT" val="1"/>
  <p:tag name="KSO_WM_TEMPLATE_MASTER_TYPE" val="1"/>
  <p:tag name="KSO_WM_TEMPLATE_COLOR_TYPE" val="1"/>
  <p:tag name="KSO_WM_TEMPLATE_CATEGORY" val="custom"/>
  <p:tag name="KSO_WM_TEMPLATE_INDEX" val="20204359"/>
  <p:tag name="KSO_WM_SLIDE_ID" val="custom20204359_7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5"/>
  <p:tag name="KSO_WM_UNIT_TYPE" val="a"/>
  <p:tag name="KSO_WM_UNIT_INDEX" val="1"/>
  <p:tag name="KSO_WM_UNIT_PRESET_TEXT" val="PART 01"/>
  <p:tag name="KSO_WM_TEMPLATE_CATEGORY" val="custom"/>
  <p:tag name="KSO_WM_TEMPLATE_INDEX" val="20204359"/>
  <p:tag name="KSO_WM_UNIT_ID" val="custom20204359_7*a*1"/>
  <p:tag name="KSO_WM_UNIT_ISNUMDGMTITLE" val="0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50">
      <a:dk1>
        <a:srgbClr val="000000"/>
      </a:dk1>
      <a:lt1>
        <a:srgbClr val="FFFFFF"/>
      </a:lt1>
      <a:dk2>
        <a:srgbClr val="EAF1F6"/>
      </a:dk2>
      <a:lt2>
        <a:srgbClr val="FFFFFF"/>
      </a:lt2>
      <a:accent1>
        <a:srgbClr val="476BAB"/>
      </a:accent1>
      <a:accent2>
        <a:srgbClr val="267793"/>
      </a:accent2>
      <a:accent3>
        <a:srgbClr val="2E7861"/>
      </a:accent3>
      <a:accent4>
        <a:srgbClr val="53703E"/>
      </a:accent4>
      <a:accent5>
        <a:srgbClr val="866134"/>
      </a:accent5>
      <a:accent6>
        <a:srgbClr val="AB5345"/>
      </a:accent6>
      <a:hlink>
        <a:srgbClr val="0563C1"/>
      </a:hlink>
      <a:folHlink>
        <a:srgbClr val="954E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4734</Words>
  <Application>Microsoft Macintosh PowerPoint</Application>
  <PresentationFormat>全屏显示(4:3)</PresentationFormat>
  <Paragraphs>931</Paragraphs>
  <Slides>61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楷体</vt:lpstr>
      <vt:lpstr>楷体_GB2312</vt:lpstr>
      <vt:lpstr>宋体</vt:lpstr>
      <vt:lpstr>Microsoft YaHei</vt:lpstr>
      <vt:lpstr>Microsoft YaHei</vt:lpstr>
      <vt:lpstr>Arial</vt:lpstr>
      <vt:lpstr>Times New Roman</vt:lpstr>
      <vt:lpstr>Wingdings</vt:lpstr>
      <vt:lpstr>Soaring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第1节 信息系统分析的目标和任务</vt:lpstr>
      <vt:lpstr>第1节 信息系统分析的目标和任务</vt:lpstr>
      <vt:lpstr>PowerPoint 演示文稿</vt:lpstr>
      <vt:lpstr>第2节 业务流程分析</vt:lpstr>
      <vt:lpstr>第2节 业务流程分析</vt:lpstr>
      <vt:lpstr>第2节 业务流程分析</vt:lpstr>
      <vt:lpstr>第2节 业务流程分析</vt:lpstr>
      <vt:lpstr>第2节 业务流程分析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2022-12-08T23:33:38Z</dcterms:created>
  <dcterms:modified xsi:type="dcterms:W3CDTF">2026-06-09T02:59:18Z</dcterms:modified>
</cp:coreProperties>
</file>