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heme/theme3.xml" ContentType="application/vnd.openxmlformats-officedocument.them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1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2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3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notesSlides/notesSlide4.xml" ContentType="application/vnd.openxmlformats-officedocument.presentationml.notesSlide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5.xml" ContentType="application/vnd.openxmlformats-officedocument.presentationml.notesSlide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notesSlides/notesSlide6.xml" ContentType="application/vnd.openxmlformats-officedocument.presentationml.notesSlide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notesSlides/notesSlide7.xml" ContentType="application/vnd.openxmlformats-officedocument.presentationml.notesSlide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notesSlides/notesSlide8.xml" ContentType="application/vnd.openxmlformats-officedocument.presentationml.notesSlide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notesSlides/notesSlide9.xml" ContentType="application/vnd.openxmlformats-officedocument.presentationml.notesSl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notesSlides/notesSlide10.xml" ContentType="application/vnd.openxmlformats-officedocument.presentationml.notesSlide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notesSlides/notesSlide11.xml" ContentType="application/vnd.openxmlformats-officedocument.presentationml.notesSlide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notesSlides/notesSlide12.xml" ContentType="application/vnd.openxmlformats-officedocument.presentationml.notesSlide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notesSlides/notesSlide13.xml" ContentType="application/vnd.openxmlformats-officedocument.presentationml.notesSlide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notesSlides/notesSlide14.xml" ContentType="application/vnd.openxmlformats-officedocument.presentationml.notesSlide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notesSlides/notesSlide15.xml" ContentType="application/vnd.openxmlformats-officedocument.presentationml.notesSlide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notesSlides/notesSlide16.xml" ContentType="application/vnd.openxmlformats-officedocument.presentationml.notesSlide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notesSlides/notesSlide17.xml" ContentType="application/vnd.openxmlformats-officedocument.presentationml.notesSlide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notesSlides/notesSlide18.xml" ContentType="application/vnd.openxmlformats-officedocument.presentationml.notesSl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notesSlides/notesSlide19.xml" ContentType="application/vnd.openxmlformats-officedocument.presentationml.notesSlide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notesSlides/notesSlide20.xml" ContentType="application/vnd.openxmlformats-officedocument.presentationml.notesSlide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notesSlides/notesSlide21.xml" ContentType="application/vnd.openxmlformats-officedocument.presentationml.notesSlide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notesSlides/notesSlide22.xml" ContentType="application/vnd.openxmlformats-officedocument.presentationml.notesSlide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notesSlides/notesSlide23.xml" ContentType="application/vnd.openxmlformats-officedocument.presentationml.notesSlide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notesSlides/notesSlide24.xml" ContentType="application/vnd.openxmlformats-officedocument.presentationml.notesSlide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notesSlides/notesSlide25.xml" ContentType="application/vnd.openxmlformats-officedocument.presentationml.notesSlide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notesSlides/notesSlide26.xml" ContentType="application/vnd.openxmlformats-officedocument.presentationml.notesSlide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notesSlides/notesSlide27.xml" ContentType="application/vnd.openxmlformats-officedocument.presentationml.notesSlide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notesSlides/notesSlide28.xml" ContentType="application/vnd.openxmlformats-officedocument.presentationml.notesSlide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notesSlides/notesSlide29.xml" ContentType="application/vnd.openxmlformats-officedocument.presentationml.notesSlide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notesSlides/notesSlide30.xml" ContentType="application/vnd.openxmlformats-officedocument.presentationml.notesSlide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notesSlides/notesSlide31.xml" ContentType="application/vnd.openxmlformats-officedocument.presentationml.notesSlide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notesSlides/notesSlide32.xml" ContentType="application/vnd.openxmlformats-officedocument.presentationml.notesSlide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notesSlides/notesSlide33.xml" ContentType="application/vnd.openxmlformats-officedocument.presentationml.notesSlide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notesSlides/notesSlide34.xml" ContentType="application/vnd.openxmlformats-officedocument.presentationml.notesSlide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notesSlides/notesSlide35.xml" ContentType="application/vnd.openxmlformats-officedocument.presentationml.notesSlide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notesSlides/notesSlide36.xml" ContentType="application/vnd.openxmlformats-officedocument.presentationml.notesSlide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notesSlides/notesSlide37.xml" ContentType="application/vnd.openxmlformats-officedocument.presentationml.notesSlide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notesSlides/notesSlide38.xml" ContentType="application/vnd.openxmlformats-officedocument.presentationml.notesSlide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notesSlides/notesSlide39.xml" ContentType="application/vnd.openxmlformats-officedocument.presentationml.notesSlide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notesSlides/notesSlide40.xml" ContentType="application/vnd.openxmlformats-officedocument.presentationml.notesSlide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notesSlides/notesSlide41.xml" ContentType="application/vnd.openxmlformats-officedocument.presentationml.notesSlide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notesSlides/notesSlide42.xml" ContentType="application/vnd.openxmlformats-officedocument.presentationml.notesSlide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notesSlides/notesSlide43.xml" ContentType="application/vnd.openxmlformats-officedocument.presentationml.notesSlide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notesSlides/notesSlide44.xml" ContentType="application/vnd.openxmlformats-officedocument.presentationml.notesSlide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0" r:id="rId2"/>
  </p:sldMasterIdLst>
  <p:notesMasterIdLst>
    <p:notesMasterId r:id="rId60"/>
  </p:notesMasterIdLst>
  <p:sldIdLst>
    <p:sldId id="530" r:id="rId3"/>
    <p:sldId id="643" r:id="rId4"/>
    <p:sldId id="644" r:id="rId5"/>
    <p:sldId id="543" r:id="rId6"/>
    <p:sldId id="656" r:id="rId7"/>
    <p:sldId id="654" r:id="rId8"/>
    <p:sldId id="655" r:id="rId9"/>
    <p:sldId id="545" r:id="rId10"/>
    <p:sldId id="546" r:id="rId11"/>
    <p:sldId id="547" r:id="rId12"/>
    <p:sldId id="549" r:id="rId13"/>
    <p:sldId id="629" r:id="rId14"/>
    <p:sldId id="550" r:id="rId15"/>
    <p:sldId id="645" r:id="rId16"/>
    <p:sldId id="631" r:id="rId17"/>
    <p:sldId id="552" r:id="rId18"/>
    <p:sldId id="553" r:id="rId19"/>
    <p:sldId id="554" r:id="rId20"/>
    <p:sldId id="555" r:id="rId21"/>
    <p:sldId id="556" r:id="rId22"/>
    <p:sldId id="559" r:id="rId23"/>
    <p:sldId id="560" r:id="rId24"/>
    <p:sldId id="647" r:id="rId25"/>
    <p:sldId id="634" r:id="rId26"/>
    <p:sldId id="562" r:id="rId27"/>
    <p:sldId id="648" r:id="rId28"/>
    <p:sldId id="568" r:id="rId29"/>
    <p:sldId id="632" r:id="rId30"/>
    <p:sldId id="569" r:id="rId31"/>
    <p:sldId id="570" r:id="rId32"/>
    <p:sldId id="571" r:id="rId33"/>
    <p:sldId id="646" r:id="rId34"/>
    <p:sldId id="657" r:id="rId35"/>
    <p:sldId id="573" r:id="rId36"/>
    <p:sldId id="574" r:id="rId37"/>
    <p:sldId id="575" r:id="rId38"/>
    <p:sldId id="576" r:id="rId39"/>
    <p:sldId id="577" r:id="rId40"/>
    <p:sldId id="579" r:id="rId41"/>
    <p:sldId id="580" r:id="rId42"/>
    <p:sldId id="581" r:id="rId43"/>
    <p:sldId id="582" r:id="rId44"/>
    <p:sldId id="583" r:id="rId45"/>
    <p:sldId id="584" r:id="rId46"/>
    <p:sldId id="585" r:id="rId47"/>
    <p:sldId id="586" r:id="rId48"/>
    <p:sldId id="587" r:id="rId49"/>
    <p:sldId id="658" r:id="rId50"/>
    <p:sldId id="588" r:id="rId51"/>
    <p:sldId id="589" r:id="rId52"/>
    <p:sldId id="590" r:id="rId53"/>
    <p:sldId id="652" r:id="rId54"/>
    <p:sldId id="653" r:id="rId55"/>
    <p:sldId id="651" r:id="rId56"/>
    <p:sldId id="591" r:id="rId57"/>
    <p:sldId id="592" r:id="rId58"/>
    <p:sldId id="660" r:id="rId59"/>
  </p:sldIdLst>
  <p:sldSz cx="9144000" cy="6858000" type="screen4x3"/>
  <p:notesSz cx="6858000" cy="9144000"/>
  <p:custDataLst>
    <p:tags r:id="rId6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A3B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8922" autoAdjust="0"/>
  </p:normalViewPr>
  <p:slideViewPr>
    <p:cSldViewPr showGuides="1">
      <p:cViewPr varScale="1">
        <p:scale>
          <a:sx n="102" d="100"/>
          <a:sy n="102" d="100"/>
        </p:scale>
        <p:origin x="936" y="184"/>
      </p:cViewPr>
      <p:guideLst>
        <p:guide orient="horz" pos="2136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tags" Target="tags/tag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775E0E-629C-4CC1-8397-7474CF08E020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2026/5/19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82092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85112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6F50F-77AA-AB47-46EA-E0B00DEC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E51FB13F-22A4-7993-2F8E-F5449F2586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667C0C67-9320-33EB-363F-B6DEFCBE6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6A7A2F80-14D1-BC87-CFE9-3539D6563C98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5135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CE28-A890-484B-C4D6-203C7783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F6081752-7D2D-3D76-D410-805395205B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7295186A-39FE-543B-CB2B-7BADE002C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42B1EAA0-B931-3D15-9E88-BAE81DD0ED80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29520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962F1-396E-437E-6203-F8AB168F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DF5D2B04-AA51-F46B-E3EE-410CC0FE2A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B3108E84-7E31-40FF-581B-9E2E15A2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480F2B10-F75A-1B99-4A68-A9FFD56ED996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78902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0719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5508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0895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673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2195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98684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ea typeface="楷体" panose="02010609060101010101" charset="-122"/>
              </a:rPr>
              <a:t>计算机主要用于科学计算。硬件外存只有纸带，卡片，磁带，没有磁盘等直接存取的存储设备；软件没有操作系统，没有管理数据软件</a:t>
            </a:r>
          </a:p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57870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ea typeface="楷体" panose="02010609060101010101" charset="-122"/>
              </a:rPr>
              <a:t>硬件方面有了磁盘，磁鼓等直接存取存储设备。软件方面有了专门的数据管理软件</a:t>
            </a:r>
            <a:r>
              <a:rPr lang="en-US" altLang="zh-CN" sz="1200" dirty="0">
                <a:solidFill>
                  <a:srgbClr val="FF0000"/>
                </a:solidFill>
                <a:ea typeface="楷体" panose="02010609060101010101" charset="-122"/>
              </a:rPr>
              <a:t>——</a:t>
            </a:r>
            <a:r>
              <a:rPr lang="zh-CN" altLang="en-US" sz="1200" dirty="0">
                <a:solidFill>
                  <a:srgbClr val="FF0000"/>
                </a:solidFill>
                <a:ea typeface="楷体" panose="02010609060101010101" charset="-122"/>
              </a:rPr>
              <a:t>文件系统</a:t>
            </a:r>
          </a:p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24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609745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ea typeface="楷体" panose="02010609060101010101" charset="-122"/>
              </a:rPr>
              <a:t>管理对象规模越来越大，应用范围越来越广泛，数据量急剧增加</a:t>
            </a:r>
          </a:p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26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680044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757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28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40330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778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29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945206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EDBB-ACF8-AA4B-5D74-0BB94212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28D14FD8-AA3C-F956-67D9-4C69DFC38B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670F6AA1-30C8-23B3-61A3-08AB14793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76A6EBF0-DCF6-3E11-31EA-4F0746EB4433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97302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39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860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80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901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4915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95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1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34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340459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769069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54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332845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55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file:///C:\Users\1V994W2\PycharmProjects\PPT_Background_Generation/pic_temp/pic_sup.png" TargetMode="External"/><Relationship Id="rId5" Type="http://schemas.openxmlformats.org/officeDocument/2006/relationships/tags" Target="../tags/tag12.xml"/><Relationship Id="rId10" Type="http://schemas.openxmlformats.org/officeDocument/2006/relationships/image" Target="../media/image1.png"/><Relationship Id="rId4" Type="http://schemas.openxmlformats.org/officeDocument/2006/relationships/tags" Target="../tags/tag11.xml"/><Relationship Id="rId9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png"/><Relationship Id="rId5" Type="http://schemas.openxmlformats.org/officeDocument/2006/relationships/tags" Target="../tags/tag20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19.xml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tags" Target="../tags/tag25.xml"/><Relationship Id="rId7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32.xml"/><Relationship Id="rId10" Type="http://schemas.openxmlformats.org/officeDocument/2006/relationships/image" Target="../media/image2.png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50.xml"/><Relationship Id="rId10" Type="http://schemas.openxmlformats.org/officeDocument/2006/relationships/image" Target="../media/image3.png"/><Relationship Id="rId4" Type="http://schemas.openxmlformats.org/officeDocument/2006/relationships/tags" Target="../tags/tag49.xml"/><Relationship Id="rId9" Type="http://schemas.openxmlformats.org/officeDocument/2006/relationships/image" Target="file:///C:\Users\1V994W2\Documents\Tencent%20Files\574576071\FileRecv\&#25340;&#35013;&#32032;&#26448;\&#31616;&#32422;&#28385;&#29256;-28\\19\subject_holdleft_72,108,173_0_staid_full_0.png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3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59.xml"/><Relationship Id="rId10" Type="http://schemas.openxmlformats.org/officeDocument/2006/relationships/image" Target="../media/image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3.png"/><Relationship Id="rId5" Type="http://schemas.openxmlformats.org/officeDocument/2006/relationships/tags" Target="../tags/tag67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66.xml"/><Relationship Id="rId9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74.xml"/><Relationship Id="rId10" Type="http://schemas.openxmlformats.org/officeDocument/2006/relationships/image" Target="../media/image3.png"/><Relationship Id="rId4" Type="http://schemas.openxmlformats.org/officeDocument/2006/relationships/tags" Target="../tags/tag73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9" Type="http://schemas.openxmlformats.org/officeDocument/2006/relationships/image" Target="file:///C:\Users\1V994W2\PycharmProjects\PPT_Background_Generation/pic_temp/pic_sup.png" TargetMode="Externa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86.xml"/><Relationship Id="rId10" Type="http://schemas.openxmlformats.org/officeDocument/2006/relationships/image" Target="../media/image3.png"/><Relationship Id="rId4" Type="http://schemas.openxmlformats.org/officeDocument/2006/relationships/tags" Target="../tags/tag85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3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92.xml"/><Relationship Id="rId10" Type="http://schemas.openxmlformats.org/officeDocument/2006/relationships/image" Target="../media/image2.png"/><Relationship Id="rId4" Type="http://schemas.openxmlformats.org/officeDocument/2006/relationships/tags" Target="../tags/tag91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00.xml"/><Relationship Id="rId10" Type="http://schemas.openxmlformats.org/officeDocument/2006/relationships/image" Target="../media/image2.png"/><Relationship Id="rId4" Type="http://schemas.openxmlformats.org/officeDocument/2006/relationships/tags" Target="../tags/tag99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image" Target="../media/image3.png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2.png"/><Relationship Id="rId5" Type="http://schemas.openxmlformats.org/officeDocument/2006/relationships/tags" Target="../tags/tag10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image" Target="../media/image3.pn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2.png"/><Relationship Id="rId5" Type="http://schemas.openxmlformats.org/officeDocument/2006/relationships/tags" Target="../tags/tag11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image" Target="../media/image2.png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23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image" Target="../media/image3.png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image" Target="../media/image3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137.xml"/><Relationship Id="rId10" Type="http://schemas.openxmlformats.org/officeDocument/2006/relationships/image" Target="../media/image6.png"/><Relationship Id="rId4" Type="http://schemas.openxmlformats.org/officeDocument/2006/relationships/tags" Target="../tags/tag136.xml"/><Relationship Id="rId9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Arc 4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231" fill="none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1"/>
            </p:custDataLst>
          </p:nvPr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9900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4787741" y="4514190"/>
            <a:ext cx="1316831" cy="306705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193040" marR="0" indent="-19304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900" b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6"/>
            </p:custDataLst>
          </p:nvPr>
        </p:nvSpPr>
        <p:spPr>
          <a:xfrm>
            <a:off x="4787741" y="5036160"/>
            <a:ext cx="1316831" cy="306705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193040" marR="0" indent="-19304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900" b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7"/>
            </p:custDataLst>
          </p:nvPr>
        </p:nvSpPr>
        <p:spPr>
          <a:xfrm>
            <a:off x="4788000" y="2436774"/>
            <a:ext cx="3619024" cy="728186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3040" b="0" spc="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4787741" y="3440747"/>
            <a:ext cx="3619500" cy="360045"/>
          </a:xfrm>
        </p:spPr>
        <p:txBody>
          <a:bodyPr vert="horz" wrap="square" lIns="90170" tIns="0" rIns="90170" bIns="4699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125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257175" indent="0" algn="ctr">
              <a:buNone/>
            </a:lvl2pPr>
            <a:lvl3pPr marL="514350" indent="0" algn="ctr">
              <a:buNone/>
            </a:lvl3pPr>
            <a:lvl4pPr marL="771525" indent="0" algn="ctr">
              <a:buNone/>
            </a:lvl4pPr>
            <a:lvl5pPr marL="1028700" indent="0" algn="ctr">
              <a:buNone/>
            </a:lvl5pPr>
            <a:lvl6pPr marL="1285875" indent="0" algn="ctr">
              <a:buNone/>
            </a:lvl6pPr>
            <a:lvl7pPr marL="1543050" indent="0" algn="ctr">
              <a:buNone/>
            </a:lvl7pPr>
            <a:lvl8pPr marL="1800225" indent="0" algn="ctr">
              <a:buNone/>
            </a:lvl8pPr>
            <a:lvl9pPr marL="2057400" indent="0" algn="ctr">
              <a:buNone/>
            </a:lvl9pPr>
          </a:lstStyle>
          <a:p>
            <a:r>
              <a:rPr lang="zh-CN" altLang="en-US"/>
              <a:t>单击此处编辑副标题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3048000" cy="1756317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2722483" y="2814875"/>
            <a:ext cx="3699034" cy="1228249"/>
          </a:xfrm>
        </p:spPr>
        <p:txBody>
          <a:bodyPr vert="horz" wrap="square" lIns="90170" tIns="46990" rIns="90170" bIns="4699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4500" b="0" spc="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4679158" y="1626121"/>
            <a:ext cx="3962432" cy="4041680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1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502447" y="1000133"/>
            <a:ext cx="3962432" cy="285752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125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125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5623560" y="2006384"/>
            <a:ext cx="3291840" cy="284523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4393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wrap="square" lIns="90170" tIns="46990" rIns="90170" bIns="4699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2026/5/19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02447" y="1626121"/>
            <a:ext cx="8139178" cy="404168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1"/>
            </p:custDataLst>
          </p:nvPr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5"/>
            </p:custDataLst>
          </p:nvPr>
        </p:nvSpPr>
        <p:spPr>
          <a:xfrm>
            <a:off x="4956810" y="3669189"/>
            <a:ext cx="1441133" cy="362903"/>
          </a:xfrm>
        </p:spPr>
        <p:txBody>
          <a:bodyPr vert="horz" wrap="square" lIns="90170" tIns="46990" rIns="90170" bIns="46990" anchor="t" anchorCtr="0">
            <a:noAutofit/>
          </a:bodyPr>
          <a:lstStyle>
            <a:lvl1pPr marL="257175" marR="0" indent="-257175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350" b="0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6"/>
            </p:custDataLst>
          </p:nvPr>
        </p:nvSpPr>
        <p:spPr>
          <a:xfrm>
            <a:off x="4956974" y="2447683"/>
            <a:ext cx="3429027" cy="879158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3715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02411" y="498476"/>
            <a:ext cx="8139178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219056" y="303809"/>
            <a:ext cx="8705888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339650"/>
            <a:ext cx="7219800" cy="542700"/>
          </a:xfrm>
        </p:spPr>
        <p:txBody>
          <a:bodyPr wrap="square" anchor="ctr">
            <a:normAutofit/>
          </a:bodyPr>
          <a:lstStyle>
            <a:lvl1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594250"/>
            <a:ext cx="7219950" cy="2583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618452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880650"/>
            <a:ext cx="2970000" cy="661500"/>
          </a:xfrm>
        </p:spPr>
        <p:txBody>
          <a:bodyPr wrap="square" anchor="ctr" anchorCtr="0">
            <a:normAutofit/>
          </a:bodyPr>
          <a:lstStyle>
            <a:lvl1pPr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2275650"/>
            <a:ext cx="2967300" cy="3069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25900" y="1405930"/>
            <a:ext cx="4860000" cy="381595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9000" y="859500"/>
            <a:ext cx="8232300" cy="469800"/>
          </a:xfrm>
        </p:spPr>
        <p:txBody>
          <a:bodyPr wrap="square" anchor="ctr">
            <a:normAutofit/>
          </a:bodyPr>
          <a:lstStyle>
            <a:lvl1pPr algn="ctr"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59000" y="1763100"/>
            <a:ext cx="8231981" cy="621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59581" y="3236850"/>
            <a:ext cx="8224200" cy="25731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5028971"/>
            <a:ext cx="9144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3600" y="740250"/>
            <a:ext cx="8232300" cy="423900"/>
          </a:xfrm>
        </p:spPr>
        <p:txBody>
          <a:bodyPr wrap="square" anchor="ctr" anchorCtr="0">
            <a:normAutofit/>
          </a:bodyPr>
          <a:lstStyle>
            <a:lvl1pPr algn="ctr"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53628" y="2082600"/>
            <a:ext cx="8243100" cy="2408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445500" y="5306850"/>
            <a:ext cx="8251200" cy="7587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12" name="图片 11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234393"/>
            <a:ext cx="540068" cy="623607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4393"/>
            <a:ext cx="540068" cy="623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34700" y="292846"/>
            <a:ext cx="8278200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34700" y="2025000"/>
            <a:ext cx="40068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681800" y="2025000"/>
            <a:ext cx="40257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429300" y="4914450"/>
            <a:ext cx="40068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4689900" y="4910850"/>
            <a:ext cx="40257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2518"/>
            <a:ext cx="9144000" cy="3712964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48" y="5454883"/>
            <a:ext cx="1215152" cy="140311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4883"/>
            <a:ext cx="1215152" cy="140311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42100" y="1637550"/>
            <a:ext cx="6858000" cy="1790100"/>
          </a:xfrm>
        </p:spPr>
        <p:txBody>
          <a:bodyPr wrap="square" anchor="b">
            <a:normAutofit/>
          </a:bodyPr>
          <a:lstStyle>
            <a:lvl1pPr algn="ctr">
              <a:defRPr sz="337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4069800"/>
            <a:ext cx="6858000" cy="1242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ags" Target="../tags/tag7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1027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1028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7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8" name="Rectangle 10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10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0" name="Rectangle 103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31" name="Rectangle 103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502412" y="1578299"/>
            <a:ext cx="8139178" cy="404168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135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905510" algn="l"/>
        </a:tabLst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46.xml"/><Relationship Id="rId7" Type="http://schemas.openxmlformats.org/officeDocument/2006/relationships/image" Target="../media/image2.png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147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150.xml"/><Relationship Id="rId7" Type="http://schemas.openxmlformats.org/officeDocument/2006/relationships/image" Target="../media/image2.png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15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slide" Target="slide1.xml"/><Relationship Id="rId3" Type="http://schemas.openxmlformats.org/officeDocument/2006/relationships/tags" Target="../tags/tag154.xml"/><Relationship Id="rId7" Type="http://schemas.openxmlformats.org/officeDocument/2006/relationships/slideLayout" Target="../slideLayouts/slideLayout18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image" Target="../media/image3.png"/><Relationship Id="rId5" Type="http://schemas.openxmlformats.org/officeDocument/2006/relationships/tags" Target="../tags/tag156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155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183.xml"/><Relationship Id="rId21" Type="http://schemas.openxmlformats.org/officeDocument/2006/relationships/tags" Target="../tags/tag178.xml"/><Relationship Id="rId34" Type="http://schemas.openxmlformats.org/officeDocument/2006/relationships/tags" Target="../tags/tag191.xml"/><Relationship Id="rId42" Type="http://schemas.openxmlformats.org/officeDocument/2006/relationships/tags" Target="../tags/tag199.xml"/><Relationship Id="rId47" Type="http://schemas.openxmlformats.org/officeDocument/2006/relationships/tags" Target="../tags/tag204.xml"/><Relationship Id="rId50" Type="http://schemas.openxmlformats.org/officeDocument/2006/relationships/tags" Target="../tags/tag207.xml"/><Relationship Id="rId55" Type="http://schemas.openxmlformats.org/officeDocument/2006/relationships/tags" Target="../tags/tag212.xml"/><Relationship Id="rId63" Type="http://schemas.openxmlformats.org/officeDocument/2006/relationships/image" Target="../media/image2.png"/><Relationship Id="rId7" Type="http://schemas.openxmlformats.org/officeDocument/2006/relationships/tags" Target="../tags/tag164.xml"/><Relationship Id="rId2" Type="http://schemas.openxmlformats.org/officeDocument/2006/relationships/tags" Target="../tags/tag159.xml"/><Relationship Id="rId16" Type="http://schemas.openxmlformats.org/officeDocument/2006/relationships/tags" Target="../tags/tag173.xml"/><Relationship Id="rId29" Type="http://schemas.openxmlformats.org/officeDocument/2006/relationships/tags" Target="../tags/tag186.xml"/><Relationship Id="rId11" Type="http://schemas.openxmlformats.org/officeDocument/2006/relationships/tags" Target="../tags/tag168.xml"/><Relationship Id="rId24" Type="http://schemas.openxmlformats.org/officeDocument/2006/relationships/tags" Target="../tags/tag181.xml"/><Relationship Id="rId32" Type="http://schemas.openxmlformats.org/officeDocument/2006/relationships/tags" Target="../tags/tag189.xml"/><Relationship Id="rId37" Type="http://schemas.openxmlformats.org/officeDocument/2006/relationships/tags" Target="../tags/tag194.xml"/><Relationship Id="rId40" Type="http://schemas.openxmlformats.org/officeDocument/2006/relationships/tags" Target="../tags/tag197.xml"/><Relationship Id="rId45" Type="http://schemas.openxmlformats.org/officeDocument/2006/relationships/tags" Target="../tags/tag202.xml"/><Relationship Id="rId53" Type="http://schemas.openxmlformats.org/officeDocument/2006/relationships/tags" Target="../tags/tag210.xml"/><Relationship Id="rId58" Type="http://schemas.openxmlformats.org/officeDocument/2006/relationships/tags" Target="../tags/tag215.xml"/><Relationship Id="rId66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162.xml"/><Relationship Id="rId61" Type="http://schemas.openxmlformats.org/officeDocument/2006/relationships/slideLayout" Target="../slideLayouts/slideLayout18.xml"/><Relationship Id="rId19" Type="http://schemas.openxmlformats.org/officeDocument/2006/relationships/tags" Target="../tags/tag176.xml"/><Relationship Id="rId14" Type="http://schemas.openxmlformats.org/officeDocument/2006/relationships/tags" Target="../tags/tag171.xml"/><Relationship Id="rId22" Type="http://schemas.openxmlformats.org/officeDocument/2006/relationships/tags" Target="../tags/tag179.xml"/><Relationship Id="rId27" Type="http://schemas.openxmlformats.org/officeDocument/2006/relationships/tags" Target="../tags/tag184.xml"/><Relationship Id="rId30" Type="http://schemas.openxmlformats.org/officeDocument/2006/relationships/tags" Target="../tags/tag187.xml"/><Relationship Id="rId35" Type="http://schemas.openxmlformats.org/officeDocument/2006/relationships/tags" Target="../tags/tag192.xml"/><Relationship Id="rId43" Type="http://schemas.openxmlformats.org/officeDocument/2006/relationships/tags" Target="../tags/tag200.xml"/><Relationship Id="rId48" Type="http://schemas.openxmlformats.org/officeDocument/2006/relationships/tags" Target="../tags/tag205.xml"/><Relationship Id="rId56" Type="http://schemas.openxmlformats.org/officeDocument/2006/relationships/tags" Target="../tags/tag213.xml"/><Relationship Id="rId64" Type="http://schemas.openxmlformats.org/officeDocument/2006/relationships/image" Target="file:///C:\Users\1V994W2\PycharmProjects\PPT_Background_Generation/pic_temp/0_pic_quater_left_up.png" TargetMode="External"/><Relationship Id="rId8" Type="http://schemas.openxmlformats.org/officeDocument/2006/relationships/tags" Target="../tags/tag165.xml"/><Relationship Id="rId51" Type="http://schemas.openxmlformats.org/officeDocument/2006/relationships/tags" Target="../tags/tag208.xml"/><Relationship Id="rId3" Type="http://schemas.openxmlformats.org/officeDocument/2006/relationships/tags" Target="../tags/tag160.xml"/><Relationship Id="rId12" Type="http://schemas.openxmlformats.org/officeDocument/2006/relationships/tags" Target="../tags/tag169.xml"/><Relationship Id="rId17" Type="http://schemas.openxmlformats.org/officeDocument/2006/relationships/tags" Target="../tags/tag174.xml"/><Relationship Id="rId25" Type="http://schemas.openxmlformats.org/officeDocument/2006/relationships/tags" Target="../tags/tag182.xml"/><Relationship Id="rId33" Type="http://schemas.openxmlformats.org/officeDocument/2006/relationships/tags" Target="../tags/tag190.xml"/><Relationship Id="rId38" Type="http://schemas.openxmlformats.org/officeDocument/2006/relationships/tags" Target="../tags/tag195.xml"/><Relationship Id="rId46" Type="http://schemas.openxmlformats.org/officeDocument/2006/relationships/tags" Target="../tags/tag203.xml"/><Relationship Id="rId59" Type="http://schemas.openxmlformats.org/officeDocument/2006/relationships/tags" Target="../tags/tag216.xml"/><Relationship Id="rId20" Type="http://schemas.openxmlformats.org/officeDocument/2006/relationships/tags" Target="../tags/tag177.xml"/><Relationship Id="rId41" Type="http://schemas.openxmlformats.org/officeDocument/2006/relationships/tags" Target="../tags/tag198.xml"/><Relationship Id="rId54" Type="http://schemas.openxmlformats.org/officeDocument/2006/relationships/tags" Target="../tags/tag211.xml"/><Relationship Id="rId62" Type="http://schemas.openxmlformats.org/officeDocument/2006/relationships/notesSlide" Target="../notesSlides/notesSlide4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5" Type="http://schemas.openxmlformats.org/officeDocument/2006/relationships/tags" Target="../tags/tag172.xml"/><Relationship Id="rId23" Type="http://schemas.openxmlformats.org/officeDocument/2006/relationships/tags" Target="../tags/tag180.xml"/><Relationship Id="rId28" Type="http://schemas.openxmlformats.org/officeDocument/2006/relationships/tags" Target="../tags/tag185.xml"/><Relationship Id="rId36" Type="http://schemas.openxmlformats.org/officeDocument/2006/relationships/tags" Target="../tags/tag193.xml"/><Relationship Id="rId49" Type="http://schemas.openxmlformats.org/officeDocument/2006/relationships/tags" Target="../tags/tag206.xml"/><Relationship Id="rId57" Type="http://schemas.openxmlformats.org/officeDocument/2006/relationships/tags" Target="../tags/tag214.xml"/><Relationship Id="rId10" Type="http://schemas.openxmlformats.org/officeDocument/2006/relationships/tags" Target="../tags/tag167.xml"/><Relationship Id="rId31" Type="http://schemas.openxmlformats.org/officeDocument/2006/relationships/tags" Target="../tags/tag188.xml"/><Relationship Id="rId44" Type="http://schemas.openxmlformats.org/officeDocument/2006/relationships/tags" Target="../tags/tag201.xml"/><Relationship Id="rId52" Type="http://schemas.openxmlformats.org/officeDocument/2006/relationships/tags" Target="../tags/tag209.xml"/><Relationship Id="rId60" Type="http://schemas.openxmlformats.org/officeDocument/2006/relationships/tags" Target="../tags/tag217.xml"/><Relationship Id="rId65" Type="http://schemas.openxmlformats.org/officeDocument/2006/relationships/image" Target="../media/image3.png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3" Type="http://schemas.openxmlformats.org/officeDocument/2006/relationships/tags" Target="../tags/tag170.xml"/><Relationship Id="rId18" Type="http://schemas.openxmlformats.org/officeDocument/2006/relationships/tags" Target="../tags/tag175.xml"/><Relationship Id="rId39" Type="http://schemas.openxmlformats.org/officeDocument/2006/relationships/tags" Target="../tags/tag19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tags" Target="../tags/tag230.xml"/><Relationship Id="rId18" Type="http://schemas.openxmlformats.org/officeDocument/2006/relationships/tags" Target="../tags/tag235.xml"/><Relationship Id="rId3" Type="http://schemas.openxmlformats.org/officeDocument/2006/relationships/tags" Target="../tags/tag220.xml"/><Relationship Id="rId21" Type="http://schemas.openxmlformats.org/officeDocument/2006/relationships/image" Target="../media/image2.png"/><Relationship Id="rId7" Type="http://schemas.openxmlformats.org/officeDocument/2006/relationships/tags" Target="../tags/tag224.xml"/><Relationship Id="rId12" Type="http://schemas.openxmlformats.org/officeDocument/2006/relationships/tags" Target="../tags/tag229.xml"/><Relationship Id="rId17" Type="http://schemas.openxmlformats.org/officeDocument/2006/relationships/tags" Target="../tags/tag234.xml"/><Relationship Id="rId25" Type="http://schemas.openxmlformats.org/officeDocument/2006/relationships/image" Target="../media/image7.jpeg"/><Relationship Id="rId2" Type="http://schemas.openxmlformats.org/officeDocument/2006/relationships/tags" Target="../tags/tag219.xml"/><Relationship Id="rId16" Type="http://schemas.openxmlformats.org/officeDocument/2006/relationships/tags" Target="../tags/tag233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222.xml"/><Relationship Id="rId15" Type="http://schemas.openxmlformats.org/officeDocument/2006/relationships/tags" Target="../tags/tag232.xml"/><Relationship Id="rId23" Type="http://schemas.openxmlformats.org/officeDocument/2006/relationships/image" Target="../media/image3.png"/><Relationship Id="rId10" Type="http://schemas.openxmlformats.org/officeDocument/2006/relationships/tags" Target="../tags/tag227.xml"/><Relationship Id="rId19" Type="http://schemas.openxmlformats.org/officeDocument/2006/relationships/slideLayout" Target="../slideLayouts/slideLayout18.xml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14" Type="http://schemas.openxmlformats.org/officeDocument/2006/relationships/tags" Target="../tags/tag231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261.xml"/><Relationship Id="rId21" Type="http://schemas.openxmlformats.org/officeDocument/2006/relationships/tags" Target="../tags/tag256.xml"/><Relationship Id="rId34" Type="http://schemas.openxmlformats.org/officeDocument/2006/relationships/tags" Target="../tags/tag269.xml"/><Relationship Id="rId42" Type="http://schemas.openxmlformats.org/officeDocument/2006/relationships/tags" Target="../tags/tag277.xml"/><Relationship Id="rId47" Type="http://schemas.openxmlformats.org/officeDocument/2006/relationships/tags" Target="../tags/tag282.xml"/><Relationship Id="rId50" Type="http://schemas.openxmlformats.org/officeDocument/2006/relationships/tags" Target="../tags/tag285.xml"/><Relationship Id="rId55" Type="http://schemas.openxmlformats.org/officeDocument/2006/relationships/tags" Target="../tags/tag290.xml"/><Relationship Id="rId63" Type="http://schemas.openxmlformats.org/officeDocument/2006/relationships/image" Target="../media/image2.png"/><Relationship Id="rId7" Type="http://schemas.openxmlformats.org/officeDocument/2006/relationships/tags" Target="../tags/tag242.xml"/><Relationship Id="rId2" Type="http://schemas.openxmlformats.org/officeDocument/2006/relationships/tags" Target="../tags/tag237.xml"/><Relationship Id="rId16" Type="http://schemas.openxmlformats.org/officeDocument/2006/relationships/tags" Target="../tags/tag251.xml"/><Relationship Id="rId29" Type="http://schemas.openxmlformats.org/officeDocument/2006/relationships/tags" Target="../tags/tag264.xml"/><Relationship Id="rId11" Type="http://schemas.openxmlformats.org/officeDocument/2006/relationships/tags" Target="../tags/tag246.xml"/><Relationship Id="rId24" Type="http://schemas.openxmlformats.org/officeDocument/2006/relationships/tags" Target="../tags/tag259.xml"/><Relationship Id="rId32" Type="http://schemas.openxmlformats.org/officeDocument/2006/relationships/tags" Target="../tags/tag267.xml"/><Relationship Id="rId37" Type="http://schemas.openxmlformats.org/officeDocument/2006/relationships/tags" Target="../tags/tag272.xml"/><Relationship Id="rId40" Type="http://schemas.openxmlformats.org/officeDocument/2006/relationships/tags" Target="../tags/tag275.xml"/><Relationship Id="rId45" Type="http://schemas.openxmlformats.org/officeDocument/2006/relationships/tags" Target="../tags/tag280.xml"/><Relationship Id="rId53" Type="http://schemas.openxmlformats.org/officeDocument/2006/relationships/tags" Target="../tags/tag288.xml"/><Relationship Id="rId58" Type="http://schemas.openxmlformats.org/officeDocument/2006/relationships/tags" Target="../tags/tag293.xml"/><Relationship Id="rId66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240.xml"/><Relationship Id="rId61" Type="http://schemas.openxmlformats.org/officeDocument/2006/relationships/slideLayout" Target="../slideLayouts/slideLayout18.xml"/><Relationship Id="rId19" Type="http://schemas.openxmlformats.org/officeDocument/2006/relationships/tags" Target="../tags/tag254.xml"/><Relationship Id="rId14" Type="http://schemas.openxmlformats.org/officeDocument/2006/relationships/tags" Target="../tags/tag249.xml"/><Relationship Id="rId22" Type="http://schemas.openxmlformats.org/officeDocument/2006/relationships/tags" Target="../tags/tag257.xml"/><Relationship Id="rId27" Type="http://schemas.openxmlformats.org/officeDocument/2006/relationships/tags" Target="../tags/tag262.xml"/><Relationship Id="rId30" Type="http://schemas.openxmlformats.org/officeDocument/2006/relationships/tags" Target="../tags/tag265.xml"/><Relationship Id="rId35" Type="http://schemas.openxmlformats.org/officeDocument/2006/relationships/tags" Target="../tags/tag270.xml"/><Relationship Id="rId43" Type="http://schemas.openxmlformats.org/officeDocument/2006/relationships/tags" Target="../tags/tag278.xml"/><Relationship Id="rId48" Type="http://schemas.openxmlformats.org/officeDocument/2006/relationships/tags" Target="../tags/tag283.xml"/><Relationship Id="rId56" Type="http://schemas.openxmlformats.org/officeDocument/2006/relationships/tags" Target="../tags/tag291.xml"/><Relationship Id="rId64" Type="http://schemas.openxmlformats.org/officeDocument/2006/relationships/image" Target="file:///C:\Users\1V994W2\PycharmProjects\PPT_Background_Generation/pic_temp/0_pic_quater_left_up.png" TargetMode="External"/><Relationship Id="rId8" Type="http://schemas.openxmlformats.org/officeDocument/2006/relationships/tags" Target="../tags/tag243.xml"/><Relationship Id="rId51" Type="http://schemas.openxmlformats.org/officeDocument/2006/relationships/tags" Target="../tags/tag286.xml"/><Relationship Id="rId3" Type="http://schemas.openxmlformats.org/officeDocument/2006/relationships/tags" Target="../tags/tag238.xml"/><Relationship Id="rId12" Type="http://schemas.openxmlformats.org/officeDocument/2006/relationships/tags" Target="../tags/tag247.xml"/><Relationship Id="rId17" Type="http://schemas.openxmlformats.org/officeDocument/2006/relationships/tags" Target="../tags/tag252.xml"/><Relationship Id="rId25" Type="http://schemas.openxmlformats.org/officeDocument/2006/relationships/tags" Target="../tags/tag260.xml"/><Relationship Id="rId33" Type="http://schemas.openxmlformats.org/officeDocument/2006/relationships/tags" Target="../tags/tag268.xml"/><Relationship Id="rId38" Type="http://schemas.openxmlformats.org/officeDocument/2006/relationships/tags" Target="../tags/tag273.xml"/><Relationship Id="rId46" Type="http://schemas.openxmlformats.org/officeDocument/2006/relationships/tags" Target="../tags/tag281.xml"/><Relationship Id="rId59" Type="http://schemas.openxmlformats.org/officeDocument/2006/relationships/tags" Target="../tags/tag294.xml"/><Relationship Id="rId20" Type="http://schemas.openxmlformats.org/officeDocument/2006/relationships/tags" Target="../tags/tag255.xml"/><Relationship Id="rId41" Type="http://schemas.openxmlformats.org/officeDocument/2006/relationships/tags" Target="../tags/tag276.xml"/><Relationship Id="rId54" Type="http://schemas.openxmlformats.org/officeDocument/2006/relationships/tags" Target="../tags/tag289.xml"/><Relationship Id="rId62" Type="http://schemas.openxmlformats.org/officeDocument/2006/relationships/notesSlide" Target="../notesSlides/notesSlide6.xml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5" Type="http://schemas.openxmlformats.org/officeDocument/2006/relationships/tags" Target="../tags/tag250.xml"/><Relationship Id="rId23" Type="http://schemas.openxmlformats.org/officeDocument/2006/relationships/tags" Target="../tags/tag258.xml"/><Relationship Id="rId28" Type="http://schemas.openxmlformats.org/officeDocument/2006/relationships/tags" Target="../tags/tag263.xml"/><Relationship Id="rId36" Type="http://schemas.openxmlformats.org/officeDocument/2006/relationships/tags" Target="../tags/tag271.xml"/><Relationship Id="rId49" Type="http://schemas.openxmlformats.org/officeDocument/2006/relationships/tags" Target="../tags/tag284.xml"/><Relationship Id="rId57" Type="http://schemas.openxmlformats.org/officeDocument/2006/relationships/tags" Target="../tags/tag292.xml"/><Relationship Id="rId10" Type="http://schemas.openxmlformats.org/officeDocument/2006/relationships/tags" Target="../tags/tag245.xml"/><Relationship Id="rId31" Type="http://schemas.openxmlformats.org/officeDocument/2006/relationships/tags" Target="../tags/tag266.xml"/><Relationship Id="rId44" Type="http://schemas.openxmlformats.org/officeDocument/2006/relationships/tags" Target="../tags/tag279.xml"/><Relationship Id="rId52" Type="http://schemas.openxmlformats.org/officeDocument/2006/relationships/tags" Target="../tags/tag287.xml"/><Relationship Id="rId60" Type="http://schemas.openxmlformats.org/officeDocument/2006/relationships/tags" Target="../tags/tag295.xml"/><Relationship Id="rId65" Type="http://schemas.openxmlformats.org/officeDocument/2006/relationships/image" Target="../media/image3.png"/><Relationship Id="rId4" Type="http://schemas.openxmlformats.org/officeDocument/2006/relationships/tags" Target="../tags/tag239.xml"/><Relationship Id="rId9" Type="http://schemas.openxmlformats.org/officeDocument/2006/relationships/tags" Target="../tags/tag244.xml"/><Relationship Id="rId13" Type="http://schemas.openxmlformats.org/officeDocument/2006/relationships/tags" Target="../tags/tag248.xml"/><Relationship Id="rId18" Type="http://schemas.openxmlformats.org/officeDocument/2006/relationships/tags" Target="../tags/tag253.xml"/><Relationship Id="rId39" Type="http://schemas.openxmlformats.org/officeDocument/2006/relationships/tags" Target="../tags/tag27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98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301.xml"/><Relationship Id="rId7" Type="http://schemas.openxmlformats.org/officeDocument/2006/relationships/slideLayout" Target="../slideLayouts/slideLayout18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300.xml"/><Relationship Id="rId1" Type="http://schemas.openxmlformats.org/officeDocument/2006/relationships/tags" Target="../tags/tag299.xml"/><Relationship Id="rId6" Type="http://schemas.openxmlformats.org/officeDocument/2006/relationships/tags" Target="../tags/tag304.xml"/><Relationship Id="rId11" Type="http://schemas.openxmlformats.org/officeDocument/2006/relationships/image" Target="../media/image3.png"/><Relationship Id="rId5" Type="http://schemas.openxmlformats.org/officeDocument/2006/relationships/tags" Target="../tags/tag303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302.xml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07.xml"/><Relationship Id="rId7" Type="http://schemas.openxmlformats.org/officeDocument/2006/relationships/image" Target="../media/image2.png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308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321.xml"/><Relationship Id="rId18" Type="http://schemas.openxmlformats.org/officeDocument/2006/relationships/tags" Target="../tags/tag326.xml"/><Relationship Id="rId26" Type="http://schemas.openxmlformats.org/officeDocument/2006/relationships/tags" Target="../tags/tag334.xml"/><Relationship Id="rId3" Type="http://schemas.openxmlformats.org/officeDocument/2006/relationships/tags" Target="../tags/tag311.xml"/><Relationship Id="rId21" Type="http://schemas.openxmlformats.org/officeDocument/2006/relationships/tags" Target="../tags/tag329.xml"/><Relationship Id="rId34" Type="http://schemas.openxmlformats.org/officeDocument/2006/relationships/image" Target="file:///C:\Users\1V994W2\PycharmProjects\PPT_Background_Generation/pic_temp/0_pic_quater_left_up.png" TargetMode="External"/><Relationship Id="rId7" Type="http://schemas.openxmlformats.org/officeDocument/2006/relationships/tags" Target="../tags/tag315.xml"/><Relationship Id="rId12" Type="http://schemas.openxmlformats.org/officeDocument/2006/relationships/tags" Target="../tags/tag320.xml"/><Relationship Id="rId17" Type="http://schemas.openxmlformats.org/officeDocument/2006/relationships/tags" Target="../tags/tag325.xml"/><Relationship Id="rId25" Type="http://schemas.openxmlformats.org/officeDocument/2006/relationships/tags" Target="../tags/tag333.xml"/><Relationship Id="rId33" Type="http://schemas.openxmlformats.org/officeDocument/2006/relationships/image" Target="../media/image2.png"/><Relationship Id="rId2" Type="http://schemas.openxmlformats.org/officeDocument/2006/relationships/tags" Target="../tags/tag310.xml"/><Relationship Id="rId16" Type="http://schemas.openxmlformats.org/officeDocument/2006/relationships/tags" Target="../tags/tag324.xml"/><Relationship Id="rId20" Type="http://schemas.openxmlformats.org/officeDocument/2006/relationships/tags" Target="../tags/tag328.xml"/><Relationship Id="rId29" Type="http://schemas.openxmlformats.org/officeDocument/2006/relationships/tags" Target="../tags/tag337.xml"/><Relationship Id="rId1" Type="http://schemas.openxmlformats.org/officeDocument/2006/relationships/tags" Target="../tags/tag309.xml"/><Relationship Id="rId6" Type="http://schemas.openxmlformats.org/officeDocument/2006/relationships/tags" Target="../tags/tag314.xml"/><Relationship Id="rId11" Type="http://schemas.openxmlformats.org/officeDocument/2006/relationships/tags" Target="../tags/tag319.xml"/><Relationship Id="rId24" Type="http://schemas.openxmlformats.org/officeDocument/2006/relationships/tags" Target="../tags/tag332.xml"/><Relationship Id="rId32" Type="http://schemas.openxmlformats.org/officeDocument/2006/relationships/notesSlide" Target="../notesSlides/notesSlide10.xml"/><Relationship Id="rId5" Type="http://schemas.openxmlformats.org/officeDocument/2006/relationships/tags" Target="../tags/tag313.xml"/><Relationship Id="rId15" Type="http://schemas.openxmlformats.org/officeDocument/2006/relationships/tags" Target="../tags/tag323.xml"/><Relationship Id="rId23" Type="http://schemas.openxmlformats.org/officeDocument/2006/relationships/tags" Target="../tags/tag331.xml"/><Relationship Id="rId28" Type="http://schemas.openxmlformats.org/officeDocument/2006/relationships/tags" Target="../tags/tag336.xml"/><Relationship Id="rId36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318.xml"/><Relationship Id="rId19" Type="http://schemas.openxmlformats.org/officeDocument/2006/relationships/tags" Target="../tags/tag327.xml"/><Relationship Id="rId31" Type="http://schemas.openxmlformats.org/officeDocument/2006/relationships/slideLayout" Target="../slideLayouts/slideLayout18.xml"/><Relationship Id="rId4" Type="http://schemas.openxmlformats.org/officeDocument/2006/relationships/tags" Target="../tags/tag312.xml"/><Relationship Id="rId9" Type="http://schemas.openxmlformats.org/officeDocument/2006/relationships/tags" Target="../tags/tag317.xml"/><Relationship Id="rId14" Type="http://schemas.openxmlformats.org/officeDocument/2006/relationships/tags" Target="../tags/tag322.xml"/><Relationship Id="rId22" Type="http://schemas.openxmlformats.org/officeDocument/2006/relationships/tags" Target="../tags/tag330.xml"/><Relationship Id="rId27" Type="http://schemas.openxmlformats.org/officeDocument/2006/relationships/tags" Target="../tags/tag335.xml"/><Relationship Id="rId30" Type="http://schemas.openxmlformats.org/officeDocument/2006/relationships/tags" Target="../tags/tag338.xml"/><Relationship Id="rId35" Type="http://schemas.openxmlformats.org/officeDocument/2006/relationships/image" Target="../media/image3.png"/><Relationship Id="rId8" Type="http://schemas.openxmlformats.org/officeDocument/2006/relationships/tags" Target="../tags/tag3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41.xml"/><Relationship Id="rId7" Type="http://schemas.openxmlformats.org/officeDocument/2006/relationships/image" Target="../media/image2.png"/><Relationship Id="rId12" Type="http://schemas.openxmlformats.org/officeDocument/2006/relationships/image" Target="../media/image9.png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6" Type="http://schemas.openxmlformats.org/officeDocument/2006/relationships/notesSlide" Target="../notesSlides/notesSlide11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342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45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44.xml"/><Relationship Id="rId1" Type="http://schemas.openxmlformats.org/officeDocument/2006/relationships/tags" Target="../tags/tag34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48.xml"/><Relationship Id="rId7" Type="http://schemas.openxmlformats.org/officeDocument/2006/relationships/image" Target="../media/image2.png"/><Relationship Id="rId2" Type="http://schemas.openxmlformats.org/officeDocument/2006/relationships/tags" Target="../tags/tag347.xml"/><Relationship Id="rId1" Type="http://schemas.openxmlformats.org/officeDocument/2006/relationships/tags" Target="../tags/tag346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349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52.xml"/><Relationship Id="rId7" Type="http://schemas.openxmlformats.org/officeDocument/2006/relationships/image" Target="../media/image2.png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353.xml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61.xml"/><Relationship Id="rId13" Type="http://schemas.openxmlformats.org/officeDocument/2006/relationships/tags" Target="../tags/tag366.xml"/><Relationship Id="rId18" Type="http://schemas.openxmlformats.org/officeDocument/2006/relationships/notesSlide" Target="../notesSlides/notesSlide15.xml"/><Relationship Id="rId3" Type="http://schemas.openxmlformats.org/officeDocument/2006/relationships/tags" Target="../tags/tag356.xml"/><Relationship Id="rId21" Type="http://schemas.openxmlformats.org/officeDocument/2006/relationships/image" Target="../media/image3.png"/><Relationship Id="rId7" Type="http://schemas.openxmlformats.org/officeDocument/2006/relationships/tags" Target="../tags/tag360.xml"/><Relationship Id="rId12" Type="http://schemas.openxmlformats.org/officeDocument/2006/relationships/tags" Target="../tags/tag365.xml"/><Relationship Id="rId17" Type="http://schemas.openxmlformats.org/officeDocument/2006/relationships/slideLayout" Target="../slideLayouts/slideLayout18.xml"/><Relationship Id="rId2" Type="http://schemas.openxmlformats.org/officeDocument/2006/relationships/tags" Target="../tags/tag355.xml"/><Relationship Id="rId16" Type="http://schemas.openxmlformats.org/officeDocument/2006/relationships/tags" Target="../tags/tag369.xml"/><Relationship Id="rId20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354.xml"/><Relationship Id="rId6" Type="http://schemas.openxmlformats.org/officeDocument/2006/relationships/tags" Target="../tags/tag359.xml"/><Relationship Id="rId11" Type="http://schemas.openxmlformats.org/officeDocument/2006/relationships/tags" Target="../tags/tag364.xml"/><Relationship Id="rId5" Type="http://schemas.openxmlformats.org/officeDocument/2006/relationships/tags" Target="../tags/tag358.xml"/><Relationship Id="rId15" Type="http://schemas.openxmlformats.org/officeDocument/2006/relationships/tags" Target="../tags/tag368.xml"/><Relationship Id="rId10" Type="http://schemas.openxmlformats.org/officeDocument/2006/relationships/tags" Target="../tags/tag363.xml"/><Relationship Id="rId19" Type="http://schemas.openxmlformats.org/officeDocument/2006/relationships/image" Target="../media/image2.png"/><Relationship Id="rId4" Type="http://schemas.openxmlformats.org/officeDocument/2006/relationships/tags" Target="../tags/tag357.xml"/><Relationship Id="rId9" Type="http://schemas.openxmlformats.org/officeDocument/2006/relationships/tags" Target="../tags/tag362.xml"/><Relationship Id="rId14" Type="http://schemas.openxmlformats.org/officeDocument/2006/relationships/tags" Target="../tags/tag367.xml"/><Relationship Id="rId22" Type="http://schemas.openxmlformats.org/officeDocument/2006/relationships/image" Target="file:///C:\Users\1V994W2\PycharmProjects\PPT_Background_Generation/pic_temp/1_pic_quater_right_up.png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77.xml"/><Relationship Id="rId13" Type="http://schemas.openxmlformats.org/officeDocument/2006/relationships/image" Target="file:///C:\Users\1V994W2\PycharmProjects\PPT_Background_Generation/pic_temp/0_pic_quater_left_up.png" TargetMode="External"/><Relationship Id="rId18" Type="http://schemas.openxmlformats.org/officeDocument/2006/relationships/image" Target="../media/image12.png"/><Relationship Id="rId3" Type="http://schemas.openxmlformats.org/officeDocument/2006/relationships/tags" Target="../tags/tag372.xml"/><Relationship Id="rId7" Type="http://schemas.openxmlformats.org/officeDocument/2006/relationships/tags" Target="../tags/tag376.xml"/><Relationship Id="rId12" Type="http://schemas.openxmlformats.org/officeDocument/2006/relationships/image" Target="../media/image2.png"/><Relationship Id="rId17" Type="http://schemas.openxmlformats.org/officeDocument/2006/relationships/image" Target="../media/image11.png"/><Relationship Id="rId2" Type="http://schemas.openxmlformats.org/officeDocument/2006/relationships/tags" Target="../tags/tag371.xml"/><Relationship Id="rId16" Type="http://schemas.openxmlformats.org/officeDocument/2006/relationships/image" Target="../media/image10.png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374.xml"/><Relationship Id="rId15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373.xml"/><Relationship Id="rId9" Type="http://schemas.openxmlformats.org/officeDocument/2006/relationships/tags" Target="../tags/tag378.xml"/><Relationship Id="rId1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81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80.xml"/><Relationship Id="rId1" Type="http://schemas.openxmlformats.org/officeDocument/2006/relationships/tags" Target="../tags/tag379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84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8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387.xml"/><Relationship Id="rId7" Type="http://schemas.openxmlformats.org/officeDocument/2006/relationships/image" Target="../media/image2.png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388.xml"/><Relationship Id="rId9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91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90.xml"/><Relationship Id="rId1" Type="http://schemas.openxmlformats.org/officeDocument/2006/relationships/tags" Target="../tags/tag389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392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395.xml"/><Relationship Id="rId7" Type="http://schemas.openxmlformats.org/officeDocument/2006/relationships/tags" Target="../tags/tag399.xml"/><Relationship Id="rId12" Type="http://schemas.openxmlformats.org/officeDocument/2006/relationships/image" Target="../media/image3.png"/><Relationship Id="rId2" Type="http://schemas.openxmlformats.org/officeDocument/2006/relationships/tags" Target="../tags/tag394.xml"/><Relationship Id="rId1" Type="http://schemas.openxmlformats.org/officeDocument/2006/relationships/tags" Target="../tags/tag393.xml"/><Relationship Id="rId6" Type="http://schemas.openxmlformats.org/officeDocument/2006/relationships/tags" Target="../tags/tag398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397.xml"/><Relationship Id="rId10" Type="http://schemas.openxmlformats.org/officeDocument/2006/relationships/image" Target="../media/image2.png"/><Relationship Id="rId4" Type="http://schemas.openxmlformats.org/officeDocument/2006/relationships/tags" Target="../tags/tag396.xml"/><Relationship Id="rId9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02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401.xml"/><Relationship Id="rId1" Type="http://schemas.openxmlformats.org/officeDocument/2006/relationships/tags" Target="../tags/tag400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05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404.xml"/><Relationship Id="rId1" Type="http://schemas.openxmlformats.org/officeDocument/2006/relationships/tags" Target="../tags/tag40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2.xml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tags" Target="../tags/tag431.xml"/><Relationship Id="rId21" Type="http://schemas.openxmlformats.org/officeDocument/2006/relationships/tags" Target="../tags/tag426.xml"/><Relationship Id="rId42" Type="http://schemas.openxmlformats.org/officeDocument/2006/relationships/tags" Target="../tags/tag447.xml"/><Relationship Id="rId47" Type="http://schemas.openxmlformats.org/officeDocument/2006/relationships/tags" Target="../tags/tag452.xml"/><Relationship Id="rId63" Type="http://schemas.openxmlformats.org/officeDocument/2006/relationships/slideLayout" Target="../slideLayouts/slideLayout18.xml"/><Relationship Id="rId6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412.xml"/><Relationship Id="rId2" Type="http://schemas.openxmlformats.org/officeDocument/2006/relationships/tags" Target="../tags/tag407.xml"/><Relationship Id="rId16" Type="http://schemas.openxmlformats.org/officeDocument/2006/relationships/tags" Target="../tags/tag421.xml"/><Relationship Id="rId29" Type="http://schemas.openxmlformats.org/officeDocument/2006/relationships/tags" Target="../tags/tag434.xml"/><Relationship Id="rId11" Type="http://schemas.openxmlformats.org/officeDocument/2006/relationships/tags" Target="../tags/tag416.xml"/><Relationship Id="rId24" Type="http://schemas.openxmlformats.org/officeDocument/2006/relationships/tags" Target="../tags/tag429.xml"/><Relationship Id="rId32" Type="http://schemas.openxmlformats.org/officeDocument/2006/relationships/tags" Target="../tags/tag437.xml"/><Relationship Id="rId37" Type="http://schemas.openxmlformats.org/officeDocument/2006/relationships/tags" Target="../tags/tag442.xml"/><Relationship Id="rId40" Type="http://schemas.openxmlformats.org/officeDocument/2006/relationships/tags" Target="../tags/tag445.xml"/><Relationship Id="rId45" Type="http://schemas.openxmlformats.org/officeDocument/2006/relationships/tags" Target="../tags/tag450.xml"/><Relationship Id="rId53" Type="http://schemas.openxmlformats.org/officeDocument/2006/relationships/tags" Target="../tags/tag458.xml"/><Relationship Id="rId58" Type="http://schemas.openxmlformats.org/officeDocument/2006/relationships/tags" Target="../tags/tag463.xml"/><Relationship Id="rId6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410.xml"/><Relationship Id="rId61" Type="http://schemas.openxmlformats.org/officeDocument/2006/relationships/tags" Target="../tags/tag466.xml"/><Relationship Id="rId19" Type="http://schemas.openxmlformats.org/officeDocument/2006/relationships/tags" Target="../tags/tag424.xml"/><Relationship Id="rId14" Type="http://schemas.openxmlformats.org/officeDocument/2006/relationships/tags" Target="../tags/tag419.xml"/><Relationship Id="rId22" Type="http://schemas.openxmlformats.org/officeDocument/2006/relationships/tags" Target="../tags/tag427.xml"/><Relationship Id="rId27" Type="http://schemas.openxmlformats.org/officeDocument/2006/relationships/tags" Target="../tags/tag432.xml"/><Relationship Id="rId30" Type="http://schemas.openxmlformats.org/officeDocument/2006/relationships/tags" Target="../tags/tag435.xml"/><Relationship Id="rId35" Type="http://schemas.openxmlformats.org/officeDocument/2006/relationships/tags" Target="../tags/tag440.xml"/><Relationship Id="rId43" Type="http://schemas.openxmlformats.org/officeDocument/2006/relationships/tags" Target="../tags/tag448.xml"/><Relationship Id="rId48" Type="http://schemas.openxmlformats.org/officeDocument/2006/relationships/tags" Target="../tags/tag453.xml"/><Relationship Id="rId56" Type="http://schemas.openxmlformats.org/officeDocument/2006/relationships/tags" Target="../tags/tag461.xml"/><Relationship Id="rId64" Type="http://schemas.openxmlformats.org/officeDocument/2006/relationships/notesSlide" Target="../notesSlides/notesSlide23.xml"/><Relationship Id="rId69" Type="http://schemas.openxmlformats.org/officeDocument/2006/relationships/image" Target="../media/image15.wmf"/><Relationship Id="rId8" Type="http://schemas.openxmlformats.org/officeDocument/2006/relationships/tags" Target="../tags/tag413.xml"/><Relationship Id="rId51" Type="http://schemas.openxmlformats.org/officeDocument/2006/relationships/tags" Target="../tags/tag456.xml"/><Relationship Id="rId3" Type="http://schemas.openxmlformats.org/officeDocument/2006/relationships/tags" Target="../tags/tag408.xml"/><Relationship Id="rId12" Type="http://schemas.openxmlformats.org/officeDocument/2006/relationships/tags" Target="../tags/tag417.xml"/><Relationship Id="rId17" Type="http://schemas.openxmlformats.org/officeDocument/2006/relationships/tags" Target="../tags/tag422.xml"/><Relationship Id="rId25" Type="http://schemas.openxmlformats.org/officeDocument/2006/relationships/tags" Target="../tags/tag430.xml"/><Relationship Id="rId33" Type="http://schemas.openxmlformats.org/officeDocument/2006/relationships/tags" Target="../tags/tag438.xml"/><Relationship Id="rId38" Type="http://schemas.openxmlformats.org/officeDocument/2006/relationships/tags" Target="../tags/tag443.xml"/><Relationship Id="rId46" Type="http://schemas.openxmlformats.org/officeDocument/2006/relationships/tags" Target="../tags/tag451.xml"/><Relationship Id="rId59" Type="http://schemas.openxmlformats.org/officeDocument/2006/relationships/tags" Target="../tags/tag464.xml"/><Relationship Id="rId67" Type="http://schemas.openxmlformats.org/officeDocument/2006/relationships/image" Target="../media/image3.png"/><Relationship Id="rId20" Type="http://schemas.openxmlformats.org/officeDocument/2006/relationships/tags" Target="../tags/tag425.xml"/><Relationship Id="rId41" Type="http://schemas.openxmlformats.org/officeDocument/2006/relationships/tags" Target="../tags/tag446.xml"/><Relationship Id="rId54" Type="http://schemas.openxmlformats.org/officeDocument/2006/relationships/tags" Target="../tags/tag459.xml"/><Relationship Id="rId62" Type="http://schemas.openxmlformats.org/officeDocument/2006/relationships/tags" Target="../tags/tag467.xml"/><Relationship Id="rId1" Type="http://schemas.openxmlformats.org/officeDocument/2006/relationships/tags" Target="../tags/tag406.xml"/><Relationship Id="rId6" Type="http://schemas.openxmlformats.org/officeDocument/2006/relationships/tags" Target="../tags/tag411.xml"/><Relationship Id="rId15" Type="http://schemas.openxmlformats.org/officeDocument/2006/relationships/tags" Target="../tags/tag420.xml"/><Relationship Id="rId23" Type="http://schemas.openxmlformats.org/officeDocument/2006/relationships/tags" Target="../tags/tag428.xml"/><Relationship Id="rId28" Type="http://schemas.openxmlformats.org/officeDocument/2006/relationships/tags" Target="../tags/tag433.xml"/><Relationship Id="rId36" Type="http://schemas.openxmlformats.org/officeDocument/2006/relationships/tags" Target="../tags/tag441.xml"/><Relationship Id="rId49" Type="http://schemas.openxmlformats.org/officeDocument/2006/relationships/tags" Target="../tags/tag454.xml"/><Relationship Id="rId57" Type="http://schemas.openxmlformats.org/officeDocument/2006/relationships/tags" Target="../tags/tag462.xml"/><Relationship Id="rId10" Type="http://schemas.openxmlformats.org/officeDocument/2006/relationships/tags" Target="../tags/tag415.xml"/><Relationship Id="rId31" Type="http://schemas.openxmlformats.org/officeDocument/2006/relationships/tags" Target="../tags/tag436.xml"/><Relationship Id="rId44" Type="http://schemas.openxmlformats.org/officeDocument/2006/relationships/tags" Target="../tags/tag449.xml"/><Relationship Id="rId52" Type="http://schemas.openxmlformats.org/officeDocument/2006/relationships/tags" Target="../tags/tag457.xml"/><Relationship Id="rId60" Type="http://schemas.openxmlformats.org/officeDocument/2006/relationships/tags" Target="../tags/tag465.xml"/><Relationship Id="rId65" Type="http://schemas.openxmlformats.org/officeDocument/2006/relationships/image" Target="../media/image2.png"/><Relationship Id="rId4" Type="http://schemas.openxmlformats.org/officeDocument/2006/relationships/tags" Target="../tags/tag409.xml"/><Relationship Id="rId9" Type="http://schemas.openxmlformats.org/officeDocument/2006/relationships/tags" Target="../tags/tag414.xml"/><Relationship Id="rId13" Type="http://schemas.openxmlformats.org/officeDocument/2006/relationships/tags" Target="../tags/tag418.xml"/><Relationship Id="rId18" Type="http://schemas.openxmlformats.org/officeDocument/2006/relationships/tags" Target="../tags/tag423.xml"/><Relationship Id="rId39" Type="http://schemas.openxmlformats.org/officeDocument/2006/relationships/tags" Target="../tags/tag444.xml"/><Relationship Id="rId34" Type="http://schemas.openxmlformats.org/officeDocument/2006/relationships/tags" Target="../tags/tag439.xml"/><Relationship Id="rId50" Type="http://schemas.openxmlformats.org/officeDocument/2006/relationships/tags" Target="../tags/tag455.xml"/><Relationship Id="rId55" Type="http://schemas.openxmlformats.org/officeDocument/2006/relationships/tags" Target="../tags/tag46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475.xml"/><Relationship Id="rId13" Type="http://schemas.openxmlformats.org/officeDocument/2006/relationships/tags" Target="../tags/tag480.xml"/><Relationship Id="rId18" Type="http://schemas.openxmlformats.org/officeDocument/2006/relationships/tags" Target="../tags/tag485.xml"/><Relationship Id="rId3" Type="http://schemas.openxmlformats.org/officeDocument/2006/relationships/tags" Target="../tags/tag470.xml"/><Relationship Id="rId21" Type="http://schemas.openxmlformats.org/officeDocument/2006/relationships/image" Target="../media/image2.png"/><Relationship Id="rId7" Type="http://schemas.openxmlformats.org/officeDocument/2006/relationships/tags" Target="../tags/tag474.xml"/><Relationship Id="rId12" Type="http://schemas.openxmlformats.org/officeDocument/2006/relationships/tags" Target="../tags/tag479.xml"/><Relationship Id="rId17" Type="http://schemas.openxmlformats.org/officeDocument/2006/relationships/tags" Target="../tags/tag484.xml"/><Relationship Id="rId2" Type="http://schemas.openxmlformats.org/officeDocument/2006/relationships/tags" Target="../tags/tag469.xml"/><Relationship Id="rId16" Type="http://schemas.openxmlformats.org/officeDocument/2006/relationships/tags" Target="../tags/tag483.xml"/><Relationship Id="rId20" Type="http://schemas.openxmlformats.org/officeDocument/2006/relationships/notesSlide" Target="../notesSlides/notesSlide24.xml"/><Relationship Id="rId1" Type="http://schemas.openxmlformats.org/officeDocument/2006/relationships/tags" Target="../tags/tag468.xml"/><Relationship Id="rId6" Type="http://schemas.openxmlformats.org/officeDocument/2006/relationships/tags" Target="../tags/tag473.xml"/><Relationship Id="rId11" Type="http://schemas.openxmlformats.org/officeDocument/2006/relationships/tags" Target="../tags/tag478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472.xml"/><Relationship Id="rId15" Type="http://schemas.openxmlformats.org/officeDocument/2006/relationships/tags" Target="../tags/tag482.xml"/><Relationship Id="rId23" Type="http://schemas.openxmlformats.org/officeDocument/2006/relationships/image" Target="../media/image3.png"/><Relationship Id="rId10" Type="http://schemas.openxmlformats.org/officeDocument/2006/relationships/tags" Target="../tags/tag477.xml"/><Relationship Id="rId19" Type="http://schemas.openxmlformats.org/officeDocument/2006/relationships/slideLayout" Target="../slideLayouts/slideLayout18.xml"/><Relationship Id="rId4" Type="http://schemas.openxmlformats.org/officeDocument/2006/relationships/tags" Target="../tags/tag471.xml"/><Relationship Id="rId9" Type="http://schemas.openxmlformats.org/officeDocument/2006/relationships/tags" Target="../tags/tag476.xml"/><Relationship Id="rId14" Type="http://schemas.openxmlformats.org/officeDocument/2006/relationships/tags" Target="../tags/tag481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498.xml"/><Relationship Id="rId18" Type="http://schemas.openxmlformats.org/officeDocument/2006/relationships/tags" Target="../tags/tag503.xml"/><Relationship Id="rId26" Type="http://schemas.openxmlformats.org/officeDocument/2006/relationships/tags" Target="../tags/tag511.xml"/><Relationship Id="rId39" Type="http://schemas.openxmlformats.org/officeDocument/2006/relationships/image" Target="file:///C:\Users\1V994W2\PycharmProjects\PPT_Background_Generation/pic_temp/1_pic_quater_right_up.png" TargetMode="External"/><Relationship Id="rId21" Type="http://schemas.openxmlformats.org/officeDocument/2006/relationships/tags" Target="../tags/tag506.xml"/><Relationship Id="rId34" Type="http://schemas.openxmlformats.org/officeDocument/2006/relationships/slideLayout" Target="../slideLayouts/slideLayout18.xml"/><Relationship Id="rId7" Type="http://schemas.openxmlformats.org/officeDocument/2006/relationships/tags" Target="../tags/tag492.xml"/><Relationship Id="rId12" Type="http://schemas.openxmlformats.org/officeDocument/2006/relationships/tags" Target="../tags/tag497.xml"/><Relationship Id="rId17" Type="http://schemas.openxmlformats.org/officeDocument/2006/relationships/tags" Target="../tags/tag502.xml"/><Relationship Id="rId25" Type="http://schemas.openxmlformats.org/officeDocument/2006/relationships/tags" Target="../tags/tag510.xml"/><Relationship Id="rId33" Type="http://schemas.openxmlformats.org/officeDocument/2006/relationships/tags" Target="../tags/tag518.xml"/><Relationship Id="rId38" Type="http://schemas.openxmlformats.org/officeDocument/2006/relationships/image" Target="../media/image3.png"/><Relationship Id="rId2" Type="http://schemas.openxmlformats.org/officeDocument/2006/relationships/tags" Target="../tags/tag487.xml"/><Relationship Id="rId16" Type="http://schemas.openxmlformats.org/officeDocument/2006/relationships/tags" Target="../tags/tag501.xml"/><Relationship Id="rId20" Type="http://schemas.openxmlformats.org/officeDocument/2006/relationships/tags" Target="../tags/tag505.xml"/><Relationship Id="rId29" Type="http://schemas.openxmlformats.org/officeDocument/2006/relationships/tags" Target="../tags/tag514.xml"/><Relationship Id="rId1" Type="http://schemas.openxmlformats.org/officeDocument/2006/relationships/tags" Target="../tags/tag486.xml"/><Relationship Id="rId6" Type="http://schemas.openxmlformats.org/officeDocument/2006/relationships/tags" Target="../tags/tag491.xml"/><Relationship Id="rId11" Type="http://schemas.openxmlformats.org/officeDocument/2006/relationships/tags" Target="../tags/tag496.xml"/><Relationship Id="rId24" Type="http://schemas.openxmlformats.org/officeDocument/2006/relationships/tags" Target="../tags/tag509.xml"/><Relationship Id="rId32" Type="http://schemas.openxmlformats.org/officeDocument/2006/relationships/tags" Target="../tags/tag517.xml"/><Relationship Id="rId37" Type="http://schemas.openxmlformats.org/officeDocument/2006/relationships/image" Target="file:///C:\Users\1V994W2\PycharmProjects\PPT_Background_Generation/pic_temp/0_pic_quater_left_up.png" TargetMode="External"/><Relationship Id="rId40" Type="http://schemas.openxmlformats.org/officeDocument/2006/relationships/image" Target="../media/image15.wmf"/><Relationship Id="rId5" Type="http://schemas.openxmlformats.org/officeDocument/2006/relationships/tags" Target="../tags/tag490.xml"/><Relationship Id="rId15" Type="http://schemas.openxmlformats.org/officeDocument/2006/relationships/tags" Target="../tags/tag500.xml"/><Relationship Id="rId23" Type="http://schemas.openxmlformats.org/officeDocument/2006/relationships/tags" Target="../tags/tag508.xml"/><Relationship Id="rId28" Type="http://schemas.openxmlformats.org/officeDocument/2006/relationships/tags" Target="../tags/tag513.xml"/><Relationship Id="rId36" Type="http://schemas.openxmlformats.org/officeDocument/2006/relationships/image" Target="../media/image2.png"/><Relationship Id="rId10" Type="http://schemas.openxmlformats.org/officeDocument/2006/relationships/tags" Target="../tags/tag495.xml"/><Relationship Id="rId19" Type="http://schemas.openxmlformats.org/officeDocument/2006/relationships/tags" Target="../tags/tag504.xml"/><Relationship Id="rId31" Type="http://schemas.openxmlformats.org/officeDocument/2006/relationships/tags" Target="../tags/tag516.xml"/><Relationship Id="rId4" Type="http://schemas.openxmlformats.org/officeDocument/2006/relationships/tags" Target="../tags/tag489.xml"/><Relationship Id="rId9" Type="http://schemas.openxmlformats.org/officeDocument/2006/relationships/tags" Target="../tags/tag494.xml"/><Relationship Id="rId14" Type="http://schemas.openxmlformats.org/officeDocument/2006/relationships/tags" Target="../tags/tag499.xml"/><Relationship Id="rId22" Type="http://schemas.openxmlformats.org/officeDocument/2006/relationships/tags" Target="../tags/tag507.xml"/><Relationship Id="rId27" Type="http://schemas.openxmlformats.org/officeDocument/2006/relationships/tags" Target="../tags/tag512.xml"/><Relationship Id="rId30" Type="http://schemas.openxmlformats.org/officeDocument/2006/relationships/tags" Target="../tags/tag515.xml"/><Relationship Id="rId35" Type="http://schemas.openxmlformats.org/officeDocument/2006/relationships/notesSlide" Target="../notesSlides/notesSlide25.xml"/><Relationship Id="rId8" Type="http://schemas.openxmlformats.org/officeDocument/2006/relationships/tags" Target="../tags/tag493.xml"/><Relationship Id="rId3" Type="http://schemas.openxmlformats.org/officeDocument/2006/relationships/tags" Target="../tags/tag48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21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20.xml"/><Relationship Id="rId1" Type="http://schemas.openxmlformats.org/officeDocument/2006/relationships/tags" Target="../tags/tag519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24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23.xml"/><Relationship Id="rId1" Type="http://schemas.openxmlformats.org/officeDocument/2006/relationships/tags" Target="../tags/tag52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tags" Target="../tags/tag537.xml"/><Relationship Id="rId18" Type="http://schemas.openxmlformats.org/officeDocument/2006/relationships/tags" Target="../tags/tag542.xml"/><Relationship Id="rId26" Type="http://schemas.openxmlformats.org/officeDocument/2006/relationships/tags" Target="../tags/tag550.xml"/><Relationship Id="rId3" Type="http://schemas.openxmlformats.org/officeDocument/2006/relationships/tags" Target="../tags/tag527.xml"/><Relationship Id="rId21" Type="http://schemas.openxmlformats.org/officeDocument/2006/relationships/tags" Target="../tags/tag545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531.xml"/><Relationship Id="rId12" Type="http://schemas.openxmlformats.org/officeDocument/2006/relationships/tags" Target="../tags/tag536.xml"/><Relationship Id="rId17" Type="http://schemas.openxmlformats.org/officeDocument/2006/relationships/tags" Target="../tags/tag541.xml"/><Relationship Id="rId25" Type="http://schemas.openxmlformats.org/officeDocument/2006/relationships/tags" Target="../tags/tag549.xml"/><Relationship Id="rId33" Type="http://schemas.openxmlformats.org/officeDocument/2006/relationships/image" Target="../media/image3.png"/><Relationship Id="rId2" Type="http://schemas.openxmlformats.org/officeDocument/2006/relationships/tags" Target="../tags/tag526.xml"/><Relationship Id="rId16" Type="http://schemas.openxmlformats.org/officeDocument/2006/relationships/tags" Target="../tags/tag540.xml"/><Relationship Id="rId20" Type="http://schemas.openxmlformats.org/officeDocument/2006/relationships/tags" Target="../tags/tag544.xml"/><Relationship Id="rId29" Type="http://schemas.openxmlformats.org/officeDocument/2006/relationships/tags" Target="../tags/tag553.xml"/><Relationship Id="rId1" Type="http://schemas.openxmlformats.org/officeDocument/2006/relationships/tags" Target="../tags/tag525.xml"/><Relationship Id="rId6" Type="http://schemas.openxmlformats.org/officeDocument/2006/relationships/tags" Target="../tags/tag530.xml"/><Relationship Id="rId11" Type="http://schemas.openxmlformats.org/officeDocument/2006/relationships/tags" Target="../tags/tag535.xml"/><Relationship Id="rId24" Type="http://schemas.openxmlformats.org/officeDocument/2006/relationships/tags" Target="../tags/tag548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529.xml"/><Relationship Id="rId15" Type="http://schemas.openxmlformats.org/officeDocument/2006/relationships/tags" Target="../tags/tag539.xml"/><Relationship Id="rId23" Type="http://schemas.openxmlformats.org/officeDocument/2006/relationships/tags" Target="../tags/tag547.xml"/><Relationship Id="rId28" Type="http://schemas.openxmlformats.org/officeDocument/2006/relationships/tags" Target="../tags/tag552.xml"/><Relationship Id="rId10" Type="http://schemas.openxmlformats.org/officeDocument/2006/relationships/tags" Target="../tags/tag534.xml"/><Relationship Id="rId19" Type="http://schemas.openxmlformats.org/officeDocument/2006/relationships/tags" Target="../tags/tag543.xml"/><Relationship Id="rId31" Type="http://schemas.openxmlformats.org/officeDocument/2006/relationships/image" Target="../media/image2.png"/><Relationship Id="rId4" Type="http://schemas.openxmlformats.org/officeDocument/2006/relationships/tags" Target="../tags/tag528.xml"/><Relationship Id="rId9" Type="http://schemas.openxmlformats.org/officeDocument/2006/relationships/tags" Target="../tags/tag533.xml"/><Relationship Id="rId14" Type="http://schemas.openxmlformats.org/officeDocument/2006/relationships/tags" Target="../tags/tag538.xml"/><Relationship Id="rId22" Type="http://schemas.openxmlformats.org/officeDocument/2006/relationships/tags" Target="../tags/tag546.xml"/><Relationship Id="rId27" Type="http://schemas.openxmlformats.org/officeDocument/2006/relationships/tags" Target="../tags/tag551.xml"/><Relationship Id="rId30" Type="http://schemas.openxmlformats.org/officeDocument/2006/relationships/slideLayout" Target="../slideLayouts/slideLayout18.xml"/><Relationship Id="rId8" Type="http://schemas.openxmlformats.org/officeDocument/2006/relationships/tags" Target="../tags/tag53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561.xml"/><Relationship Id="rId13" Type="http://schemas.openxmlformats.org/officeDocument/2006/relationships/tags" Target="../tags/tag566.xml"/><Relationship Id="rId1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556.xml"/><Relationship Id="rId7" Type="http://schemas.openxmlformats.org/officeDocument/2006/relationships/tags" Target="../tags/tag560.xml"/><Relationship Id="rId12" Type="http://schemas.openxmlformats.org/officeDocument/2006/relationships/tags" Target="../tags/tag565.xml"/><Relationship Id="rId17" Type="http://schemas.openxmlformats.org/officeDocument/2006/relationships/image" Target="../media/image3.png"/><Relationship Id="rId2" Type="http://schemas.openxmlformats.org/officeDocument/2006/relationships/tags" Target="../tags/tag555.xml"/><Relationship Id="rId16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554.xml"/><Relationship Id="rId6" Type="http://schemas.openxmlformats.org/officeDocument/2006/relationships/tags" Target="../tags/tag559.xml"/><Relationship Id="rId11" Type="http://schemas.openxmlformats.org/officeDocument/2006/relationships/tags" Target="../tags/tag564.xml"/><Relationship Id="rId5" Type="http://schemas.openxmlformats.org/officeDocument/2006/relationships/tags" Target="../tags/tag558.xml"/><Relationship Id="rId15" Type="http://schemas.openxmlformats.org/officeDocument/2006/relationships/image" Target="../media/image2.png"/><Relationship Id="rId10" Type="http://schemas.openxmlformats.org/officeDocument/2006/relationships/tags" Target="../tags/tag563.xml"/><Relationship Id="rId4" Type="http://schemas.openxmlformats.org/officeDocument/2006/relationships/tags" Target="../tags/tag557.xml"/><Relationship Id="rId9" Type="http://schemas.openxmlformats.org/officeDocument/2006/relationships/tags" Target="../tags/tag562.xml"/><Relationship Id="rId14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569.xml"/><Relationship Id="rId7" Type="http://schemas.openxmlformats.org/officeDocument/2006/relationships/image" Target="../media/image2.png"/><Relationship Id="rId2" Type="http://schemas.openxmlformats.org/officeDocument/2006/relationships/tags" Target="../tags/tag568.xml"/><Relationship Id="rId1" Type="http://schemas.openxmlformats.org/officeDocument/2006/relationships/tags" Target="../tags/tag567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70.xml"/><Relationship Id="rId9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73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72.xml"/><Relationship Id="rId1" Type="http://schemas.openxmlformats.org/officeDocument/2006/relationships/tags" Target="../tags/tag571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9.xml"/><Relationship Id="rId10" Type="http://schemas.openxmlformats.org/officeDocument/2006/relationships/hyperlink" Target="https://www.bilibili.com/video/BV1t8vaB9Etz/?spm_id_from=333.337.search-card.all.click&amp;vd_source=8e2b796fc20cc6b35378c1386ab19593" TargetMode="Externa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581.xml"/><Relationship Id="rId13" Type="http://schemas.openxmlformats.org/officeDocument/2006/relationships/tags" Target="../tags/tag586.xml"/><Relationship Id="rId18" Type="http://schemas.openxmlformats.org/officeDocument/2006/relationships/tags" Target="../tags/tag591.xml"/><Relationship Id="rId26" Type="http://schemas.openxmlformats.org/officeDocument/2006/relationships/image" Target="../media/image3.png"/><Relationship Id="rId3" Type="http://schemas.openxmlformats.org/officeDocument/2006/relationships/tags" Target="../tags/tag576.xml"/><Relationship Id="rId21" Type="http://schemas.openxmlformats.org/officeDocument/2006/relationships/tags" Target="../tags/tag594.xml"/><Relationship Id="rId7" Type="http://schemas.openxmlformats.org/officeDocument/2006/relationships/tags" Target="../tags/tag580.xml"/><Relationship Id="rId12" Type="http://schemas.openxmlformats.org/officeDocument/2006/relationships/tags" Target="../tags/tag585.xml"/><Relationship Id="rId17" Type="http://schemas.openxmlformats.org/officeDocument/2006/relationships/tags" Target="../tags/tag590.xml"/><Relationship Id="rId25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575.xml"/><Relationship Id="rId16" Type="http://schemas.openxmlformats.org/officeDocument/2006/relationships/tags" Target="../tags/tag589.xml"/><Relationship Id="rId20" Type="http://schemas.openxmlformats.org/officeDocument/2006/relationships/tags" Target="../tags/tag593.xml"/><Relationship Id="rId1" Type="http://schemas.openxmlformats.org/officeDocument/2006/relationships/tags" Target="../tags/tag574.xml"/><Relationship Id="rId6" Type="http://schemas.openxmlformats.org/officeDocument/2006/relationships/tags" Target="../tags/tag579.xml"/><Relationship Id="rId11" Type="http://schemas.openxmlformats.org/officeDocument/2006/relationships/tags" Target="../tags/tag584.xml"/><Relationship Id="rId24" Type="http://schemas.openxmlformats.org/officeDocument/2006/relationships/image" Target="../media/image2.png"/><Relationship Id="rId5" Type="http://schemas.openxmlformats.org/officeDocument/2006/relationships/tags" Target="../tags/tag578.xml"/><Relationship Id="rId15" Type="http://schemas.openxmlformats.org/officeDocument/2006/relationships/tags" Target="../tags/tag588.xml"/><Relationship Id="rId23" Type="http://schemas.openxmlformats.org/officeDocument/2006/relationships/notesSlide" Target="../notesSlides/notesSlide30.xml"/><Relationship Id="rId10" Type="http://schemas.openxmlformats.org/officeDocument/2006/relationships/tags" Target="../tags/tag583.xml"/><Relationship Id="rId19" Type="http://schemas.openxmlformats.org/officeDocument/2006/relationships/tags" Target="../tags/tag592.xml"/><Relationship Id="rId4" Type="http://schemas.openxmlformats.org/officeDocument/2006/relationships/tags" Target="../tags/tag577.xml"/><Relationship Id="rId9" Type="http://schemas.openxmlformats.org/officeDocument/2006/relationships/tags" Target="../tags/tag582.xml"/><Relationship Id="rId14" Type="http://schemas.openxmlformats.org/officeDocument/2006/relationships/tags" Target="../tags/tag587.xml"/><Relationship Id="rId22" Type="http://schemas.openxmlformats.org/officeDocument/2006/relationships/slideLayout" Target="../slideLayouts/slideLayout18.xml"/><Relationship Id="rId27" Type="http://schemas.openxmlformats.org/officeDocument/2006/relationships/image" Target="file:///C:\Users\1V994W2\PycharmProjects\PPT_Background_Generation/pic_temp/1_pic_quater_right_up.png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597.xml"/><Relationship Id="rId7" Type="http://schemas.openxmlformats.org/officeDocument/2006/relationships/image" Target="../media/image2.png"/><Relationship Id="rId2" Type="http://schemas.openxmlformats.org/officeDocument/2006/relationships/tags" Target="../tags/tag596.xml"/><Relationship Id="rId1" Type="http://schemas.openxmlformats.org/officeDocument/2006/relationships/tags" Target="../tags/tag595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598.xml"/><Relationship Id="rId9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606.xml"/><Relationship Id="rId13" Type="http://schemas.openxmlformats.org/officeDocument/2006/relationships/image" Target="../media/image3.png"/><Relationship Id="rId3" Type="http://schemas.openxmlformats.org/officeDocument/2006/relationships/tags" Target="../tags/tag601.xml"/><Relationship Id="rId7" Type="http://schemas.openxmlformats.org/officeDocument/2006/relationships/tags" Target="../tags/tag605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600.xml"/><Relationship Id="rId1" Type="http://schemas.openxmlformats.org/officeDocument/2006/relationships/tags" Target="../tags/tag599.xml"/><Relationship Id="rId6" Type="http://schemas.openxmlformats.org/officeDocument/2006/relationships/tags" Target="../tags/tag604.xml"/><Relationship Id="rId11" Type="http://schemas.openxmlformats.org/officeDocument/2006/relationships/image" Target="../media/image2.png"/><Relationship Id="rId5" Type="http://schemas.openxmlformats.org/officeDocument/2006/relationships/tags" Target="../tags/tag603.xml"/><Relationship Id="rId10" Type="http://schemas.openxmlformats.org/officeDocument/2006/relationships/notesSlide" Target="../notesSlides/notesSlide32.xml"/><Relationship Id="rId4" Type="http://schemas.openxmlformats.org/officeDocument/2006/relationships/tags" Target="../tags/tag602.xml"/><Relationship Id="rId9" Type="http://schemas.openxmlformats.org/officeDocument/2006/relationships/slideLayout" Target="../slideLayouts/slideLayout18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609.xml"/><Relationship Id="rId7" Type="http://schemas.openxmlformats.org/officeDocument/2006/relationships/image" Target="../media/image2.png"/><Relationship Id="rId2" Type="http://schemas.openxmlformats.org/officeDocument/2006/relationships/tags" Target="../tags/tag608.xml"/><Relationship Id="rId1" Type="http://schemas.openxmlformats.org/officeDocument/2006/relationships/tags" Target="../tags/tag607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610.xml"/><Relationship Id="rId9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13.xml"/><Relationship Id="rId7" Type="http://schemas.openxmlformats.org/officeDocument/2006/relationships/notesSlide" Target="../notesSlides/notesSlide34.xml"/><Relationship Id="rId2" Type="http://schemas.openxmlformats.org/officeDocument/2006/relationships/tags" Target="../tags/tag612.xml"/><Relationship Id="rId1" Type="http://schemas.openxmlformats.org/officeDocument/2006/relationships/tags" Target="../tags/tag611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615.xml"/><Relationship Id="rId10" Type="http://schemas.openxmlformats.org/officeDocument/2006/relationships/image" Target="../media/image3.png"/><Relationship Id="rId4" Type="http://schemas.openxmlformats.org/officeDocument/2006/relationships/tags" Target="../tags/tag614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618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617.xml"/><Relationship Id="rId1" Type="http://schemas.openxmlformats.org/officeDocument/2006/relationships/tags" Target="../tags/tag616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619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tags" Target="../tags/tag632.xml"/><Relationship Id="rId18" Type="http://schemas.openxmlformats.org/officeDocument/2006/relationships/tags" Target="../tags/tag637.xml"/><Relationship Id="rId26" Type="http://schemas.openxmlformats.org/officeDocument/2006/relationships/tags" Target="../tags/tag645.xml"/><Relationship Id="rId3" Type="http://schemas.openxmlformats.org/officeDocument/2006/relationships/tags" Target="../tags/tag622.xml"/><Relationship Id="rId21" Type="http://schemas.openxmlformats.org/officeDocument/2006/relationships/tags" Target="../tags/tag640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626.xml"/><Relationship Id="rId12" Type="http://schemas.openxmlformats.org/officeDocument/2006/relationships/tags" Target="../tags/tag631.xml"/><Relationship Id="rId17" Type="http://schemas.openxmlformats.org/officeDocument/2006/relationships/tags" Target="../tags/tag636.xml"/><Relationship Id="rId25" Type="http://schemas.openxmlformats.org/officeDocument/2006/relationships/tags" Target="../tags/tag644.xml"/><Relationship Id="rId33" Type="http://schemas.openxmlformats.org/officeDocument/2006/relationships/image" Target="../media/image3.png"/><Relationship Id="rId2" Type="http://schemas.openxmlformats.org/officeDocument/2006/relationships/tags" Target="../tags/tag621.xml"/><Relationship Id="rId16" Type="http://schemas.openxmlformats.org/officeDocument/2006/relationships/tags" Target="../tags/tag635.xml"/><Relationship Id="rId20" Type="http://schemas.openxmlformats.org/officeDocument/2006/relationships/tags" Target="../tags/tag639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620.xml"/><Relationship Id="rId6" Type="http://schemas.openxmlformats.org/officeDocument/2006/relationships/tags" Target="../tags/tag625.xml"/><Relationship Id="rId11" Type="http://schemas.openxmlformats.org/officeDocument/2006/relationships/tags" Target="../tags/tag630.xml"/><Relationship Id="rId24" Type="http://schemas.openxmlformats.org/officeDocument/2006/relationships/tags" Target="../tags/tag643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624.xml"/><Relationship Id="rId15" Type="http://schemas.openxmlformats.org/officeDocument/2006/relationships/tags" Target="../tags/tag634.xml"/><Relationship Id="rId23" Type="http://schemas.openxmlformats.org/officeDocument/2006/relationships/tags" Target="../tags/tag642.xml"/><Relationship Id="rId28" Type="http://schemas.openxmlformats.org/officeDocument/2006/relationships/tags" Target="../tags/tag647.xml"/><Relationship Id="rId10" Type="http://schemas.openxmlformats.org/officeDocument/2006/relationships/tags" Target="../tags/tag629.xml"/><Relationship Id="rId19" Type="http://schemas.openxmlformats.org/officeDocument/2006/relationships/tags" Target="../tags/tag638.xml"/><Relationship Id="rId31" Type="http://schemas.openxmlformats.org/officeDocument/2006/relationships/image" Target="../media/image2.png"/><Relationship Id="rId4" Type="http://schemas.openxmlformats.org/officeDocument/2006/relationships/tags" Target="../tags/tag623.xml"/><Relationship Id="rId9" Type="http://schemas.openxmlformats.org/officeDocument/2006/relationships/tags" Target="../tags/tag628.xml"/><Relationship Id="rId14" Type="http://schemas.openxmlformats.org/officeDocument/2006/relationships/tags" Target="../tags/tag633.xml"/><Relationship Id="rId22" Type="http://schemas.openxmlformats.org/officeDocument/2006/relationships/tags" Target="../tags/tag641.xml"/><Relationship Id="rId27" Type="http://schemas.openxmlformats.org/officeDocument/2006/relationships/tags" Target="../tags/tag646.xml"/><Relationship Id="rId30" Type="http://schemas.openxmlformats.org/officeDocument/2006/relationships/notesSlide" Target="../notesSlides/notesSlide35.xml"/><Relationship Id="rId8" Type="http://schemas.openxmlformats.org/officeDocument/2006/relationships/tags" Target="../tags/tag62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650.xml"/><Relationship Id="rId7" Type="http://schemas.openxmlformats.org/officeDocument/2006/relationships/image" Target="../media/image3.png"/><Relationship Id="rId2" Type="http://schemas.openxmlformats.org/officeDocument/2006/relationships/tags" Target="../tags/tag649.xml"/><Relationship Id="rId1" Type="http://schemas.openxmlformats.org/officeDocument/2006/relationships/tags" Target="../tags/tag648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653.xml"/><Relationship Id="rId7" Type="http://schemas.openxmlformats.org/officeDocument/2006/relationships/image" Target="../media/image3.png"/><Relationship Id="rId2" Type="http://schemas.openxmlformats.org/officeDocument/2006/relationships/tags" Target="../tags/tag652.xml"/><Relationship Id="rId1" Type="http://schemas.openxmlformats.org/officeDocument/2006/relationships/tags" Target="../tags/tag651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656.xml"/><Relationship Id="rId7" Type="http://schemas.openxmlformats.org/officeDocument/2006/relationships/image" Target="../media/image3.png"/><Relationship Id="rId2" Type="http://schemas.openxmlformats.org/officeDocument/2006/relationships/tags" Target="../tags/tag655.xml"/><Relationship Id="rId1" Type="http://schemas.openxmlformats.org/officeDocument/2006/relationships/tags" Target="../tags/tag654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tags" Target="../tags/tag669.xml"/><Relationship Id="rId18" Type="http://schemas.openxmlformats.org/officeDocument/2006/relationships/tags" Target="../tags/tag674.xml"/><Relationship Id="rId26" Type="http://schemas.openxmlformats.org/officeDocument/2006/relationships/tags" Target="../tags/tag682.xml"/><Relationship Id="rId3" Type="http://schemas.openxmlformats.org/officeDocument/2006/relationships/tags" Target="../tags/tag659.xml"/><Relationship Id="rId21" Type="http://schemas.openxmlformats.org/officeDocument/2006/relationships/tags" Target="../tags/tag677.xml"/><Relationship Id="rId7" Type="http://schemas.openxmlformats.org/officeDocument/2006/relationships/tags" Target="../tags/tag663.xml"/><Relationship Id="rId12" Type="http://schemas.openxmlformats.org/officeDocument/2006/relationships/tags" Target="../tags/tag668.xml"/><Relationship Id="rId17" Type="http://schemas.openxmlformats.org/officeDocument/2006/relationships/tags" Target="../tags/tag673.xml"/><Relationship Id="rId25" Type="http://schemas.openxmlformats.org/officeDocument/2006/relationships/tags" Target="../tags/tag681.xml"/><Relationship Id="rId33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658.xml"/><Relationship Id="rId16" Type="http://schemas.openxmlformats.org/officeDocument/2006/relationships/tags" Target="../tags/tag672.xml"/><Relationship Id="rId20" Type="http://schemas.openxmlformats.org/officeDocument/2006/relationships/tags" Target="../tags/tag676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657.xml"/><Relationship Id="rId6" Type="http://schemas.openxmlformats.org/officeDocument/2006/relationships/tags" Target="../tags/tag662.xml"/><Relationship Id="rId11" Type="http://schemas.openxmlformats.org/officeDocument/2006/relationships/tags" Target="../tags/tag667.xml"/><Relationship Id="rId24" Type="http://schemas.openxmlformats.org/officeDocument/2006/relationships/tags" Target="../tags/tag680.xml"/><Relationship Id="rId32" Type="http://schemas.openxmlformats.org/officeDocument/2006/relationships/image" Target="../media/image3.png"/><Relationship Id="rId5" Type="http://schemas.openxmlformats.org/officeDocument/2006/relationships/tags" Target="../tags/tag661.xml"/><Relationship Id="rId15" Type="http://schemas.openxmlformats.org/officeDocument/2006/relationships/tags" Target="../tags/tag671.xml"/><Relationship Id="rId23" Type="http://schemas.openxmlformats.org/officeDocument/2006/relationships/tags" Target="../tags/tag679.xml"/><Relationship Id="rId28" Type="http://schemas.openxmlformats.org/officeDocument/2006/relationships/tags" Target="../tags/tag684.xml"/><Relationship Id="rId10" Type="http://schemas.openxmlformats.org/officeDocument/2006/relationships/tags" Target="../tags/tag666.xml"/><Relationship Id="rId19" Type="http://schemas.openxmlformats.org/officeDocument/2006/relationships/tags" Target="../tags/tag675.xml"/><Relationship Id="rId31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660.xml"/><Relationship Id="rId9" Type="http://schemas.openxmlformats.org/officeDocument/2006/relationships/tags" Target="../tags/tag665.xml"/><Relationship Id="rId14" Type="http://schemas.openxmlformats.org/officeDocument/2006/relationships/tags" Target="../tags/tag670.xml"/><Relationship Id="rId22" Type="http://schemas.openxmlformats.org/officeDocument/2006/relationships/tags" Target="../tags/tag678.xml"/><Relationship Id="rId27" Type="http://schemas.openxmlformats.org/officeDocument/2006/relationships/tags" Target="../tags/tag683.xml"/><Relationship Id="rId30" Type="http://schemas.openxmlformats.org/officeDocument/2006/relationships/image" Target="../media/image2.png"/><Relationship Id="rId8" Type="http://schemas.openxmlformats.org/officeDocument/2006/relationships/tags" Target="../tags/tag66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692.xml"/><Relationship Id="rId13" Type="http://schemas.openxmlformats.org/officeDocument/2006/relationships/tags" Target="../tags/tag697.xml"/><Relationship Id="rId18" Type="http://schemas.openxmlformats.org/officeDocument/2006/relationships/tags" Target="../tags/tag702.xml"/><Relationship Id="rId3" Type="http://schemas.openxmlformats.org/officeDocument/2006/relationships/tags" Target="../tags/tag687.xml"/><Relationship Id="rId21" Type="http://schemas.openxmlformats.org/officeDocument/2006/relationships/image" Target="../media/image2.png"/><Relationship Id="rId7" Type="http://schemas.openxmlformats.org/officeDocument/2006/relationships/tags" Target="../tags/tag691.xml"/><Relationship Id="rId12" Type="http://schemas.openxmlformats.org/officeDocument/2006/relationships/tags" Target="../tags/tag696.xml"/><Relationship Id="rId17" Type="http://schemas.openxmlformats.org/officeDocument/2006/relationships/tags" Target="../tags/tag701.xml"/><Relationship Id="rId2" Type="http://schemas.openxmlformats.org/officeDocument/2006/relationships/tags" Target="../tags/tag686.xml"/><Relationship Id="rId16" Type="http://schemas.openxmlformats.org/officeDocument/2006/relationships/tags" Target="../tags/tag700.xml"/><Relationship Id="rId20" Type="http://schemas.openxmlformats.org/officeDocument/2006/relationships/notesSlide" Target="../notesSlides/notesSlide36.xml"/><Relationship Id="rId1" Type="http://schemas.openxmlformats.org/officeDocument/2006/relationships/tags" Target="../tags/tag685.xml"/><Relationship Id="rId6" Type="http://schemas.openxmlformats.org/officeDocument/2006/relationships/tags" Target="../tags/tag690.xml"/><Relationship Id="rId11" Type="http://schemas.openxmlformats.org/officeDocument/2006/relationships/tags" Target="../tags/tag695.xml"/><Relationship Id="rId24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689.xml"/><Relationship Id="rId15" Type="http://schemas.openxmlformats.org/officeDocument/2006/relationships/tags" Target="../tags/tag699.xml"/><Relationship Id="rId23" Type="http://schemas.openxmlformats.org/officeDocument/2006/relationships/image" Target="../media/image3.png"/><Relationship Id="rId10" Type="http://schemas.openxmlformats.org/officeDocument/2006/relationships/tags" Target="../tags/tag694.xml"/><Relationship Id="rId19" Type="http://schemas.openxmlformats.org/officeDocument/2006/relationships/slideLayout" Target="../slideLayouts/slideLayout18.xml"/><Relationship Id="rId4" Type="http://schemas.openxmlformats.org/officeDocument/2006/relationships/tags" Target="../tags/tag688.xml"/><Relationship Id="rId9" Type="http://schemas.openxmlformats.org/officeDocument/2006/relationships/tags" Target="../tags/tag693.xml"/><Relationship Id="rId14" Type="http://schemas.openxmlformats.org/officeDocument/2006/relationships/tags" Target="../tags/tag698.xml"/><Relationship Id="rId22" Type="http://schemas.openxmlformats.org/officeDocument/2006/relationships/image" Target="file:///C:\Users\1V994W2\PycharmProjects\PPT_Background_Generation/pic_temp/0_pic_quater_left_up.png" TargetMode="Externa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tags" Target="../tags/tag715.xml"/><Relationship Id="rId18" Type="http://schemas.openxmlformats.org/officeDocument/2006/relationships/tags" Target="../tags/tag720.xml"/><Relationship Id="rId26" Type="http://schemas.openxmlformats.org/officeDocument/2006/relationships/tags" Target="../tags/tag728.xml"/><Relationship Id="rId39" Type="http://schemas.openxmlformats.org/officeDocument/2006/relationships/tags" Target="../tags/tag741.xml"/><Relationship Id="rId21" Type="http://schemas.openxmlformats.org/officeDocument/2006/relationships/tags" Target="../tags/tag723.xml"/><Relationship Id="rId34" Type="http://schemas.openxmlformats.org/officeDocument/2006/relationships/tags" Target="../tags/tag736.xml"/><Relationship Id="rId42" Type="http://schemas.openxmlformats.org/officeDocument/2006/relationships/tags" Target="../tags/tag744.xml"/><Relationship Id="rId47" Type="http://schemas.openxmlformats.org/officeDocument/2006/relationships/image" Target="file:///C:\Users\1V994W2\PycharmProjects\PPT_Background_Generation/pic_temp/0_pic_quater_left_up.png" TargetMode="External"/><Relationship Id="rId7" Type="http://schemas.openxmlformats.org/officeDocument/2006/relationships/tags" Target="../tags/tag709.xml"/><Relationship Id="rId2" Type="http://schemas.openxmlformats.org/officeDocument/2006/relationships/tags" Target="../tags/tag704.xml"/><Relationship Id="rId16" Type="http://schemas.openxmlformats.org/officeDocument/2006/relationships/tags" Target="../tags/tag718.xml"/><Relationship Id="rId29" Type="http://schemas.openxmlformats.org/officeDocument/2006/relationships/tags" Target="../tags/tag731.xml"/><Relationship Id="rId11" Type="http://schemas.openxmlformats.org/officeDocument/2006/relationships/tags" Target="../tags/tag713.xml"/><Relationship Id="rId24" Type="http://schemas.openxmlformats.org/officeDocument/2006/relationships/tags" Target="../tags/tag726.xml"/><Relationship Id="rId32" Type="http://schemas.openxmlformats.org/officeDocument/2006/relationships/tags" Target="../tags/tag734.xml"/><Relationship Id="rId37" Type="http://schemas.openxmlformats.org/officeDocument/2006/relationships/tags" Target="../tags/tag739.xml"/><Relationship Id="rId40" Type="http://schemas.openxmlformats.org/officeDocument/2006/relationships/tags" Target="../tags/tag742.xml"/><Relationship Id="rId45" Type="http://schemas.openxmlformats.org/officeDocument/2006/relationships/notesSlide" Target="../notesSlides/notesSlide37.xml"/><Relationship Id="rId5" Type="http://schemas.openxmlformats.org/officeDocument/2006/relationships/tags" Target="../tags/tag707.xml"/><Relationship Id="rId15" Type="http://schemas.openxmlformats.org/officeDocument/2006/relationships/tags" Target="../tags/tag717.xml"/><Relationship Id="rId23" Type="http://schemas.openxmlformats.org/officeDocument/2006/relationships/tags" Target="../tags/tag725.xml"/><Relationship Id="rId28" Type="http://schemas.openxmlformats.org/officeDocument/2006/relationships/tags" Target="../tags/tag730.xml"/><Relationship Id="rId36" Type="http://schemas.openxmlformats.org/officeDocument/2006/relationships/tags" Target="../tags/tag738.xml"/><Relationship Id="rId49" Type="http://schemas.openxmlformats.org/officeDocument/2006/relationships/image" Target="file:///C:\Users\1V994W2\PycharmProjects\PPT_Background_Generation/pic_temp/1_pic_quater_right_up.png" TargetMode="External"/><Relationship Id="rId10" Type="http://schemas.openxmlformats.org/officeDocument/2006/relationships/tags" Target="../tags/tag712.xml"/><Relationship Id="rId19" Type="http://schemas.openxmlformats.org/officeDocument/2006/relationships/tags" Target="../tags/tag721.xml"/><Relationship Id="rId31" Type="http://schemas.openxmlformats.org/officeDocument/2006/relationships/tags" Target="../tags/tag733.xml"/><Relationship Id="rId44" Type="http://schemas.openxmlformats.org/officeDocument/2006/relationships/slideLayout" Target="../slideLayouts/slideLayout18.xml"/><Relationship Id="rId4" Type="http://schemas.openxmlformats.org/officeDocument/2006/relationships/tags" Target="../tags/tag706.xml"/><Relationship Id="rId9" Type="http://schemas.openxmlformats.org/officeDocument/2006/relationships/tags" Target="../tags/tag711.xml"/><Relationship Id="rId14" Type="http://schemas.openxmlformats.org/officeDocument/2006/relationships/tags" Target="../tags/tag716.xml"/><Relationship Id="rId22" Type="http://schemas.openxmlformats.org/officeDocument/2006/relationships/tags" Target="../tags/tag724.xml"/><Relationship Id="rId27" Type="http://schemas.openxmlformats.org/officeDocument/2006/relationships/tags" Target="../tags/tag729.xml"/><Relationship Id="rId30" Type="http://schemas.openxmlformats.org/officeDocument/2006/relationships/tags" Target="../tags/tag732.xml"/><Relationship Id="rId35" Type="http://schemas.openxmlformats.org/officeDocument/2006/relationships/tags" Target="../tags/tag737.xml"/><Relationship Id="rId43" Type="http://schemas.openxmlformats.org/officeDocument/2006/relationships/tags" Target="../tags/tag745.xml"/><Relationship Id="rId48" Type="http://schemas.openxmlformats.org/officeDocument/2006/relationships/image" Target="../media/image3.png"/><Relationship Id="rId8" Type="http://schemas.openxmlformats.org/officeDocument/2006/relationships/tags" Target="../tags/tag710.xml"/><Relationship Id="rId3" Type="http://schemas.openxmlformats.org/officeDocument/2006/relationships/tags" Target="../tags/tag705.xml"/><Relationship Id="rId12" Type="http://schemas.openxmlformats.org/officeDocument/2006/relationships/tags" Target="../tags/tag714.xml"/><Relationship Id="rId17" Type="http://schemas.openxmlformats.org/officeDocument/2006/relationships/tags" Target="../tags/tag719.xml"/><Relationship Id="rId25" Type="http://schemas.openxmlformats.org/officeDocument/2006/relationships/tags" Target="../tags/tag727.xml"/><Relationship Id="rId33" Type="http://schemas.openxmlformats.org/officeDocument/2006/relationships/tags" Target="../tags/tag735.xml"/><Relationship Id="rId38" Type="http://schemas.openxmlformats.org/officeDocument/2006/relationships/tags" Target="../tags/tag740.xml"/><Relationship Id="rId46" Type="http://schemas.openxmlformats.org/officeDocument/2006/relationships/image" Target="../media/image2.png"/><Relationship Id="rId20" Type="http://schemas.openxmlformats.org/officeDocument/2006/relationships/tags" Target="../tags/tag722.xml"/><Relationship Id="rId41" Type="http://schemas.openxmlformats.org/officeDocument/2006/relationships/tags" Target="../tags/tag743.xml"/><Relationship Id="rId1" Type="http://schemas.openxmlformats.org/officeDocument/2006/relationships/tags" Target="../tags/tag703.xml"/><Relationship Id="rId6" Type="http://schemas.openxmlformats.org/officeDocument/2006/relationships/tags" Target="../tags/tag70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48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747.xml"/><Relationship Id="rId1" Type="http://schemas.openxmlformats.org/officeDocument/2006/relationships/tags" Target="../tags/tag746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749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52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751.xml"/><Relationship Id="rId1" Type="http://schemas.openxmlformats.org/officeDocument/2006/relationships/tags" Target="../tags/tag75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753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56.xml"/><Relationship Id="rId7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755.xml"/><Relationship Id="rId1" Type="http://schemas.openxmlformats.org/officeDocument/2006/relationships/tags" Target="../tags/tag754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8.xml"/><Relationship Id="rId9" Type="http://schemas.openxmlformats.org/officeDocument/2006/relationships/image" Target="file:///C:\Users\1V994W2\PycharmProjects\PPT_Background_Generation/pic_temp/1_pic_quater_right_up.png" TargetMode="External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tags" Target="../tags/tag769.xml"/><Relationship Id="rId18" Type="http://schemas.openxmlformats.org/officeDocument/2006/relationships/tags" Target="../tags/tag774.xml"/><Relationship Id="rId26" Type="http://schemas.openxmlformats.org/officeDocument/2006/relationships/tags" Target="../tags/tag782.xml"/><Relationship Id="rId3" Type="http://schemas.openxmlformats.org/officeDocument/2006/relationships/tags" Target="../tags/tag759.xml"/><Relationship Id="rId21" Type="http://schemas.openxmlformats.org/officeDocument/2006/relationships/tags" Target="../tags/tag777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763.xml"/><Relationship Id="rId12" Type="http://schemas.openxmlformats.org/officeDocument/2006/relationships/tags" Target="../tags/tag768.xml"/><Relationship Id="rId17" Type="http://schemas.openxmlformats.org/officeDocument/2006/relationships/tags" Target="../tags/tag773.xml"/><Relationship Id="rId25" Type="http://schemas.openxmlformats.org/officeDocument/2006/relationships/tags" Target="../tags/tag781.xml"/><Relationship Id="rId33" Type="http://schemas.openxmlformats.org/officeDocument/2006/relationships/image" Target="../media/image3.png"/><Relationship Id="rId2" Type="http://schemas.openxmlformats.org/officeDocument/2006/relationships/tags" Target="../tags/tag758.xml"/><Relationship Id="rId16" Type="http://schemas.openxmlformats.org/officeDocument/2006/relationships/tags" Target="../tags/tag772.xml"/><Relationship Id="rId20" Type="http://schemas.openxmlformats.org/officeDocument/2006/relationships/tags" Target="../tags/tag776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757.xml"/><Relationship Id="rId6" Type="http://schemas.openxmlformats.org/officeDocument/2006/relationships/tags" Target="../tags/tag762.xml"/><Relationship Id="rId11" Type="http://schemas.openxmlformats.org/officeDocument/2006/relationships/tags" Target="../tags/tag767.xml"/><Relationship Id="rId24" Type="http://schemas.openxmlformats.org/officeDocument/2006/relationships/tags" Target="../tags/tag780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761.xml"/><Relationship Id="rId15" Type="http://schemas.openxmlformats.org/officeDocument/2006/relationships/tags" Target="../tags/tag771.xml"/><Relationship Id="rId23" Type="http://schemas.openxmlformats.org/officeDocument/2006/relationships/tags" Target="../tags/tag779.xml"/><Relationship Id="rId28" Type="http://schemas.openxmlformats.org/officeDocument/2006/relationships/tags" Target="../tags/tag784.xml"/><Relationship Id="rId10" Type="http://schemas.openxmlformats.org/officeDocument/2006/relationships/tags" Target="../tags/tag766.xml"/><Relationship Id="rId19" Type="http://schemas.openxmlformats.org/officeDocument/2006/relationships/tags" Target="../tags/tag775.xml"/><Relationship Id="rId31" Type="http://schemas.openxmlformats.org/officeDocument/2006/relationships/image" Target="../media/image2.png"/><Relationship Id="rId4" Type="http://schemas.openxmlformats.org/officeDocument/2006/relationships/tags" Target="../tags/tag760.xml"/><Relationship Id="rId9" Type="http://schemas.openxmlformats.org/officeDocument/2006/relationships/tags" Target="../tags/tag765.xml"/><Relationship Id="rId14" Type="http://schemas.openxmlformats.org/officeDocument/2006/relationships/tags" Target="../tags/tag770.xml"/><Relationship Id="rId22" Type="http://schemas.openxmlformats.org/officeDocument/2006/relationships/tags" Target="../tags/tag778.xml"/><Relationship Id="rId27" Type="http://schemas.openxmlformats.org/officeDocument/2006/relationships/tags" Target="../tags/tag783.xml"/><Relationship Id="rId30" Type="http://schemas.openxmlformats.org/officeDocument/2006/relationships/notesSlide" Target="../notesSlides/notesSlide39.xml"/><Relationship Id="rId8" Type="http://schemas.openxmlformats.org/officeDocument/2006/relationships/tags" Target="../tags/tag76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tags" Target="../tags/tag787.xml"/><Relationship Id="rId7" Type="http://schemas.openxmlformats.org/officeDocument/2006/relationships/image" Target="../media/image2.png"/><Relationship Id="rId2" Type="http://schemas.openxmlformats.org/officeDocument/2006/relationships/tags" Target="../tags/tag786.xml"/><Relationship Id="rId1" Type="http://schemas.openxmlformats.org/officeDocument/2006/relationships/tags" Target="../tags/tag785.xml"/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8.xml"/><Relationship Id="rId10" Type="http://schemas.openxmlformats.org/officeDocument/2006/relationships/image" Target="file:///C:\Users\1V994W2\PycharmProjects\PPT_Background_Generation/pic_temp/1_pic_quater_right_up.png" TargetMode="External"/><Relationship Id="rId4" Type="http://schemas.openxmlformats.org/officeDocument/2006/relationships/tags" Target="../tags/tag788.xml"/><Relationship Id="rId9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tags" Target="../tags/tag801.xml"/><Relationship Id="rId18" Type="http://schemas.openxmlformats.org/officeDocument/2006/relationships/tags" Target="../tags/tag806.xml"/><Relationship Id="rId26" Type="http://schemas.openxmlformats.org/officeDocument/2006/relationships/tags" Target="../tags/tag814.xml"/><Relationship Id="rId39" Type="http://schemas.openxmlformats.org/officeDocument/2006/relationships/notesSlide" Target="../notesSlides/notesSlide41.xml"/><Relationship Id="rId21" Type="http://schemas.openxmlformats.org/officeDocument/2006/relationships/tags" Target="../tags/tag809.xml"/><Relationship Id="rId34" Type="http://schemas.openxmlformats.org/officeDocument/2006/relationships/tags" Target="../tags/tag822.xml"/><Relationship Id="rId42" Type="http://schemas.openxmlformats.org/officeDocument/2006/relationships/image" Target="../media/image3.png"/><Relationship Id="rId7" Type="http://schemas.openxmlformats.org/officeDocument/2006/relationships/tags" Target="../tags/tag795.xml"/><Relationship Id="rId2" Type="http://schemas.openxmlformats.org/officeDocument/2006/relationships/tags" Target="../tags/tag790.xml"/><Relationship Id="rId16" Type="http://schemas.openxmlformats.org/officeDocument/2006/relationships/tags" Target="../tags/tag804.xml"/><Relationship Id="rId20" Type="http://schemas.openxmlformats.org/officeDocument/2006/relationships/tags" Target="../tags/tag808.xml"/><Relationship Id="rId29" Type="http://schemas.openxmlformats.org/officeDocument/2006/relationships/tags" Target="../tags/tag817.xml"/><Relationship Id="rId41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789.xml"/><Relationship Id="rId6" Type="http://schemas.openxmlformats.org/officeDocument/2006/relationships/tags" Target="../tags/tag794.xml"/><Relationship Id="rId11" Type="http://schemas.openxmlformats.org/officeDocument/2006/relationships/tags" Target="../tags/tag799.xml"/><Relationship Id="rId24" Type="http://schemas.openxmlformats.org/officeDocument/2006/relationships/tags" Target="../tags/tag812.xml"/><Relationship Id="rId32" Type="http://schemas.openxmlformats.org/officeDocument/2006/relationships/tags" Target="../tags/tag820.xml"/><Relationship Id="rId37" Type="http://schemas.openxmlformats.org/officeDocument/2006/relationships/tags" Target="../tags/tag825.xml"/><Relationship Id="rId40" Type="http://schemas.openxmlformats.org/officeDocument/2006/relationships/image" Target="../media/image2.png"/><Relationship Id="rId5" Type="http://schemas.openxmlformats.org/officeDocument/2006/relationships/tags" Target="../tags/tag793.xml"/><Relationship Id="rId15" Type="http://schemas.openxmlformats.org/officeDocument/2006/relationships/tags" Target="../tags/tag803.xml"/><Relationship Id="rId23" Type="http://schemas.openxmlformats.org/officeDocument/2006/relationships/tags" Target="../tags/tag811.xml"/><Relationship Id="rId28" Type="http://schemas.openxmlformats.org/officeDocument/2006/relationships/tags" Target="../tags/tag816.xml"/><Relationship Id="rId36" Type="http://schemas.openxmlformats.org/officeDocument/2006/relationships/tags" Target="../tags/tag824.xml"/><Relationship Id="rId10" Type="http://schemas.openxmlformats.org/officeDocument/2006/relationships/tags" Target="../tags/tag798.xml"/><Relationship Id="rId19" Type="http://schemas.openxmlformats.org/officeDocument/2006/relationships/tags" Target="../tags/tag807.xml"/><Relationship Id="rId31" Type="http://schemas.openxmlformats.org/officeDocument/2006/relationships/tags" Target="../tags/tag819.xml"/><Relationship Id="rId4" Type="http://schemas.openxmlformats.org/officeDocument/2006/relationships/tags" Target="../tags/tag792.xml"/><Relationship Id="rId9" Type="http://schemas.openxmlformats.org/officeDocument/2006/relationships/tags" Target="../tags/tag797.xml"/><Relationship Id="rId14" Type="http://schemas.openxmlformats.org/officeDocument/2006/relationships/tags" Target="../tags/tag802.xml"/><Relationship Id="rId22" Type="http://schemas.openxmlformats.org/officeDocument/2006/relationships/tags" Target="../tags/tag810.xml"/><Relationship Id="rId27" Type="http://schemas.openxmlformats.org/officeDocument/2006/relationships/tags" Target="../tags/tag815.xml"/><Relationship Id="rId30" Type="http://schemas.openxmlformats.org/officeDocument/2006/relationships/tags" Target="../tags/tag818.xml"/><Relationship Id="rId35" Type="http://schemas.openxmlformats.org/officeDocument/2006/relationships/tags" Target="../tags/tag823.xml"/><Relationship Id="rId43" Type="http://schemas.openxmlformats.org/officeDocument/2006/relationships/image" Target="file:///C:\Users\1V994W2\PycharmProjects\PPT_Background_Generation/pic_temp/1_pic_quater_right_up.png" TargetMode="External"/><Relationship Id="rId8" Type="http://schemas.openxmlformats.org/officeDocument/2006/relationships/tags" Target="../tags/tag796.xml"/><Relationship Id="rId3" Type="http://schemas.openxmlformats.org/officeDocument/2006/relationships/tags" Target="../tags/tag791.xml"/><Relationship Id="rId12" Type="http://schemas.openxmlformats.org/officeDocument/2006/relationships/tags" Target="../tags/tag800.xml"/><Relationship Id="rId17" Type="http://schemas.openxmlformats.org/officeDocument/2006/relationships/tags" Target="../tags/tag805.xml"/><Relationship Id="rId25" Type="http://schemas.openxmlformats.org/officeDocument/2006/relationships/tags" Target="../tags/tag813.xml"/><Relationship Id="rId33" Type="http://schemas.openxmlformats.org/officeDocument/2006/relationships/tags" Target="../tags/tag821.xml"/><Relationship Id="rId38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tags" Target="../tags/tag838.xml"/><Relationship Id="rId18" Type="http://schemas.openxmlformats.org/officeDocument/2006/relationships/tags" Target="../tags/tag843.xml"/><Relationship Id="rId26" Type="http://schemas.openxmlformats.org/officeDocument/2006/relationships/tags" Target="../tags/tag851.xml"/><Relationship Id="rId3" Type="http://schemas.openxmlformats.org/officeDocument/2006/relationships/tags" Target="../tags/tag828.xml"/><Relationship Id="rId21" Type="http://schemas.openxmlformats.org/officeDocument/2006/relationships/tags" Target="../tags/tag846.xml"/><Relationship Id="rId34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832.xml"/><Relationship Id="rId12" Type="http://schemas.openxmlformats.org/officeDocument/2006/relationships/tags" Target="../tags/tag837.xml"/><Relationship Id="rId17" Type="http://schemas.openxmlformats.org/officeDocument/2006/relationships/tags" Target="../tags/tag842.xml"/><Relationship Id="rId25" Type="http://schemas.openxmlformats.org/officeDocument/2006/relationships/tags" Target="../tags/tag850.xml"/><Relationship Id="rId33" Type="http://schemas.openxmlformats.org/officeDocument/2006/relationships/image" Target="../media/image3.png"/><Relationship Id="rId2" Type="http://schemas.openxmlformats.org/officeDocument/2006/relationships/tags" Target="../tags/tag827.xml"/><Relationship Id="rId16" Type="http://schemas.openxmlformats.org/officeDocument/2006/relationships/tags" Target="../tags/tag841.xml"/><Relationship Id="rId20" Type="http://schemas.openxmlformats.org/officeDocument/2006/relationships/tags" Target="../tags/tag845.xml"/><Relationship Id="rId29" Type="http://schemas.openxmlformats.org/officeDocument/2006/relationships/slideLayout" Target="../slideLayouts/slideLayout18.xml"/><Relationship Id="rId1" Type="http://schemas.openxmlformats.org/officeDocument/2006/relationships/tags" Target="../tags/tag826.xml"/><Relationship Id="rId6" Type="http://schemas.openxmlformats.org/officeDocument/2006/relationships/tags" Target="../tags/tag831.xml"/><Relationship Id="rId11" Type="http://schemas.openxmlformats.org/officeDocument/2006/relationships/tags" Target="../tags/tag836.xml"/><Relationship Id="rId24" Type="http://schemas.openxmlformats.org/officeDocument/2006/relationships/tags" Target="../tags/tag849.xml"/><Relationship Id="rId32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830.xml"/><Relationship Id="rId15" Type="http://schemas.openxmlformats.org/officeDocument/2006/relationships/tags" Target="../tags/tag840.xml"/><Relationship Id="rId23" Type="http://schemas.openxmlformats.org/officeDocument/2006/relationships/tags" Target="../tags/tag848.xml"/><Relationship Id="rId28" Type="http://schemas.openxmlformats.org/officeDocument/2006/relationships/tags" Target="../tags/tag853.xml"/><Relationship Id="rId10" Type="http://schemas.openxmlformats.org/officeDocument/2006/relationships/tags" Target="../tags/tag835.xml"/><Relationship Id="rId19" Type="http://schemas.openxmlformats.org/officeDocument/2006/relationships/tags" Target="../tags/tag844.xml"/><Relationship Id="rId31" Type="http://schemas.openxmlformats.org/officeDocument/2006/relationships/image" Target="../media/image2.png"/><Relationship Id="rId4" Type="http://schemas.openxmlformats.org/officeDocument/2006/relationships/tags" Target="../tags/tag829.xml"/><Relationship Id="rId9" Type="http://schemas.openxmlformats.org/officeDocument/2006/relationships/tags" Target="../tags/tag834.xml"/><Relationship Id="rId14" Type="http://schemas.openxmlformats.org/officeDocument/2006/relationships/tags" Target="../tags/tag839.xml"/><Relationship Id="rId22" Type="http://schemas.openxmlformats.org/officeDocument/2006/relationships/tags" Target="../tags/tag847.xml"/><Relationship Id="rId27" Type="http://schemas.openxmlformats.org/officeDocument/2006/relationships/tags" Target="../tags/tag852.xml"/><Relationship Id="rId30" Type="http://schemas.openxmlformats.org/officeDocument/2006/relationships/notesSlide" Target="../notesSlides/notesSlide42.xml"/><Relationship Id="rId8" Type="http://schemas.openxmlformats.org/officeDocument/2006/relationships/tags" Target="../tags/tag833.xml"/></Relationships>
</file>

<file path=ppt/slides/_rels/slide54.xml.rels><?xml version="1.0" encoding="UTF-8" standalone="yes"?>
<Relationships xmlns="http://schemas.openxmlformats.org/package/2006/relationships"><Relationship Id="rId26" Type="http://schemas.openxmlformats.org/officeDocument/2006/relationships/tags" Target="../tags/tag879.xml"/><Relationship Id="rId21" Type="http://schemas.openxmlformats.org/officeDocument/2006/relationships/tags" Target="../tags/tag874.xml"/><Relationship Id="rId34" Type="http://schemas.openxmlformats.org/officeDocument/2006/relationships/tags" Target="../tags/tag887.xml"/><Relationship Id="rId42" Type="http://schemas.openxmlformats.org/officeDocument/2006/relationships/tags" Target="../tags/tag895.xml"/><Relationship Id="rId47" Type="http://schemas.openxmlformats.org/officeDocument/2006/relationships/tags" Target="../tags/tag900.xml"/><Relationship Id="rId50" Type="http://schemas.openxmlformats.org/officeDocument/2006/relationships/tags" Target="../tags/tag903.xml"/><Relationship Id="rId55" Type="http://schemas.openxmlformats.org/officeDocument/2006/relationships/tags" Target="../tags/tag908.xml"/><Relationship Id="rId63" Type="http://schemas.openxmlformats.org/officeDocument/2006/relationships/slideLayout" Target="../slideLayouts/slideLayout18.xml"/><Relationship Id="rId6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tags" Target="../tags/tag860.xml"/><Relationship Id="rId2" Type="http://schemas.openxmlformats.org/officeDocument/2006/relationships/tags" Target="../tags/tag855.xml"/><Relationship Id="rId16" Type="http://schemas.openxmlformats.org/officeDocument/2006/relationships/tags" Target="../tags/tag869.xml"/><Relationship Id="rId29" Type="http://schemas.openxmlformats.org/officeDocument/2006/relationships/tags" Target="../tags/tag882.xml"/><Relationship Id="rId11" Type="http://schemas.openxmlformats.org/officeDocument/2006/relationships/tags" Target="../tags/tag864.xml"/><Relationship Id="rId24" Type="http://schemas.openxmlformats.org/officeDocument/2006/relationships/tags" Target="../tags/tag877.xml"/><Relationship Id="rId32" Type="http://schemas.openxmlformats.org/officeDocument/2006/relationships/tags" Target="../tags/tag885.xml"/><Relationship Id="rId37" Type="http://schemas.openxmlformats.org/officeDocument/2006/relationships/tags" Target="../tags/tag890.xml"/><Relationship Id="rId40" Type="http://schemas.openxmlformats.org/officeDocument/2006/relationships/tags" Target="../tags/tag893.xml"/><Relationship Id="rId45" Type="http://schemas.openxmlformats.org/officeDocument/2006/relationships/tags" Target="../tags/tag898.xml"/><Relationship Id="rId53" Type="http://schemas.openxmlformats.org/officeDocument/2006/relationships/tags" Target="../tags/tag906.xml"/><Relationship Id="rId58" Type="http://schemas.openxmlformats.org/officeDocument/2006/relationships/tags" Target="../tags/tag911.xml"/><Relationship Id="rId6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858.xml"/><Relationship Id="rId61" Type="http://schemas.openxmlformats.org/officeDocument/2006/relationships/tags" Target="../tags/tag914.xml"/><Relationship Id="rId19" Type="http://schemas.openxmlformats.org/officeDocument/2006/relationships/tags" Target="../tags/tag872.xml"/><Relationship Id="rId14" Type="http://schemas.openxmlformats.org/officeDocument/2006/relationships/tags" Target="../tags/tag867.xml"/><Relationship Id="rId22" Type="http://schemas.openxmlformats.org/officeDocument/2006/relationships/tags" Target="../tags/tag875.xml"/><Relationship Id="rId27" Type="http://schemas.openxmlformats.org/officeDocument/2006/relationships/tags" Target="../tags/tag880.xml"/><Relationship Id="rId30" Type="http://schemas.openxmlformats.org/officeDocument/2006/relationships/tags" Target="../tags/tag883.xml"/><Relationship Id="rId35" Type="http://schemas.openxmlformats.org/officeDocument/2006/relationships/tags" Target="../tags/tag888.xml"/><Relationship Id="rId43" Type="http://schemas.openxmlformats.org/officeDocument/2006/relationships/tags" Target="../tags/tag896.xml"/><Relationship Id="rId48" Type="http://schemas.openxmlformats.org/officeDocument/2006/relationships/tags" Target="../tags/tag901.xml"/><Relationship Id="rId56" Type="http://schemas.openxmlformats.org/officeDocument/2006/relationships/tags" Target="../tags/tag909.xml"/><Relationship Id="rId64" Type="http://schemas.openxmlformats.org/officeDocument/2006/relationships/notesSlide" Target="../notesSlides/notesSlide43.xml"/><Relationship Id="rId8" Type="http://schemas.openxmlformats.org/officeDocument/2006/relationships/tags" Target="../tags/tag861.xml"/><Relationship Id="rId51" Type="http://schemas.openxmlformats.org/officeDocument/2006/relationships/tags" Target="../tags/tag904.xml"/><Relationship Id="rId3" Type="http://schemas.openxmlformats.org/officeDocument/2006/relationships/tags" Target="../tags/tag856.xml"/><Relationship Id="rId12" Type="http://schemas.openxmlformats.org/officeDocument/2006/relationships/tags" Target="../tags/tag865.xml"/><Relationship Id="rId17" Type="http://schemas.openxmlformats.org/officeDocument/2006/relationships/tags" Target="../tags/tag870.xml"/><Relationship Id="rId25" Type="http://schemas.openxmlformats.org/officeDocument/2006/relationships/tags" Target="../tags/tag878.xml"/><Relationship Id="rId33" Type="http://schemas.openxmlformats.org/officeDocument/2006/relationships/tags" Target="../tags/tag886.xml"/><Relationship Id="rId38" Type="http://schemas.openxmlformats.org/officeDocument/2006/relationships/tags" Target="../tags/tag891.xml"/><Relationship Id="rId46" Type="http://schemas.openxmlformats.org/officeDocument/2006/relationships/tags" Target="../tags/tag899.xml"/><Relationship Id="rId59" Type="http://schemas.openxmlformats.org/officeDocument/2006/relationships/tags" Target="../tags/tag912.xml"/><Relationship Id="rId67" Type="http://schemas.openxmlformats.org/officeDocument/2006/relationships/image" Target="../media/image3.png"/><Relationship Id="rId20" Type="http://schemas.openxmlformats.org/officeDocument/2006/relationships/tags" Target="../tags/tag873.xml"/><Relationship Id="rId41" Type="http://schemas.openxmlformats.org/officeDocument/2006/relationships/tags" Target="../tags/tag894.xml"/><Relationship Id="rId54" Type="http://schemas.openxmlformats.org/officeDocument/2006/relationships/tags" Target="../tags/tag907.xml"/><Relationship Id="rId62" Type="http://schemas.openxmlformats.org/officeDocument/2006/relationships/tags" Target="../tags/tag915.xml"/><Relationship Id="rId1" Type="http://schemas.openxmlformats.org/officeDocument/2006/relationships/tags" Target="../tags/tag854.xml"/><Relationship Id="rId6" Type="http://schemas.openxmlformats.org/officeDocument/2006/relationships/tags" Target="../tags/tag859.xml"/><Relationship Id="rId15" Type="http://schemas.openxmlformats.org/officeDocument/2006/relationships/tags" Target="../tags/tag868.xml"/><Relationship Id="rId23" Type="http://schemas.openxmlformats.org/officeDocument/2006/relationships/tags" Target="../tags/tag876.xml"/><Relationship Id="rId28" Type="http://schemas.openxmlformats.org/officeDocument/2006/relationships/tags" Target="../tags/tag881.xml"/><Relationship Id="rId36" Type="http://schemas.openxmlformats.org/officeDocument/2006/relationships/tags" Target="../tags/tag889.xml"/><Relationship Id="rId49" Type="http://schemas.openxmlformats.org/officeDocument/2006/relationships/tags" Target="../tags/tag902.xml"/><Relationship Id="rId57" Type="http://schemas.openxmlformats.org/officeDocument/2006/relationships/tags" Target="../tags/tag910.xml"/><Relationship Id="rId10" Type="http://schemas.openxmlformats.org/officeDocument/2006/relationships/tags" Target="../tags/tag863.xml"/><Relationship Id="rId31" Type="http://schemas.openxmlformats.org/officeDocument/2006/relationships/tags" Target="../tags/tag884.xml"/><Relationship Id="rId44" Type="http://schemas.openxmlformats.org/officeDocument/2006/relationships/tags" Target="../tags/tag897.xml"/><Relationship Id="rId52" Type="http://schemas.openxmlformats.org/officeDocument/2006/relationships/tags" Target="../tags/tag905.xml"/><Relationship Id="rId60" Type="http://schemas.openxmlformats.org/officeDocument/2006/relationships/tags" Target="../tags/tag913.xml"/><Relationship Id="rId65" Type="http://schemas.openxmlformats.org/officeDocument/2006/relationships/image" Target="../media/image2.png"/><Relationship Id="rId4" Type="http://schemas.openxmlformats.org/officeDocument/2006/relationships/tags" Target="../tags/tag857.xml"/><Relationship Id="rId9" Type="http://schemas.openxmlformats.org/officeDocument/2006/relationships/tags" Target="../tags/tag862.xml"/><Relationship Id="rId13" Type="http://schemas.openxmlformats.org/officeDocument/2006/relationships/tags" Target="../tags/tag866.xml"/><Relationship Id="rId18" Type="http://schemas.openxmlformats.org/officeDocument/2006/relationships/tags" Target="../tags/tag871.xml"/><Relationship Id="rId39" Type="http://schemas.openxmlformats.org/officeDocument/2006/relationships/tags" Target="../tags/tag892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tags" Target="../tags/tag928.xml"/><Relationship Id="rId18" Type="http://schemas.openxmlformats.org/officeDocument/2006/relationships/tags" Target="../tags/tag933.xml"/><Relationship Id="rId26" Type="http://schemas.openxmlformats.org/officeDocument/2006/relationships/tags" Target="../tags/tag941.xml"/><Relationship Id="rId39" Type="http://schemas.openxmlformats.org/officeDocument/2006/relationships/tags" Target="../tags/tag954.xml"/><Relationship Id="rId21" Type="http://schemas.openxmlformats.org/officeDocument/2006/relationships/tags" Target="../tags/tag936.xml"/><Relationship Id="rId34" Type="http://schemas.openxmlformats.org/officeDocument/2006/relationships/tags" Target="../tags/tag949.xml"/><Relationship Id="rId42" Type="http://schemas.openxmlformats.org/officeDocument/2006/relationships/tags" Target="../tags/tag957.xml"/><Relationship Id="rId47" Type="http://schemas.openxmlformats.org/officeDocument/2006/relationships/tags" Target="../tags/tag962.xml"/><Relationship Id="rId50" Type="http://schemas.openxmlformats.org/officeDocument/2006/relationships/tags" Target="../tags/tag965.xml"/><Relationship Id="rId55" Type="http://schemas.openxmlformats.org/officeDocument/2006/relationships/tags" Target="../tags/tag970.xml"/><Relationship Id="rId63" Type="http://schemas.openxmlformats.org/officeDocument/2006/relationships/image" Target="../media/image3.png"/><Relationship Id="rId7" Type="http://schemas.openxmlformats.org/officeDocument/2006/relationships/tags" Target="../tags/tag922.xml"/><Relationship Id="rId2" Type="http://schemas.openxmlformats.org/officeDocument/2006/relationships/tags" Target="../tags/tag917.xml"/><Relationship Id="rId16" Type="http://schemas.openxmlformats.org/officeDocument/2006/relationships/tags" Target="../tags/tag931.xml"/><Relationship Id="rId29" Type="http://schemas.openxmlformats.org/officeDocument/2006/relationships/tags" Target="../tags/tag944.xml"/><Relationship Id="rId11" Type="http://schemas.openxmlformats.org/officeDocument/2006/relationships/tags" Target="../tags/tag926.xml"/><Relationship Id="rId24" Type="http://schemas.openxmlformats.org/officeDocument/2006/relationships/tags" Target="../tags/tag939.xml"/><Relationship Id="rId32" Type="http://schemas.openxmlformats.org/officeDocument/2006/relationships/tags" Target="../tags/tag947.xml"/><Relationship Id="rId37" Type="http://schemas.openxmlformats.org/officeDocument/2006/relationships/tags" Target="../tags/tag952.xml"/><Relationship Id="rId40" Type="http://schemas.openxmlformats.org/officeDocument/2006/relationships/tags" Target="../tags/tag955.xml"/><Relationship Id="rId45" Type="http://schemas.openxmlformats.org/officeDocument/2006/relationships/tags" Target="../tags/tag960.xml"/><Relationship Id="rId53" Type="http://schemas.openxmlformats.org/officeDocument/2006/relationships/tags" Target="../tags/tag968.xml"/><Relationship Id="rId58" Type="http://schemas.openxmlformats.org/officeDocument/2006/relationships/tags" Target="../tags/tag973.xml"/><Relationship Id="rId5" Type="http://schemas.openxmlformats.org/officeDocument/2006/relationships/tags" Target="../tags/tag920.xml"/><Relationship Id="rId61" Type="http://schemas.openxmlformats.org/officeDocument/2006/relationships/image" Target="../media/image2.png"/><Relationship Id="rId19" Type="http://schemas.openxmlformats.org/officeDocument/2006/relationships/tags" Target="../tags/tag934.xml"/><Relationship Id="rId14" Type="http://schemas.openxmlformats.org/officeDocument/2006/relationships/tags" Target="../tags/tag929.xml"/><Relationship Id="rId22" Type="http://schemas.openxmlformats.org/officeDocument/2006/relationships/tags" Target="../tags/tag937.xml"/><Relationship Id="rId27" Type="http://schemas.openxmlformats.org/officeDocument/2006/relationships/tags" Target="../tags/tag942.xml"/><Relationship Id="rId30" Type="http://schemas.openxmlformats.org/officeDocument/2006/relationships/tags" Target="../tags/tag945.xml"/><Relationship Id="rId35" Type="http://schemas.openxmlformats.org/officeDocument/2006/relationships/tags" Target="../tags/tag950.xml"/><Relationship Id="rId43" Type="http://schemas.openxmlformats.org/officeDocument/2006/relationships/tags" Target="../tags/tag958.xml"/><Relationship Id="rId48" Type="http://schemas.openxmlformats.org/officeDocument/2006/relationships/tags" Target="../tags/tag963.xml"/><Relationship Id="rId56" Type="http://schemas.openxmlformats.org/officeDocument/2006/relationships/tags" Target="../tags/tag971.xml"/><Relationship Id="rId64" Type="http://schemas.openxmlformats.org/officeDocument/2006/relationships/image" Target="file:///C:\Users\1V994W2\PycharmProjects\PPT_Background_Generation/pic_temp/1_pic_quater_right_up.png" TargetMode="External"/><Relationship Id="rId8" Type="http://schemas.openxmlformats.org/officeDocument/2006/relationships/tags" Target="../tags/tag923.xml"/><Relationship Id="rId51" Type="http://schemas.openxmlformats.org/officeDocument/2006/relationships/tags" Target="../tags/tag966.xml"/><Relationship Id="rId3" Type="http://schemas.openxmlformats.org/officeDocument/2006/relationships/tags" Target="../tags/tag918.xml"/><Relationship Id="rId12" Type="http://schemas.openxmlformats.org/officeDocument/2006/relationships/tags" Target="../tags/tag927.xml"/><Relationship Id="rId17" Type="http://schemas.openxmlformats.org/officeDocument/2006/relationships/tags" Target="../tags/tag932.xml"/><Relationship Id="rId25" Type="http://schemas.openxmlformats.org/officeDocument/2006/relationships/tags" Target="../tags/tag940.xml"/><Relationship Id="rId33" Type="http://schemas.openxmlformats.org/officeDocument/2006/relationships/tags" Target="../tags/tag948.xml"/><Relationship Id="rId38" Type="http://schemas.openxmlformats.org/officeDocument/2006/relationships/tags" Target="../tags/tag953.xml"/><Relationship Id="rId46" Type="http://schemas.openxmlformats.org/officeDocument/2006/relationships/tags" Target="../tags/tag961.xml"/><Relationship Id="rId59" Type="http://schemas.openxmlformats.org/officeDocument/2006/relationships/slideLayout" Target="../slideLayouts/slideLayout18.xml"/><Relationship Id="rId20" Type="http://schemas.openxmlformats.org/officeDocument/2006/relationships/tags" Target="../tags/tag935.xml"/><Relationship Id="rId41" Type="http://schemas.openxmlformats.org/officeDocument/2006/relationships/tags" Target="../tags/tag956.xml"/><Relationship Id="rId54" Type="http://schemas.openxmlformats.org/officeDocument/2006/relationships/tags" Target="../tags/tag969.xml"/><Relationship Id="rId62" Type="http://schemas.openxmlformats.org/officeDocument/2006/relationships/image" Target="file:///C:\Users\1V994W2\PycharmProjects\PPT_Background_Generation/pic_temp/0_pic_quater_left_up.png" TargetMode="External"/><Relationship Id="rId1" Type="http://schemas.openxmlformats.org/officeDocument/2006/relationships/tags" Target="../tags/tag916.xml"/><Relationship Id="rId6" Type="http://schemas.openxmlformats.org/officeDocument/2006/relationships/tags" Target="../tags/tag921.xml"/><Relationship Id="rId15" Type="http://schemas.openxmlformats.org/officeDocument/2006/relationships/tags" Target="../tags/tag930.xml"/><Relationship Id="rId23" Type="http://schemas.openxmlformats.org/officeDocument/2006/relationships/tags" Target="../tags/tag938.xml"/><Relationship Id="rId28" Type="http://schemas.openxmlformats.org/officeDocument/2006/relationships/tags" Target="../tags/tag943.xml"/><Relationship Id="rId36" Type="http://schemas.openxmlformats.org/officeDocument/2006/relationships/tags" Target="../tags/tag951.xml"/><Relationship Id="rId49" Type="http://schemas.openxmlformats.org/officeDocument/2006/relationships/tags" Target="../tags/tag964.xml"/><Relationship Id="rId57" Type="http://schemas.openxmlformats.org/officeDocument/2006/relationships/tags" Target="../tags/tag972.xml"/><Relationship Id="rId10" Type="http://schemas.openxmlformats.org/officeDocument/2006/relationships/tags" Target="../tags/tag925.xml"/><Relationship Id="rId31" Type="http://schemas.openxmlformats.org/officeDocument/2006/relationships/tags" Target="../tags/tag946.xml"/><Relationship Id="rId44" Type="http://schemas.openxmlformats.org/officeDocument/2006/relationships/tags" Target="../tags/tag959.xml"/><Relationship Id="rId52" Type="http://schemas.openxmlformats.org/officeDocument/2006/relationships/tags" Target="../tags/tag967.xml"/><Relationship Id="rId60" Type="http://schemas.openxmlformats.org/officeDocument/2006/relationships/notesSlide" Target="../notesSlides/notesSlide44.xml"/><Relationship Id="rId4" Type="http://schemas.openxmlformats.org/officeDocument/2006/relationships/tags" Target="../tags/tag919.xml"/><Relationship Id="rId9" Type="http://schemas.openxmlformats.org/officeDocument/2006/relationships/tags" Target="../tags/tag92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976.xml"/><Relationship Id="rId7" Type="http://schemas.openxmlformats.org/officeDocument/2006/relationships/image" Target="../media/image3.png"/><Relationship Id="rId2" Type="http://schemas.openxmlformats.org/officeDocument/2006/relationships/tags" Target="../tags/tag975.xml"/><Relationship Id="rId1" Type="http://schemas.openxmlformats.org/officeDocument/2006/relationships/tags" Target="../tags/tag974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979.xml"/><Relationship Id="rId7" Type="http://schemas.openxmlformats.org/officeDocument/2006/relationships/image" Target="../media/image3.png"/><Relationship Id="rId2" Type="http://schemas.openxmlformats.org/officeDocument/2006/relationships/tags" Target="../tags/tag978.xml"/><Relationship Id="rId1" Type="http://schemas.openxmlformats.org/officeDocument/2006/relationships/tags" Target="../tags/tag977.xml"/><Relationship Id="rId6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3"/>
            <p:custDataLst>
              <p:tags r:id="rId2"/>
            </p:custDataLst>
          </p:nvPr>
        </p:nvSpPr>
        <p:spPr>
          <a:xfrm>
            <a:off x="7452360" y="5156835"/>
            <a:ext cx="1460500" cy="469265"/>
          </a:xfrm>
        </p:spPr>
        <p:txBody>
          <a:bodyPr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鞠京芮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3"/>
            </p:custDataLst>
          </p:nvPr>
        </p:nvSpPr>
        <p:spPr>
          <a:xfrm>
            <a:off x="4787900" y="2436495"/>
            <a:ext cx="4201795" cy="728345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管理信息系统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762000" y="4572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u="none" strike="noStrike" baseline="0" dirty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第2章 </a:t>
            </a:r>
            <a:r>
              <a:rPr lang="zh-CN" altLang="en-US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信息技术基础设施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1763688" y="2276872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信息技术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节  数据库技术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732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762000" y="4572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u="none" strike="noStrike" baseline="0" dirty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第2章 信息系统技术基础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1763688" y="2276872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信息技术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节  数据库技术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7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9700" name="Rectangle 6">
            <a:hlinkClick r:id="rId13" action="ppaction://hlinksldjump"/>
          </p:cNvPr>
          <p:cNvSpPr/>
          <p:nvPr>
            <p:custDataLst>
              <p:tags r:id="rId4"/>
            </p:custDataLst>
          </p:nvPr>
        </p:nvSpPr>
        <p:spPr>
          <a:xfrm>
            <a:off x="2843212" y="2282509"/>
            <a:ext cx="3457575" cy="546735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计算机硬件技术</a:t>
            </a:r>
          </a:p>
        </p:txBody>
      </p:sp>
      <p:sp>
        <p:nvSpPr>
          <p:cNvPr id="29701" name="Rectangle 7">
            <a:hlinkClick r:id="rId13" action="ppaction://hlinksldjump"/>
          </p:cNvPr>
          <p:cNvSpPr/>
          <p:nvPr>
            <p:custDataLst>
              <p:tags r:id="rId5"/>
            </p:custDataLst>
          </p:nvPr>
        </p:nvSpPr>
        <p:spPr>
          <a:xfrm>
            <a:off x="2843212" y="3329624"/>
            <a:ext cx="3457575" cy="546735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计算机软件技术</a:t>
            </a:r>
          </a:p>
        </p:txBody>
      </p:sp>
      <p:sp>
        <p:nvSpPr>
          <p:cNvPr id="29702" name="Rectangle 8">
            <a:hlinkClick r:id="rId13" action="ppaction://hlinksldjump"/>
          </p:cNvPr>
          <p:cNvSpPr/>
          <p:nvPr>
            <p:custDataLst>
              <p:tags r:id="rId6"/>
            </p:custDataLst>
          </p:nvPr>
        </p:nvSpPr>
        <p:spPr>
          <a:xfrm>
            <a:off x="2843212" y="4377374"/>
            <a:ext cx="3457575" cy="546735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数据通信技术</a:t>
            </a:r>
          </a:p>
        </p:txBody>
      </p:sp>
      <p:sp>
        <p:nvSpPr>
          <p:cNvPr id="29699" name="矩形 9"/>
          <p:cNvSpPr/>
          <p:nvPr/>
        </p:nvSpPr>
        <p:spPr>
          <a:xfrm>
            <a:off x="684213" y="390525"/>
            <a:ext cx="8047037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信息技术是管理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信息系统的技术基础，只有将信息技术和管理技术结合起来，才能真正发挥管理信息系统的作用。</a:t>
            </a:r>
            <a:b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信息技术主要包括：</a:t>
            </a:r>
            <a:endParaRPr lang="zh-CN" altLang="en-US" sz="24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2C67E-BC60-28E0-2CDA-BD3B5891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0A55FE5-6093-0B7D-5655-577389362617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63" r:link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04BEBE9-E1FE-549F-9BF8-F59E10EC26D3}"/>
              </a:ext>
            </a:extLst>
          </p:cNvPr>
          <p:cNvPicPr/>
          <p:nvPr userDrawn="1">
            <p:custDataLst>
              <p:tags r:id="rId3"/>
            </p:custDataLst>
          </p:nvPr>
        </p:nvPicPr>
        <p:blipFill>
          <a:blip r:embed="rId65" r:link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1746" name="矩形 3">
            <a:extLst>
              <a:ext uri="{FF2B5EF4-FFF2-40B4-BE49-F238E27FC236}">
                <a16:creationId xmlns:a16="http://schemas.microsoft.com/office/drawing/2014/main" id="{37314D7F-4102-5C78-2C7F-705B369B2188}"/>
              </a:ext>
            </a:extLst>
          </p:cNvPr>
          <p:cNvSpPr/>
          <p:nvPr/>
        </p:nvSpPr>
        <p:spPr>
          <a:xfrm>
            <a:off x="312738" y="230188"/>
            <a:ext cx="3001010" cy="6140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、计算机硬件</a:t>
            </a:r>
          </a:p>
        </p:txBody>
      </p:sp>
      <p:sp>
        <p:nvSpPr>
          <p:cNvPr id="31747" name="矩形 1">
            <a:extLst>
              <a:ext uri="{FF2B5EF4-FFF2-40B4-BE49-F238E27FC236}">
                <a16:creationId xmlns:a16="http://schemas.microsoft.com/office/drawing/2014/main" id="{CD4C4078-CE58-08DB-6766-7673793E8E8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2750" y="2292350"/>
            <a:ext cx="1009650" cy="6492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硬件</a:t>
            </a:r>
          </a:p>
        </p:txBody>
      </p:sp>
      <p:sp>
        <p:nvSpPr>
          <p:cNvPr id="31748" name="矩形 4">
            <a:extLst>
              <a:ext uri="{FF2B5EF4-FFF2-40B4-BE49-F238E27FC236}">
                <a16:creationId xmlns:a16="http://schemas.microsoft.com/office/drawing/2014/main" id="{EB6D9A06-7893-175E-9B69-0F849ACF605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190750" y="1227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主机</a:t>
            </a:r>
          </a:p>
        </p:txBody>
      </p:sp>
      <p:sp>
        <p:nvSpPr>
          <p:cNvPr id="31749" name="矩形 8">
            <a:extLst>
              <a:ext uri="{FF2B5EF4-FFF2-40B4-BE49-F238E27FC236}">
                <a16:creationId xmlns:a16="http://schemas.microsoft.com/office/drawing/2014/main" id="{50ED6037-8C99-600D-56A7-8D67D54ACAC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90750" y="3767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外设</a:t>
            </a:r>
          </a:p>
        </p:txBody>
      </p:sp>
      <p:sp>
        <p:nvSpPr>
          <p:cNvPr id="31750" name="矩形 9">
            <a:extLst>
              <a:ext uri="{FF2B5EF4-FFF2-40B4-BE49-F238E27FC236}">
                <a16:creationId xmlns:a16="http://schemas.microsoft.com/office/drawing/2014/main" id="{9E8E7AE3-663D-A8ED-EB02-00662138933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711575" y="620713"/>
            <a:ext cx="2732630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CPU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（中央处理器）</a:t>
            </a:r>
            <a:endParaRPr lang="en-US" altLang="zh-CN" sz="2400" dirty="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1751" name="矩形 10">
            <a:extLst>
              <a:ext uri="{FF2B5EF4-FFF2-40B4-BE49-F238E27FC236}">
                <a16:creationId xmlns:a16="http://schemas.microsoft.com/office/drawing/2014/main" id="{B10116F9-1F13-4F3F-04EF-6D7FD0F7F06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11575" y="1228725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内存</a:t>
            </a:r>
          </a:p>
        </p:txBody>
      </p:sp>
      <p:sp>
        <p:nvSpPr>
          <p:cNvPr id="31752" name="矩形 11">
            <a:extLst>
              <a:ext uri="{FF2B5EF4-FFF2-40B4-BE49-F238E27FC236}">
                <a16:creationId xmlns:a16="http://schemas.microsoft.com/office/drawing/2014/main" id="{AE5B7E8A-99E8-21D6-E0F2-0C112EED40C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711575" y="1878013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主板</a:t>
            </a:r>
          </a:p>
        </p:txBody>
      </p:sp>
      <p:sp>
        <p:nvSpPr>
          <p:cNvPr id="31753" name="矩形 12">
            <a:extLst>
              <a:ext uri="{FF2B5EF4-FFF2-40B4-BE49-F238E27FC236}">
                <a16:creationId xmlns:a16="http://schemas.microsoft.com/office/drawing/2014/main" id="{CD008F3C-2F91-9AA2-45BE-829887A754F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33800" y="2970213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存储</a:t>
            </a:r>
          </a:p>
        </p:txBody>
      </p:sp>
      <p:sp>
        <p:nvSpPr>
          <p:cNvPr id="31754" name="矩形 13">
            <a:extLst>
              <a:ext uri="{FF2B5EF4-FFF2-40B4-BE49-F238E27FC236}">
                <a16:creationId xmlns:a16="http://schemas.microsoft.com/office/drawing/2014/main" id="{EBC3C37B-D481-D92F-E576-215EFCF4CD2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694113" y="3762375"/>
            <a:ext cx="140811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输入设备</a:t>
            </a:r>
          </a:p>
        </p:txBody>
      </p:sp>
      <p:sp>
        <p:nvSpPr>
          <p:cNvPr id="31755" name="矩形 14">
            <a:extLst>
              <a:ext uri="{FF2B5EF4-FFF2-40B4-BE49-F238E27FC236}">
                <a16:creationId xmlns:a16="http://schemas.microsoft.com/office/drawing/2014/main" id="{F5B59562-B2C4-CA4A-970F-B42BFFD1D38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694113" y="4473575"/>
            <a:ext cx="140811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输出设备</a:t>
            </a:r>
          </a:p>
        </p:txBody>
      </p:sp>
      <p:sp>
        <p:nvSpPr>
          <p:cNvPr id="31756" name="矩形 18">
            <a:extLst>
              <a:ext uri="{FF2B5EF4-FFF2-40B4-BE49-F238E27FC236}">
                <a16:creationId xmlns:a16="http://schemas.microsoft.com/office/drawing/2014/main" id="{E086AA78-D55F-249D-9E05-0A51D9DBD22D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683249" y="1874838"/>
            <a:ext cx="1500185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移动硬盘</a:t>
            </a:r>
          </a:p>
        </p:txBody>
      </p:sp>
      <p:sp>
        <p:nvSpPr>
          <p:cNvPr id="31757" name="矩形 19">
            <a:extLst>
              <a:ext uri="{FF2B5EF4-FFF2-40B4-BE49-F238E27FC236}">
                <a16:creationId xmlns:a16="http://schemas.microsoft.com/office/drawing/2014/main" id="{8D688743-D2CB-C17F-89D2-4196E70756D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683250" y="24844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光盘</a:t>
            </a:r>
          </a:p>
        </p:txBody>
      </p:sp>
      <p:sp>
        <p:nvSpPr>
          <p:cNvPr id="31758" name="矩形 20">
            <a:extLst>
              <a:ext uri="{FF2B5EF4-FFF2-40B4-BE49-F238E27FC236}">
                <a16:creationId xmlns:a16="http://schemas.microsoft.com/office/drawing/2014/main" id="{A91962AA-5620-6947-5E29-F20E8C0252AE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683250" y="3132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云盘</a:t>
            </a:r>
          </a:p>
        </p:txBody>
      </p:sp>
      <p:sp>
        <p:nvSpPr>
          <p:cNvPr id="31759" name="矩形 21">
            <a:extLst>
              <a:ext uri="{FF2B5EF4-FFF2-40B4-BE49-F238E27FC236}">
                <a16:creationId xmlns:a16="http://schemas.microsoft.com/office/drawing/2014/main" id="{1C772D57-BD77-7091-B65A-CAFD59E6EED8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556500" y="2490788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键盘</a:t>
            </a:r>
          </a:p>
        </p:txBody>
      </p:sp>
      <p:sp>
        <p:nvSpPr>
          <p:cNvPr id="31760" name="矩形 22">
            <a:extLst>
              <a:ext uri="{FF2B5EF4-FFF2-40B4-BE49-F238E27FC236}">
                <a16:creationId xmlns:a16="http://schemas.microsoft.com/office/drawing/2014/main" id="{BCA19E41-45DC-E046-5E0D-68DF7ECCA5C8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556500" y="3101975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鼠标</a:t>
            </a:r>
          </a:p>
        </p:txBody>
      </p:sp>
      <p:sp>
        <p:nvSpPr>
          <p:cNvPr id="31761" name="矩形 23">
            <a:extLst>
              <a:ext uri="{FF2B5EF4-FFF2-40B4-BE49-F238E27FC236}">
                <a16:creationId xmlns:a16="http://schemas.microsoft.com/office/drawing/2014/main" id="{9985AA4E-2002-B3ED-74CB-58EC3E0841B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556500" y="37338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扫描仪</a:t>
            </a:r>
          </a:p>
        </p:txBody>
      </p:sp>
      <p:sp>
        <p:nvSpPr>
          <p:cNvPr id="31762" name="矩形 24">
            <a:extLst>
              <a:ext uri="{FF2B5EF4-FFF2-40B4-BE49-F238E27FC236}">
                <a16:creationId xmlns:a16="http://schemas.microsoft.com/office/drawing/2014/main" id="{739251EA-BA1C-EBCE-BB67-C432D3F0CC1B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556500" y="43815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摄像头</a:t>
            </a:r>
          </a:p>
        </p:txBody>
      </p:sp>
      <p:sp>
        <p:nvSpPr>
          <p:cNvPr id="31763" name="矩形 25">
            <a:extLst>
              <a:ext uri="{FF2B5EF4-FFF2-40B4-BE49-F238E27FC236}">
                <a16:creationId xmlns:a16="http://schemas.microsoft.com/office/drawing/2014/main" id="{EB3362F1-5FCF-731D-999B-2D781F7BF17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556500" y="50292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数码相机</a:t>
            </a:r>
          </a:p>
        </p:txBody>
      </p:sp>
      <p:cxnSp>
        <p:nvCxnSpPr>
          <p:cNvPr id="31764" name="直接连接符 33">
            <a:extLst>
              <a:ext uri="{FF2B5EF4-FFF2-40B4-BE49-F238E27FC236}">
                <a16:creationId xmlns:a16="http://schemas.microsoft.com/office/drawing/2014/main" id="{B29A573E-BB62-BBF6-E171-35D3268A2B51}"/>
              </a:ext>
            </a:extLst>
          </p:cNvPr>
          <p:cNvCxnSpPr>
            <a:stCxn id="31747" idx="3"/>
          </p:cNvCxnSpPr>
          <p:nvPr>
            <p:custDataLst>
              <p:tags r:id="rId21"/>
            </p:custDataLst>
          </p:nvPr>
        </p:nvCxnSpPr>
        <p:spPr>
          <a:xfrm>
            <a:off x="1422400" y="2617788"/>
            <a:ext cx="2794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5" name="直接连接符 35">
            <a:extLst>
              <a:ext uri="{FF2B5EF4-FFF2-40B4-BE49-F238E27FC236}">
                <a16:creationId xmlns:a16="http://schemas.microsoft.com/office/drawing/2014/main" id="{1EB8AC45-50B7-07DF-29FB-5099BADE08D0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1701800" y="1452563"/>
            <a:ext cx="0" cy="2540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6" name="直接连接符 37">
            <a:extLst>
              <a:ext uri="{FF2B5EF4-FFF2-40B4-BE49-F238E27FC236}">
                <a16:creationId xmlns:a16="http://schemas.microsoft.com/office/drawing/2014/main" id="{2A0ABB7C-20C8-CFC7-5A5D-FF8699062A5C}"/>
              </a:ext>
            </a:extLst>
          </p:cNvPr>
          <p:cNvCxnSpPr>
            <a:endCxn id="31748" idx="1"/>
          </p:cNvCxnSpPr>
          <p:nvPr>
            <p:custDataLst>
              <p:tags r:id="rId23"/>
            </p:custDataLst>
          </p:nvPr>
        </p:nvCxnSpPr>
        <p:spPr>
          <a:xfrm>
            <a:off x="1701800" y="1452563"/>
            <a:ext cx="488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7" name="直接连接符 39">
            <a:extLst>
              <a:ext uri="{FF2B5EF4-FFF2-40B4-BE49-F238E27FC236}">
                <a16:creationId xmlns:a16="http://schemas.microsoft.com/office/drawing/2014/main" id="{5D21CFE1-787E-BA35-389A-FAEE97A9F154}"/>
              </a:ext>
            </a:extLst>
          </p:cNvPr>
          <p:cNvCxnSpPr>
            <a:endCxn id="31749" idx="1"/>
          </p:cNvCxnSpPr>
          <p:nvPr>
            <p:custDataLst>
              <p:tags r:id="rId24"/>
            </p:custDataLst>
          </p:nvPr>
        </p:nvCxnSpPr>
        <p:spPr>
          <a:xfrm>
            <a:off x="1701800" y="3992563"/>
            <a:ext cx="488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8" name="直接连接符 44">
            <a:extLst>
              <a:ext uri="{FF2B5EF4-FFF2-40B4-BE49-F238E27FC236}">
                <a16:creationId xmlns:a16="http://schemas.microsoft.com/office/drawing/2014/main" id="{B1C33CE9-4F3A-B8F2-2D34-E90D70C12789}"/>
              </a:ext>
            </a:extLst>
          </p:cNvPr>
          <p:cNvCxnSpPr>
            <a:cxnSpLocks/>
            <a:stCxn id="31750" idx="1"/>
          </p:cNvCxnSpPr>
          <p:nvPr>
            <p:custDataLst>
              <p:tags r:id="rId25"/>
            </p:custDataLst>
          </p:nvPr>
        </p:nvCxnSpPr>
        <p:spPr>
          <a:xfrm flipH="1">
            <a:off x="3440113" y="846138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9" name="直接连接符 46">
            <a:extLst>
              <a:ext uri="{FF2B5EF4-FFF2-40B4-BE49-F238E27FC236}">
                <a16:creationId xmlns:a16="http://schemas.microsoft.com/office/drawing/2014/main" id="{A5A4948F-1113-EE4E-E896-1D66C74D0889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>
            <a:off x="3440113" y="846138"/>
            <a:ext cx="0" cy="12573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0" name="直接连接符 48">
            <a:extLst>
              <a:ext uri="{FF2B5EF4-FFF2-40B4-BE49-F238E27FC236}">
                <a16:creationId xmlns:a16="http://schemas.microsoft.com/office/drawing/2014/main" id="{B919879D-EB3E-493F-FC3F-C54C97180759}"/>
              </a:ext>
            </a:extLst>
          </p:cNvPr>
          <p:cNvCxnSpPr>
            <a:endCxn id="31751" idx="1"/>
          </p:cNvCxnSpPr>
          <p:nvPr>
            <p:custDataLst>
              <p:tags r:id="rId27"/>
            </p:custDataLst>
          </p:nvPr>
        </p:nvCxnSpPr>
        <p:spPr>
          <a:xfrm>
            <a:off x="3440113" y="1454150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1" name="直接连接符 52">
            <a:extLst>
              <a:ext uri="{FF2B5EF4-FFF2-40B4-BE49-F238E27FC236}">
                <a16:creationId xmlns:a16="http://schemas.microsoft.com/office/drawing/2014/main" id="{65C93014-40BE-FA9D-227B-8764594EEBD3}"/>
              </a:ext>
            </a:extLst>
          </p:cNvPr>
          <p:cNvCxnSpPr>
            <a:endCxn id="31752" idx="1"/>
          </p:cNvCxnSpPr>
          <p:nvPr>
            <p:custDataLst>
              <p:tags r:id="rId28"/>
            </p:custDataLst>
          </p:nvPr>
        </p:nvCxnSpPr>
        <p:spPr>
          <a:xfrm>
            <a:off x="3440113" y="2103438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2" name="直接连接符 54">
            <a:extLst>
              <a:ext uri="{FF2B5EF4-FFF2-40B4-BE49-F238E27FC236}">
                <a16:creationId xmlns:a16="http://schemas.microsoft.com/office/drawing/2014/main" id="{42C31A5A-0B37-E836-BF85-54F3412EA831}"/>
              </a:ext>
            </a:extLst>
          </p:cNvPr>
          <p:cNvCxnSpPr>
            <a:stCxn id="31748" idx="3"/>
          </p:cNvCxnSpPr>
          <p:nvPr>
            <p:custDataLst>
              <p:tags r:id="rId29"/>
            </p:custDataLst>
          </p:nvPr>
        </p:nvCxnSpPr>
        <p:spPr>
          <a:xfrm>
            <a:off x="3198813" y="1452563"/>
            <a:ext cx="2301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3" name="直接连接符 56">
            <a:extLst>
              <a:ext uri="{FF2B5EF4-FFF2-40B4-BE49-F238E27FC236}">
                <a16:creationId xmlns:a16="http://schemas.microsoft.com/office/drawing/2014/main" id="{251AA858-80C1-B109-5EA0-54489F459654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 flipH="1">
            <a:off x="3429000" y="3195638"/>
            <a:ext cx="11113" cy="15192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4" name="直接连接符 58">
            <a:extLst>
              <a:ext uri="{FF2B5EF4-FFF2-40B4-BE49-F238E27FC236}">
                <a16:creationId xmlns:a16="http://schemas.microsoft.com/office/drawing/2014/main" id="{C1395125-BD6B-8748-307A-DC8A166C8FF0}"/>
              </a:ext>
            </a:extLst>
          </p:cNvPr>
          <p:cNvCxnSpPr>
            <a:endCxn id="31753" idx="1"/>
          </p:cNvCxnSpPr>
          <p:nvPr>
            <p:custDataLst>
              <p:tags r:id="rId31"/>
            </p:custDataLst>
          </p:nvPr>
        </p:nvCxnSpPr>
        <p:spPr>
          <a:xfrm>
            <a:off x="3440113" y="3195638"/>
            <a:ext cx="2936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5" name="直接连接符 60">
            <a:extLst>
              <a:ext uri="{FF2B5EF4-FFF2-40B4-BE49-F238E27FC236}">
                <a16:creationId xmlns:a16="http://schemas.microsoft.com/office/drawing/2014/main" id="{456FA605-8499-F010-0717-ABBC26A0EF18}"/>
              </a:ext>
            </a:extLst>
          </p:cNvPr>
          <p:cNvCxnSpPr>
            <a:endCxn id="31754" idx="1"/>
          </p:cNvCxnSpPr>
          <p:nvPr>
            <p:custDataLst>
              <p:tags r:id="rId32"/>
            </p:custDataLst>
          </p:nvPr>
        </p:nvCxnSpPr>
        <p:spPr>
          <a:xfrm>
            <a:off x="3440113" y="3987800"/>
            <a:ext cx="254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6" name="直接连接符 62">
            <a:extLst>
              <a:ext uri="{FF2B5EF4-FFF2-40B4-BE49-F238E27FC236}">
                <a16:creationId xmlns:a16="http://schemas.microsoft.com/office/drawing/2014/main" id="{82E97834-EE43-61F8-3984-64D418EB488C}"/>
              </a:ext>
            </a:extLst>
          </p:cNvPr>
          <p:cNvCxnSpPr>
            <a:endCxn id="31755" idx="1"/>
          </p:cNvCxnSpPr>
          <p:nvPr>
            <p:custDataLst>
              <p:tags r:id="rId33"/>
            </p:custDataLst>
          </p:nvPr>
        </p:nvCxnSpPr>
        <p:spPr>
          <a:xfrm>
            <a:off x="3440113" y="4699000"/>
            <a:ext cx="254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7" name="直接连接符 7171">
            <a:extLst>
              <a:ext uri="{FF2B5EF4-FFF2-40B4-BE49-F238E27FC236}">
                <a16:creationId xmlns:a16="http://schemas.microsoft.com/office/drawing/2014/main" id="{A146FC88-3F6E-FFAA-F024-02FC25208C7D}"/>
              </a:ext>
            </a:extLst>
          </p:cNvPr>
          <p:cNvCxnSpPr>
            <a:stCxn id="31749" idx="3"/>
          </p:cNvCxnSpPr>
          <p:nvPr>
            <p:custDataLst>
              <p:tags r:id="rId34"/>
            </p:custDataLst>
          </p:nvPr>
        </p:nvCxnSpPr>
        <p:spPr>
          <a:xfrm>
            <a:off x="3198813" y="3992563"/>
            <a:ext cx="2301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8" name="直接连接符 7173">
            <a:extLst>
              <a:ext uri="{FF2B5EF4-FFF2-40B4-BE49-F238E27FC236}">
                <a16:creationId xmlns:a16="http://schemas.microsoft.com/office/drawing/2014/main" id="{0902D69F-9D92-E213-FF7E-A56E468D6677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5445125" y="2103438"/>
            <a:ext cx="0" cy="12541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9" name="直接连接符 7175">
            <a:extLst>
              <a:ext uri="{FF2B5EF4-FFF2-40B4-BE49-F238E27FC236}">
                <a16:creationId xmlns:a16="http://schemas.microsoft.com/office/drawing/2014/main" id="{CB4E5659-C02A-1E7C-0582-D2CDDA241075}"/>
              </a:ext>
            </a:extLst>
          </p:cNvPr>
          <p:cNvCxnSpPr>
            <a:cxnSpLocks/>
            <a:endCxn id="31756" idx="1"/>
          </p:cNvCxnSpPr>
          <p:nvPr>
            <p:custDataLst>
              <p:tags r:id="rId36"/>
            </p:custDataLst>
          </p:nvPr>
        </p:nvCxnSpPr>
        <p:spPr>
          <a:xfrm flipV="1">
            <a:off x="5445125" y="2100263"/>
            <a:ext cx="238124" cy="3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0" name="直接连接符 7180">
            <a:extLst>
              <a:ext uri="{FF2B5EF4-FFF2-40B4-BE49-F238E27FC236}">
                <a16:creationId xmlns:a16="http://schemas.microsoft.com/office/drawing/2014/main" id="{6BD15AEF-B82A-FCDF-0D37-C1F8E0EFFE6E}"/>
              </a:ext>
            </a:extLst>
          </p:cNvPr>
          <p:cNvCxnSpPr>
            <a:endCxn id="31758" idx="1"/>
          </p:cNvCxnSpPr>
          <p:nvPr>
            <p:custDataLst>
              <p:tags r:id="rId37"/>
            </p:custDataLst>
          </p:nvPr>
        </p:nvCxnSpPr>
        <p:spPr>
          <a:xfrm>
            <a:off x="5445125" y="3357563"/>
            <a:ext cx="2381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1" name="直接连接符 7182">
            <a:extLst>
              <a:ext uri="{FF2B5EF4-FFF2-40B4-BE49-F238E27FC236}">
                <a16:creationId xmlns:a16="http://schemas.microsoft.com/office/drawing/2014/main" id="{45BC2FD1-CCBE-9166-756D-BF23321C728A}"/>
              </a:ext>
            </a:extLst>
          </p:cNvPr>
          <p:cNvCxnSpPr>
            <a:stCxn id="31753" idx="3"/>
          </p:cNvCxnSpPr>
          <p:nvPr>
            <p:custDataLst>
              <p:tags r:id="rId38"/>
            </p:custDataLst>
          </p:nvPr>
        </p:nvCxnSpPr>
        <p:spPr>
          <a:xfrm>
            <a:off x="5141913" y="3195638"/>
            <a:ext cx="8731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2" name="直接连接符 7184">
            <a:extLst>
              <a:ext uri="{FF2B5EF4-FFF2-40B4-BE49-F238E27FC236}">
                <a16:creationId xmlns:a16="http://schemas.microsoft.com/office/drawing/2014/main" id="{DE5635A5-9138-BF29-830D-B5853B125977}"/>
              </a:ext>
            </a:extLst>
          </p:cNvPr>
          <p:cNvCxnSpPr/>
          <p:nvPr>
            <p:custDataLst>
              <p:tags r:id="rId39"/>
            </p:custDataLst>
          </p:nvPr>
        </p:nvCxnSpPr>
        <p:spPr>
          <a:xfrm flipV="1">
            <a:off x="5229225" y="2709863"/>
            <a:ext cx="0" cy="485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3" name="直接连接符 7186">
            <a:extLst>
              <a:ext uri="{FF2B5EF4-FFF2-40B4-BE49-F238E27FC236}">
                <a16:creationId xmlns:a16="http://schemas.microsoft.com/office/drawing/2014/main" id="{5B6444CA-05EC-C488-D64A-D98F8FEC75F6}"/>
              </a:ext>
            </a:extLst>
          </p:cNvPr>
          <p:cNvCxnSpPr>
            <a:endCxn id="31757" idx="1"/>
          </p:cNvCxnSpPr>
          <p:nvPr>
            <p:custDataLst>
              <p:tags r:id="rId40"/>
            </p:custDataLst>
          </p:nvPr>
        </p:nvCxnSpPr>
        <p:spPr>
          <a:xfrm flipV="1">
            <a:off x="5229225" y="2709863"/>
            <a:ext cx="454025" cy="3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4" name="直接连接符 7190">
            <a:extLst>
              <a:ext uri="{FF2B5EF4-FFF2-40B4-BE49-F238E27FC236}">
                <a16:creationId xmlns:a16="http://schemas.microsoft.com/office/drawing/2014/main" id="{AF6DB078-8F7F-B2A0-EF2F-85D1784FB37D}"/>
              </a:ext>
            </a:extLst>
          </p:cNvPr>
          <p:cNvCxnSpPr/>
          <p:nvPr>
            <p:custDataLst>
              <p:tags r:id="rId41"/>
            </p:custDataLst>
          </p:nvPr>
        </p:nvCxnSpPr>
        <p:spPr>
          <a:xfrm>
            <a:off x="5102225" y="3987800"/>
            <a:ext cx="2432050" cy="47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5" name="直接连接符 7192">
            <a:extLst>
              <a:ext uri="{FF2B5EF4-FFF2-40B4-BE49-F238E27FC236}">
                <a16:creationId xmlns:a16="http://schemas.microsoft.com/office/drawing/2014/main" id="{E70E101A-003A-282E-7B26-210942E8A971}"/>
              </a:ext>
            </a:extLst>
          </p:cNvPr>
          <p:cNvCxnSpPr/>
          <p:nvPr>
            <p:custDataLst>
              <p:tags r:id="rId42"/>
            </p:custDataLst>
          </p:nvPr>
        </p:nvCxnSpPr>
        <p:spPr>
          <a:xfrm>
            <a:off x="7102475" y="2709863"/>
            <a:ext cx="0" cy="25447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6" name="直接连接符 7197">
            <a:extLst>
              <a:ext uri="{FF2B5EF4-FFF2-40B4-BE49-F238E27FC236}">
                <a16:creationId xmlns:a16="http://schemas.microsoft.com/office/drawing/2014/main" id="{6B2E3EC1-8EE8-5E01-BF55-B74BBE23DE47}"/>
              </a:ext>
            </a:extLst>
          </p:cNvPr>
          <p:cNvCxnSpPr>
            <a:endCxn id="31759" idx="1"/>
          </p:cNvCxnSpPr>
          <p:nvPr>
            <p:custDataLst>
              <p:tags r:id="rId43"/>
            </p:custDataLst>
          </p:nvPr>
        </p:nvCxnSpPr>
        <p:spPr>
          <a:xfrm>
            <a:off x="7102475" y="2716213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7" name="直接连接符 7199">
            <a:extLst>
              <a:ext uri="{FF2B5EF4-FFF2-40B4-BE49-F238E27FC236}">
                <a16:creationId xmlns:a16="http://schemas.microsoft.com/office/drawing/2014/main" id="{C00E8A6A-B42A-B2D4-9578-7C7DB7EF0885}"/>
              </a:ext>
            </a:extLst>
          </p:cNvPr>
          <p:cNvCxnSpPr>
            <a:endCxn id="31760" idx="1"/>
          </p:cNvCxnSpPr>
          <p:nvPr>
            <p:custDataLst>
              <p:tags r:id="rId44"/>
            </p:custDataLst>
          </p:nvPr>
        </p:nvCxnSpPr>
        <p:spPr>
          <a:xfrm>
            <a:off x="7102475" y="3327400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8" name="直接连接符 7204">
            <a:extLst>
              <a:ext uri="{FF2B5EF4-FFF2-40B4-BE49-F238E27FC236}">
                <a16:creationId xmlns:a16="http://schemas.microsoft.com/office/drawing/2014/main" id="{DD028481-3037-638A-BDD4-AB322094E888}"/>
              </a:ext>
            </a:extLst>
          </p:cNvPr>
          <p:cNvCxnSpPr>
            <a:endCxn id="31762" idx="1"/>
          </p:cNvCxnSpPr>
          <p:nvPr>
            <p:custDataLst>
              <p:tags r:id="rId45"/>
            </p:custDataLst>
          </p:nvPr>
        </p:nvCxnSpPr>
        <p:spPr>
          <a:xfrm>
            <a:off x="7102475" y="4606925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9" name="直接连接符 7206">
            <a:extLst>
              <a:ext uri="{FF2B5EF4-FFF2-40B4-BE49-F238E27FC236}">
                <a16:creationId xmlns:a16="http://schemas.microsoft.com/office/drawing/2014/main" id="{E7A25EE7-DB3B-66A0-34A4-7E0100393933}"/>
              </a:ext>
            </a:extLst>
          </p:cNvPr>
          <p:cNvCxnSpPr>
            <a:endCxn id="31763" idx="1"/>
          </p:cNvCxnSpPr>
          <p:nvPr>
            <p:custDataLst>
              <p:tags r:id="rId46"/>
            </p:custDataLst>
          </p:nvPr>
        </p:nvCxnSpPr>
        <p:spPr>
          <a:xfrm>
            <a:off x="7102475" y="5254625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1790" name="矩形 103">
            <a:extLst>
              <a:ext uri="{FF2B5EF4-FFF2-40B4-BE49-F238E27FC236}">
                <a16:creationId xmlns:a16="http://schemas.microsoft.com/office/drawing/2014/main" id="{F16900DD-DAAF-303B-2A9F-3543121D85D1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5656263" y="4254500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显示器</a:t>
            </a: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1791" name="矩形 104">
            <a:extLst>
              <a:ext uri="{FF2B5EF4-FFF2-40B4-BE49-F238E27FC236}">
                <a16:creationId xmlns:a16="http://schemas.microsoft.com/office/drawing/2014/main" id="{D3414CCD-8334-6A96-5E45-0CFFE9954C80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5656263" y="4867275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投影仪</a:t>
            </a:r>
          </a:p>
        </p:txBody>
      </p:sp>
      <p:sp>
        <p:nvSpPr>
          <p:cNvPr id="31792" name="矩形 105">
            <a:extLst>
              <a:ext uri="{FF2B5EF4-FFF2-40B4-BE49-F238E27FC236}">
                <a16:creationId xmlns:a16="http://schemas.microsoft.com/office/drawing/2014/main" id="{DE842F3C-FC34-1319-B740-71E8E410EED8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5656263" y="5497513"/>
            <a:ext cx="1147762" cy="4524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音箱</a:t>
            </a:r>
          </a:p>
        </p:txBody>
      </p:sp>
      <p:sp>
        <p:nvSpPr>
          <p:cNvPr id="31793" name="矩形 106">
            <a:extLst>
              <a:ext uri="{FF2B5EF4-FFF2-40B4-BE49-F238E27FC236}">
                <a16:creationId xmlns:a16="http://schemas.microsoft.com/office/drawing/2014/main" id="{6298952B-4085-84DB-ADFB-198365C3C5D0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5656263" y="6146800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打印机</a:t>
            </a:r>
          </a:p>
        </p:txBody>
      </p:sp>
      <p:cxnSp>
        <p:nvCxnSpPr>
          <p:cNvPr id="31794" name="直接连接符 107">
            <a:extLst>
              <a:ext uri="{FF2B5EF4-FFF2-40B4-BE49-F238E27FC236}">
                <a16:creationId xmlns:a16="http://schemas.microsoft.com/office/drawing/2014/main" id="{FDD7B2BF-9561-152A-31C5-FE3DB97A266B}"/>
              </a:ext>
            </a:extLst>
          </p:cNvPr>
          <p:cNvCxnSpPr>
            <a:endCxn id="31790" idx="1"/>
          </p:cNvCxnSpPr>
          <p:nvPr>
            <p:custDataLst>
              <p:tags r:id="rId51"/>
            </p:custDataLst>
          </p:nvPr>
        </p:nvCxnSpPr>
        <p:spPr>
          <a:xfrm>
            <a:off x="5456238" y="4479925"/>
            <a:ext cx="200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5" name="直接连接符 108">
            <a:extLst>
              <a:ext uri="{FF2B5EF4-FFF2-40B4-BE49-F238E27FC236}">
                <a16:creationId xmlns:a16="http://schemas.microsoft.com/office/drawing/2014/main" id="{D39A92CD-3E29-0435-3A79-DB124364537F}"/>
              </a:ext>
            </a:extLst>
          </p:cNvPr>
          <p:cNvCxnSpPr>
            <a:endCxn id="31791" idx="1"/>
          </p:cNvCxnSpPr>
          <p:nvPr>
            <p:custDataLst>
              <p:tags r:id="rId52"/>
            </p:custDataLst>
          </p:nvPr>
        </p:nvCxnSpPr>
        <p:spPr>
          <a:xfrm>
            <a:off x="5429250" y="5092700"/>
            <a:ext cx="22701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6" name="直接连接符 109">
            <a:extLst>
              <a:ext uri="{FF2B5EF4-FFF2-40B4-BE49-F238E27FC236}">
                <a16:creationId xmlns:a16="http://schemas.microsoft.com/office/drawing/2014/main" id="{02A3FE5F-1113-45BE-E7BD-3AE0FB0C298E}"/>
              </a:ext>
            </a:extLst>
          </p:cNvPr>
          <p:cNvCxnSpPr>
            <a:endCxn id="31793" idx="1"/>
          </p:cNvCxnSpPr>
          <p:nvPr>
            <p:custDataLst>
              <p:tags r:id="rId53"/>
            </p:custDataLst>
          </p:nvPr>
        </p:nvCxnSpPr>
        <p:spPr>
          <a:xfrm>
            <a:off x="5456238" y="6372225"/>
            <a:ext cx="200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7" name="直接连接符 114">
            <a:extLst>
              <a:ext uri="{FF2B5EF4-FFF2-40B4-BE49-F238E27FC236}">
                <a16:creationId xmlns:a16="http://schemas.microsoft.com/office/drawing/2014/main" id="{3EDC2549-519F-5514-0038-590C67CFEC6A}"/>
              </a:ext>
            </a:extLst>
          </p:cNvPr>
          <p:cNvCxnSpPr/>
          <p:nvPr>
            <p:custDataLst>
              <p:tags r:id="rId54"/>
            </p:custDataLst>
          </p:nvPr>
        </p:nvCxnSpPr>
        <p:spPr>
          <a:xfrm flipH="1">
            <a:off x="5429250" y="4465638"/>
            <a:ext cx="9525" cy="190341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8" name="直接连接符 117">
            <a:extLst>
              <a:ext uri="{FF2B5EF4-FFF2-40B4-BE49-F238E27FC236}">
                <a16:creationId xmlns:a16="http://schemas.microsoft.com/office/drawing/2014/main" id="{E5809800-10FC-2A40-B90F-A227CFD6190F}"/>
              </a:ext>
            </a:extLst>
          </p:cNvPr>
          <p:cNvCxnSpPr/>
          <p:nvPr>
            <p:custDataLst>
              <p:tags r:id="rId55"/>
            </p:custDataLst>
          </p:nvPr>
        </p:nvCxnSpPr>
        <p:spPr>
          <a:xfrm>
            <a:off x="5454650" y="5722938"/>
            <a:ext cx="228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9" name="直接连接符 7216">
            <a:extLst>
              <a:ext uri="{FF2B5EF4-FFF2-40B4-BE49-F238E27FC236}">
                <a16:creationId xmlns:a16="http://schemas.microsoft.com/office/drawing/2014/main" id="{F1F66B6C-0F67-34B8-3732-F2D6869BCA20}"/>
              </a:ext>
            </a:extLst>
          </p:cNvPr>
          <p:cNvCxnSpPr/>
          <p:nvPr>
            <p:custDataLst>
              <p:tags r:id="rId56"/>
            </p:custDataLst>
          </p:nvPr>
        </p:nvCxnSpPr>
        <p:spPr>
          <a:xfrm>
            <a:off x="5229225" y="5480050"/>
            <a:ext cx="198438" cy="63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800" name="直接连接符 7219">
            <a:extLst>
              <a:ext uri="{FF2B5EF4-FFF2-40B4-BE49-F238E27FC236}">
                <a16:creationId xmlns:a16="http://schemas.microsoft.com/office/drawing/2014/main" id="{5540E52C-69B4-BB66-011F-E532F7697AB9}"/>
              </a:ext>
            </a:extLst>
          </p:cNvPr>
          <p:cNvCxnSpPr/>
          <p:nvPr>
            <p:custDataLst>
              <p:tags r:id="rId57"/>
            </p:custDataLst>
          </p:nvPr>
        </p:nvCxnSpPr>
        <p:spPr>
          <a:xfrm flipV="1">
            <a:off x="5229225" y="4705350"/>
            <a:ext cx="0" cy="7747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801" name="直接连接符 7221">
            <a:extLst>
              <a:ext uri="{FF2B5EF4-FFF2-40B4-BE49-F238E27FC236}">
                <a16:creationId xmlns:a16="http://schemas.microsoft.com/office/drawing/2014/main" id="{4458033A-56EA-9370-E585-F2FFCC93C590}"/>
              </a:ext>
            </a:extLst>
          </p:cNvPr>
          <p:cNvCxnSpPr>
            <a:stCxn id="31755" idx="3"/>
          </p:cNvCxnSpPr>
          <p:nvPr>
            <p:custDataLst>
              <p:tags r:id="rId58"/>
            </p:custDataLst>
          </p:nvPr>
        </p:nvCxnSpPr>
        <p:spPr>
          <a:xfrm flipV="1">
            <a:off x="5102225" y="4699000"/>
            <a:ext cx="127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" name="矩形 11">
            <a:extLst>
              <a:ext uri="{FF2B5EF4-FFF2-40B4-BE49-F238E27FC236}">
                <a16:creationId xmlns:a16="http://schemas.microsoft.com/office/drawing/2014/main" id="{C8EF102B-B91D-F63F-B6C1-7483D8856303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4824412" y="1231519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显卡</a:t>
            </a:r>
          </a:p>
        </p:txBody>
      </p:sp>
      <p:sp>
        <p:nvSpPr>
          <p:cNvPr id="8" name="矩形 11">
            <a:extLst>
              <a:ext uri="{FF2B5EF4-FFF2-40B4-BE49-F238E27FC236}">
                <a16:creationId xmlns:a16="http://schemas.microsoft.com/office/drawing/2014/main" id="{DE850F10-7A63-CED9-0D68-61398BA05683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5937249" y="1221582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硬盘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664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90E9-56C6-9ECD-C0ED-30A8DE4DF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67F8DA4-F13F-ECBA-A9E0-996911632506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12B3792-DA10-680E-971B-70F89159D8A8}"/>
              </a:ext>
            </a:extLst>
          </p:cNvPr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1746" name="矩形 3">
            <a:extLst>
              <a:ext uri="{FF2B5EF4-FFF2-40B4-BE49-F238E27FC236}">
                <a16:creationId xmlns:a16="http://schemas.microsoft.com/office/drawing/2014/main" id="{E454BD50-EA35-1AE5-A3BA-320763ABC600}"/>
              </a:ext>
            </a:extLst>
          </p:cNvPr>
          <p:cNvSpPr/>
          <p:nvPr/>
        </p:nvSpPr>
        <p:spPr>
          <a:xfrm>
            <a:off x="312738" y="230188"/>
            <a:ext cx="3001010" cy="6140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、计算机硬件</a:t>
            </a:r>
          </a:p>
        </p:txBody>
      </p:sp>
      <p:sp>
        <p:nvSpPr>
          <p:cNvPr id="31747" name="矩形 1">
            <a:extLst>
              <a:ext uri="{FF2B5EF4-FFF2-40B4-BE49-F238E27FC236}">
                <a16:creationId xmlns:a16="http://schemas.microsoft.com/office/drawing/2014/main" id="{A40C345A-8FF8-1048-6F13-641C667894C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2750" y="2292350"/>
            <a:ext cx="1009650" cy="6492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硬件</a:t>
            </a:r>
          </a:p>
        </p:txBody>
      </p:sp>
      <p:sp>
        <p:nvSpPr>
          <p:cNvPr id="31748" name="矩形 4">
            <a:extLst>
              <a:ext uri="{FF2B5EF4-FFF2-40B4-BE49-F238E27FC236}">
                <a16:creationId xmlns:a16="http://schemas.microsoft.com/office/drawing/2014/main" id="{47E1CF56-B04F-CA82-872B-438CCC18F1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190750" y="1227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主机</a:t>
            </a:r>
          </a:p>
        </p:txBody>
      </p:sp>
      <p:sp>
        <p:nvSpPr>
          <p:cNvPr id="31750" name="矩形 9">
            <a:extLst>
              <a:ext uri="{FF2B5EF4-FFF2-40B4-BE49-F238E27FC236}">
                <a16:creationId xmlns:a16="http://schemas.microsoft.com/office/drawing/2014/main" id="{B5B344FB-1772-D526-4C91-26FA693B700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711575" y="620713"/>
            <a:ext cx="2732630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CPU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（中央处理器）</a:t>
            </a:r>
            <a:endParaRPr lang="en-US" altLang="zh-CN" sz="2400" dirty="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1751" name="矩形 10">
            <a:extLst>
              <a:ext uri="{FF2B5EF4-FFF2-40B4-BE49-F238E27FC236}">
                <a16:creationId xmlns:a16="http://schemas.microsoft.com/office/drawing/2014/main" id="{6B138920-D32D-E6D6-5E94-ACE2273DBBA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711575" y="1228725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内存</a:t>
            </a:r>
          </a:p>
        </p:txBody>
      </p:sp>
      <p:sp>
        <p:nvSpPr>
          <p:cNvPr id="31752" name="矩形 11">
            <a:extLst>
              <a:ext uri="{FF2B5EF4-FFF2-40B4-BE49-F238E27FC236}">
                <a16:creationId xmlns:a16="http://schemas.microsoft.com/office/drawing/2014/main" id="{3FC704D3-CB32-C031-840F-26B57DE8BFA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11575" y="1878013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主板</a:t>
            </a:r>
          </a:p>
        </p:txBody>
      </p:sp>
      <p:cxnSp>
        <p:nvCxnSpPr>
          <p:cNvPr id="31764" name="直接连接符 33">
            <a:extLst>
              <a:ext uri="{FF2B5EF4-FFF2-40B4-BE49-F238E27FC236}">
                <a16:creationId xmlns:a16="http://schemas.microsoft.com/office/drawing/2014/main" id="{34A9888C-8922-DF1E-F466-2562FF43C9F8}"/>
              </a:ext>
            </a:extLst>
          </p:cNvPr>
          <p:cNvCxnSpPr>
            <a:stCxn id="31747" idx="3"/>
          </p:cNvCxnSpPr>
          <p:nvPr>
            <p:custDataLst>
              <p:tags r:id="rId9"/>
            </p:custDataLst>
          </p:nvPr>
        </p:nvCxnSpPr>
        <p:spPr>
          <a:xfrm>
            <a:off x="1422400" y="2617788"/>
            <a:ext cx="2794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5" name="直接连接符 35">
            <a:extLst>
              <a:ext uri="{FF2B5EF4-FFF2-40B4-BE49-F238E27FC236}">
                <a16:creationId xmlns:a16="http://schemas.microsoft.com/office/drawing/2014/main" id="{4DA612CD-B9F3-09D5-D2B5-1C1B51D66B3A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1701800" y="1452563"/>
            <a:ext cx="0" cy="2540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6" name="直接连接符 37">
            <a:extLst>
              <a:ext uri="{FF2B5EF4-FFF2-40B4-BE49-F238E27FC236}">
                <a16:creationId xmlns:a16="http://schemas.microsoft.com/office/drawing/2014/main" id="{0535BDDC-C848-9F13-1A69-D78CB6C0D41D}"/>
              </a:ext>
            </a:extLst>
          </p:cNvPr>
          <p:cNvCxnSpPr>
            <a:endCxn id="31748" idx="1"/>
          </p:cNvCxnSpPr>
          <p:nvPr>
            <p:custDataLst>
              <p:tags r:id="rId11"/>
            </p:custDataLst>
          </p:nvPr>
        </p:nvCxnSpPr>
        <p:spPr>
          <a:xfrm>
            <a:off x="1701800" y="1452563"/>
            <a:ext cx="488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8" name="直接连接符 44">
            <a:extLst>
              <a:ext uri="{FF2B5EF4-FFF2-40B4-BE49-F238E27FC236}">
                <a16:creationId xmlns:a16="http://schemas.microsoft.com/office/drawing/2014/main" id="{564CAA56-E539-8901-E123-3F304EA54121}"/>
              </a:ext>
            </a:extLst>
          </p:cNvPr>
          <p:cNvCxnSpPr>
            <a:cxnSpLocks/>
            <a:stCxn id="31750" idx="1"/>
          </p:cNvCxnSpPr>
          <p:nvPr>
            <p:custDataLst>
              <p:tags r:id="rId12"/>
            </p:custDataLst>
          </p:nvPr>
        </p:nvCxnSpPr>
        <p:spPr>
          <a:xfrm flipH="1">
            <a:off x="3440113" y="846138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9" name="直接连接符 46">
            <a:extLst>
              <a:ext uri="{FF2B5EF4-FFF2-40B4-BE49-F238E27FC236}">
                <a16:creationId xmlns:a16="http://schemas.microsoft.com/office/drawing/2014/main" id="{43C7E2BA-0EF8-FF6D-601F-45A71F27C3BE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3440113" y="846138"/>
            <a:ext cx="0" cy="12573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0" name="直接连接符 48">
            <a:extLst>
              <a:ext uri="{FF2B5EF4-FFF2-40B4-BE49-F238E27FC236}">
                <a16:creationId xmlns:a16="http://schemas.microsoft.com/office/drawing/2014/main" id="{8D48A74D-4B62-8731-D9E8-DD5212BAB9CB}"/>
              </a:ext>
            </a:extLst>
          </p:cNvPr>
          <p:cNvCxnSpPr>
            <a:endCxn id="31751" idx="1"/>
          </p:cNvCxnSpPr>
          <p:nvPr>
            <p:custDataLst>
              <p:tags r:id="rId14"/>
            </p:custDataLst>
          </p:nvPr>
        </p:nvCxnSpPr>
        <p:spPr>
          <a:xfrm>
            <a:off x="3440113" y="1454150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1" name="直接连接符 52">
            <a:extLst>
              <a:ext uri="{FF2B5EF4-FFF2-40B4-BE49-F238E27FC236}">
                <a16:creationId xmlns:a16="http://schemas.microsoft.com/office/drawing/2014/main" id="{76CE7A69-6E87-BD82-52F7-E2F12B029491}"/>
              </a:ext>
            </a:extLst>
          </p:cNvPr>
          <p:cNvCxnSpPr>
            <a:endCxn id="31752" idx="1"/>
          </p:cNvCxnSpPr>
          <p:nvPr>
            <p:custDataLst>
              <p:tags r:id="rId15"/>
            </p:custDataLst>
          </p:nvPr>
        </p:nvCxnSpPr>
        <p:spPr>
          <a:xfrm>
            <a:off x="3440113" y="2103438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2" name="直接连接符 54">
            <a:extLst>
              <a:ext uri="{FF2B5EF4-FFF2-40B4-BE49-F238E27FC236}">
                <a16:creationId xmlns:a16="http://schemas.microsoft.com/office/drawing/2014/main" id="{4AA86CB8-610D-0F6B-A021-2F362CA3C337}"/>
              </a:ext>
            </a:extLst>
          </p:cNvPr>
          <p:cNvCxnSpPr>
            <a:stCxn id="31748" idx="3"/>
          </p:cNvCxnSpPr>
          <p:nvPr>
            <p:custDataLst>
              <p:tags r:id="rId16"/>
            </p:custDataLst>
          </p:nvPr>
        </p:nvCxnSpPr>
        <p:spPr>
          <a:xfrm>
            <a:off x="3198813" y="1452563"/>
            <a:ext cx="2301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矩形 11">
            <a:extLst>
              <a:ext uri="{FF2B5EF4-FFF2-40B4-BE49-F238E27FC236}">
                <a16:creationId xmlns:a16="http://schemas.microsoft.com/office/drawing/2014/main" id="{4B890D46-5DD5-7941-4E50-B67675AD29E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824412" y="1231519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显卡</a:t>
            </a: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8BF3C3DC-8D8D-A5D8-8BF5-E8FD9B77DA8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937249" y="1221582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硬盘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9FE052-8EE6-7F31-092E-83E9114641D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" t="15907" r="1744" b="4951"/>
          <a:stretch>
            <a:fillRect/>
          </a:stretch>
        </p:blipFill>
        <p:spPr>
          <a:xfrm>
            <a:off x="1842090" y="2478459"/>
            <a:ext cx="7415333" cy="34563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3027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C569-5DF2-1EB8-CAA6-1A0A8AC2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D0189D5-D6E2-4B86-1BDD-7F9DAE559189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63" r:link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EE2BC1C-DC24-EA49-E230-40D3B52E4847}"/>
              </a:ext>
            </a:extLst>
          </p:cNvPr>
          <p:cNvPicPr/>
          <p:nvPr userDrawn="1">
            <p:custDataLst>
              <p:tags r:id="rId3"/>
            </p:custDataLst>
          </p:nvPr>
        </p:nvPicPr>
        <p:blipFill>
          <a:blip r:embed="rId65" r:link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31746" name="矩形 3">
            <a:extLst>
              <a:ext uri="{FF2B5EF4-FFF2-40B4-BE49-F238E27FC236}">
                <a16:creationId xmlns:a16="http://schemas.microsoft.com/office/drawing/2014/main" id="{401AEC97-81F7-C5AC-CCD2-6171A66DBFB2}"/>
              </a:ext>
            </a:extLst>
          </p:cNvPr>
          <p:cNvSpPr/>
          <p:nvPr/>
        </p:nvSpPr>
        <p:spPr>
          <a:xfrm>
            <a:off x="312738" y="230188"/>
            <a:ext cx="3001010" cy="6140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、计算机硬件</a:t>
            </a:r>
          </a:p>
        </p:txBody>
      </p:sp>
      <p:sp>
        <p:nvSpPr>
          <p:cNvPr id="31747" name="矩形 1">
            <a:extLst>
              <a:ext uri="{FF2B5EF4-FFF2-40B4-BE49-F238E27FC236}">
                <a16:creationId xmlns:a16="http://schemas.microsoft.com/office/drawing/2014/main" id="{9660FF54-731C-BCE8-F0C2-E858558150E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2750" y="2292350"/>
            <a:ext cx="1009650" cy="6492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硬件</a:t>
            </a:r>
          </a:p>
        </p:txBody>
      </p:sp>
      <p:sp>
        <p:nvSpPr>
          <p:cNvPr id="31748" name="矩形 4">
            <a:extLst>
              <a:ext uri="{FF2B5EF4-FFF2-40B4-BE49-F238E27FC236}">
                <a16:creationId xmlns:a16="http://schemas.microsoft.com/office/drawing/2014/main" id="{9C1A7C28-1EAB-0F5E-0459-1ABA48F0ABC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190750" y="1227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主机</a:t>
            </a:r>
          </a:p>
        </p:txBody>
      </p:sp>
      <p:sp>
        <p:nvSpPr>
          <p:cNvPr id="31749" name="矩形 8">
            <a:extLst>
              <a:ext uri="{FF2B5EF4-FFF2-40B4-BE49-F238E27FC236}">
                <a16:creationId xmlns:a16="http://schemas.microsoft.com/office/drawing/2014/main" id="{8D1D2C24-8A63-1030-89CE-9184D7452B5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90750" y="3767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外设</a:t>
            </a:r>
          </a:p>
        </p:txBody>
      </p:sp>
      <p:sp>
        <p:nvSpPr>
          <p:cNvPr id="31750" name="矩形 9">
            <a:extLst>
              <a:ext uri="{FF2B5EF4-FFF2-40B4-BE49-F238E27FC236}">
                <a16:creationId xmlns:a16="http://schemas.microsoft.com/office/drawing/2014/main" id="{9D5B4C1C-04D5-60B6-4C31-34021558782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711575" y="620713"/>
            <a:ext cx="2732630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CPU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（中央处理器）</a:t>
            </a:r>
            <a:endParaRPr lang="en-US" altLang="zh-CN" sz="2400" dirty="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1751" name="矩形 10">
            <a:extLst>
              <a:ext uri="{FF2B5EF4-FFF2-40B4-BE49-F238E27FC236}">
                <a16:creationId xmlns:a16="http://schemas.microsoft.com/office/drawing/2014/main" id="{11F43189-4CC0-CCA3-60F4-7819AD1E36A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11575" y="1228725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内存</a:t>
            </a:r>
          </a:p>
        </p:txBody>
      </p:sp>
      <p:sp>
        <p:nvSpPr>
          <p:cNvPr id="31752" name="矩形 11">
            <a:extLst>
              <a:ext uri="{FF2B5EF4-FFF2-40B4-BE49-F238E27FC236}">
                <a16:creationId xmlns:a16="http://schemas.microsoft.com/office/drawing/2014/main" id="{65C166F6-9297-F949-AB38-070ECDBCA9D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711575" y="1878013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主板</a:t>
            </a:r>
          </a:p>
        </p:txBody>
      </p:sp>
      <p:sp>
        <p:nvSpPr>
          <p:cNvPr id="31753" name="矩形 12">
            <a:extLst>
              <a:ext uri="{FF2B5EF4-FFF2-40B4-BE49-F238E27FC236}">
                <a16:creationId xmlns:a16="http://schemas.microsoft.com/office/drawing/2014/main" id="{C0ED9EAA-B418-4EB1-1853-753210BAFB0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33800" y="2970213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存储</a:t>
            </a:r>
          </a:p>
        </p:txBody>
      </p:sp>
      <p:sp>
        <p:nvSpPr>
          <p:cNvPr id="31754" name="矩形 13">
            <a:extLst>
              <a:ext uri="{FF2B5EF4-FFF2-40B4-BE49-F238E27FC236}">
                <a16:creationId xmlns:a16="http://schemas.microsoft.com/office/drawing/2014/main" id="{9BC43794-2280-1C67-20F2-C022EB7552C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694113" y="3762375"/>
            <a:ext cx="140811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输入设备</a:t>
            </a:r>
          </a:p>
        </p:txBody>
      </p:sp>
      <p:sp>
        <p:nvSpPr>
          <p:cNvPr id="31755" name="矩形 14">
            <a:extLst>
              <a:ext uri="{FF2B5EF4-FFF2-40B4-BE49-F238E27FC236}">
                <a16:creationId xmlns:a16="http://schemas.microsoft.com/office/drawing/2014/main" id="{99CDCDE6-B550-0F04-18FE-CE20C12F107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694113" y="4473575"/>
            <a:ext cx="140811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输出设备</a:t>
            </a:r>
          </a:p>
        </p:txBody>
      </p:sp>
      <p:sp>
        <p:nvSpPr>
          <p:cNvPr id="31756" name="矩形 18">
            <a:extLst>
              <a:ext uri="{FF2B5EF4-FFF2-40B4-BE49-F238E27FC236}">
                <a16:creationId xmlns:a16="http://schemas.microsoft.com/office/drawing/2014/main" id="{B9273062-180F-7AC2-3025-673890A4D82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683249" y="1874838"/>
            <a:ext cx="1500185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移动硬盘</a:t>
            </a:r>
          </a:p>
        </p:txBody>
      </p:sp>
      <p:sp>
        <p:nvSpPr>
          <p:cNvPr id="31757" name="矩形 19">
            <a:extLst>
              <a:ext uri="{FF2B5EF4-FFF2-40B4-BE49-F238E27FC236}">
                <a16:creationId xmlns:a16="http://schemas.microsoft.com/office/drawing/2014/main" id="{1E22C426-C65B-B36B-1858-3C9D0FF7660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683250" y="24844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光盘</a:t>
            </a:r>
          </a:p>
        </p:txBody>
      </p:sp>
      <p:sp>
        <p:nvSpPr>
          <p:cNvPr id="31758" name="矩形 20">
            <a:extLst>
              <a:ext uri="{FF2B5EF4-FFF2-40B4-BE49-F238E27FC236}">
                <a16:creationId xmlns:a16="http://schemas.microsoft.com/office/drawing/2014/main" id="{ED403E46-B9D6-79F3-AAE5-199F4AFE1C4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683250" y="3132138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云盘</a:t>
            </a:r>
          </a:p>
        </p:txBody>
      </p:sp>
      <p:sp>
        <p:nvSpPr>
          <p:cNvPr id="31759" name="矩形 21">
            <a:extLst>
              <a:ext uri="{FF2B5EF4-FFF2-40B4-BE49-F238E27FC236}">
                <a16:creationId xmlns:a16="http://schemas.microsoft.com/office/drawing/2014/main" id="{E1C38B58-ACDB-3EFD-00C2-16769748931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556500" y="2490788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键盘</a:t>
            </a:r>
          </a:p>
        </p:txBody>
      </p:sp>
      <p:sp>
        <p:nvSpPr>
          <p:cNvPr id="31760" name="矩形 22">
            <a:extLst>
              <a:ext uri="{FF2B5EF4-FFF2-40B4-BE49-F238E27FC236}">
                <a16:creationId xmlns:a16="http://schemas.microsoft.com/office/drawing/2014/main" id="{4113C879-9652-6B20-4E27-8F206E48BF19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556500" y="3101975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鼠标</a:t>
            </a:r>
          </a:p>
        </p:txBody>
      </p:sp>
      <p:sp>
        <p:nvSpPr>
          <p:cNvPr id="31761" name="矩形 23">
            <a:extLst>
              <a:ext uri="{FF2B5EF4-FFF2-40B4-BE49-F238E27FC236}">
                <a16:creationId xmlns:a16="http://schemas.microsoft.com/office/drawing/2014/main" id="{9EEEE297-EF68-F753-187A-325C98A1A4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556500" y="37338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扫描仪</a:t>
            </a:r>
          </a:p>
        </p:txBody>
      </p:sp>
      <p:sp>
        <p:nvSpPr>
          <p:cNvPr id="31762" name="矩形 24">
            <a:extLst>
              <a:ext uri="{FF2B5EF4-FFF2-40B4-BE49-F238E27FC236}">
                <a16:creationId xmlns:a16="http://schemas.microsoft.com/office/drawing/2014/main" id="{DD53E7E2-1278-5067-EDF4-EC236BD957E8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556500" y="43815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摄像头</a:t>
            </a:r>
          </a:p>
        </p:txBody>
      </p:sp>
      <p:sp>
        <p:nvSpPr>
          <p:cNvPr id="31763" name="矩形 25">
            <a:extLst>
              <a:ext uri="{FF2B5EF4-FFF2-40B4-BE49-F238E27FC236}">
                <a16:creationId xmlns:a16="http://schemas.microsoft.com/office/drawing/2014/main" id="{349D55BE-FFA0-7CA9-F4F9-05A0E36C18A3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556500" y="5029200"/>
            <a:ext cx="140811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数码相机</a:t>
            </a:r>
          </a:p>
        </p:txBody>
      </p:sp>
      <p:cxnSp>
        <p:nvCxnSpPr>
          <p:cNvPr id="31764" name="直接连接符 33">
            <a:extLst>
              <a:ext uri="{FF2B5EF4-FFF2-40B4-BE49-F238E27FC236}">
                <a16:creationId xmlns:a16="http://schemas.microsoft.com/office/drawing/2014/main" id="{80C48B0C-838B-60EB-E60C-EC02498AA8D7}"/>
              </a:ext>
            </a:extLst>
          </p:cNvPr>
          <p:cNvCxnSpPr>
            <a:stCxn id="31747" idx="3"/>
          </p:cNvCxnSpPr>
          <p:nvPr>
            <p:custDataLst>
              <p:tags r:id="rId21"/>
            </p:custDataLst>
          </p:nvPr>
        </p:nvCxnSpPr>
        <p:spPr>
          <a:xfrm>
            <a:off x="1422400" y="2617788"/>
            <a:ext cx="2794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5" name="直接连接符 35">
            <a:extLst>
              <a:ext uri="{FF2B5EF4-FFF2-40B4-BE49-F238E27FC236}">
                <a16:creationId xmlns:a16="http://schemas.microsoft.com/office/drawing/2014/main" id="{972F8733-8DBE-F0A3-93B7-E46774F160C0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1701800" y="1452563"/>
            <a:ext cx="0" cy="2540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6" name="直接连接符 37">
            <a:extLst>
              <a:ext uri="{FF2B5EF4-FFF2-40B4-BE49-F238E27FC236}">
                <a16:creationId xmlns:a16="http://schemas.microsoft.com/office/drawing/2014/main" id="{28239692-6F40-85EE-42F0-B3C571BAE7B5}"/>
              </a:ext>
            </a:extLst>
          </p:cNvPr>
          <p:cNvCxnSpPr>
            <a:endCxn id="31748" idx="1"/>
          </p:cNvCxnSpPr>
          <p:nvPr>
            <p:custDataLst>
              <p:tags r:id="rId23"/>
            </p:custDataLst>
          </p:nvPr>
        </p:nvCxnSpPr>
        <p:spPr>
          <a:xfrm>
            <a:off x="1701800" y="1452563"/>
            <a:ext cx="488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7" name="直接连接符 39">
            <a:extLst>
              <a:ext uri="{FF2B5EF4-FFF2-40B4-BE49-F238E27FC236}">
                <a16:creationId xmlns:a16="http://schemas.microsoft.com/office/drawing/2014/main" id="{98339168-A2D5-E57F-EC06-E581F47FDFF8}"/>
              </a:ext>
            </a:extLst>
          </p:cNvPr>
          <p:cNvCxnSpPr>
            <a:endCxn id="31749" idx="1"/>
          </p:cNvCxnSpPr>
          <p:nvPr>
            <p:custDataLst>
              <p:tags r:id="rId24"/>
            </p:custDataLst>
          </p:nvPr>
        </p:nvCxnSpPr>
        <p:spPr>
          <a:xfrm>
            <a:off x="1701800" y="3992563"/>
            <a:ext cx="48895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8" name="直接连接符 44">
            <a:extLst>
              <a:ext uri="{FF2B5EF4-FFF2-40B4-BE49-F238E27FC236}">
                <a16:creationId xmlns:a16="http://schemas.microsoft.com/office/drawing/2014/main" id="{876135F9-D6FD-B2A7-75CA-CA3DE11805C6}"/>
              </a:ext>
            </a:extLst>
          </p:cNvPr>
          <p:cNvCxnSpPr>
            <a:cxnSpLocks/>
            <a:stCxn id="31750" idx="1"/>
          </p:cNvCxnSpPr>
          <p:nvPr>
            <p:custDataLst>
              <p:tags r:id="rId25"/>
            </p:custDataLst>
          </p:nvPr>
        </p:nvCxnSpPr>
        <p:spPr>
          <a:xfrm flipH="1">
            <a:off x="3440113" y="846138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69" name="直接连接符 46">
            <a:extLst>
              <a:ext uri="{FF2B5EF4-FFF2-40B4-BE49-F238E27FC236}">
                <a16:creationId xmlns:a16="http://schemas.microsoft.com/office/drawing/2014/main" id="{B74485A2-E101-DFFC-BD4B-F1B2F05B790B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>
            <a:off x="3440113" y="846138"/>
            <a:ext cx="0" cy="12573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0" name="直接连接符 48">
            <a:extLst>
              <a:ext uri="{FF2B5EF4-FFF2-40B4-BE49-F238E27FC236}">
                <a16:creationId xmlns:a16="http://schemas.microsoft.com/office/drawing/2014/main" id="{EE2B5FE4-0173-9793-C11D-3836B13E52B3}"/>
              </a:ext>
            </a:extLst>
          </p:cNvPr>
          <p:cNvCxnSpPr>
            <a:endCxn id="31751" idx="1"/>
          </p:cNvCxnSpPr>
          <p:nvPr>
            <p:custDataLst>
              <p:tags r:id="rId27"/>
            </p:custDataLst>
          </p:nvPr>
        </p:nvCxnSpPr>
        <p:spPr>
          <a:xfrm>
            <a:off x="3440113" y="1454150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1" name="直接连接符 52">
            <a:extLst>
              <a:ext uri="{FF2B5EF4-FFF2-40B4-BE49-F238E27FC236}">
                <a16:creationId xmlns:a16="http://schemas.microsoft.com/office/drawing/2014/main" id="{82468DA1-0F82-F710-2FFB-6D0403D51D29}"/>
              </a:ext>
            </a:extLst>
          </p:cNvPr>
          <p:cNvCxnSpPr>
            <a:endCxn id="31752" idx="1"/>
          </p:cNvCxnSpPr>
          <p:nvPr>
            <p:custDataLst>
              <p:tags r:id="rId28"/>
            </p:custDataLst>
          </p:nvPr>
        </p:nvCxnSpPr>
        <p:spPr>
          <a:xfrm>
            <a:off x="3440113" y="2103438"/>
            <a:ext cx="2714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2" name="直接连接符 54">
            <a:extLst>
              <a:ext uri="{FF2B5EF4-FFF2-40B4-BE49-F238E27FC236}">
                <a16:creationId xmlns:a16="http://schemas.microsoft.com/office/drawing/2014/main" id="{BE5C91D9-5761-D6B0-E5DA-DF146E4CF05F}"/>
              </a:ext>
            </a:extLst>
          </p:cNvPr>
          <p:cNvCxnSpPr>
            <a:stCxn id="31748" idx="3"/>
          </p:cNvCxnSpPr>
          <p:nvPr>
            <p:custDataLst>
              <p:tags r:id="rId29"/>
            </p:custDataLst>
          </p:nvPr>
        </p:nvCxnSpPr>
        <p:spPr>
          <a:xfrm>
            <a:off x="3198813" y="1452563"/>
            <a:ext cx="2301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3" name="直接连接符 56">
            <a:extLst>
              <a:ext uri="{FF2B5EF4-FFF2-40B4-BE49-F238E27FC236}">
                <a16:creationId xmlns:a16="http://schemas.microsoft.com/office/drawing/2014/main" id="{10FE21B4-089A-286F-D64B-8908F9339B26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 flipH="1">
            <a:off x="3429000" y="3195638"/>
            <a:ext cx="11113" cy="15192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4" name="直接连接符 58">
            <a:extLst>
              <a:ext uri="{FF2B5EF4-FFF2-40B4-BE49-F238E27FC236}">
                <a16:creationId xmlns:a16="http://schemas.microsoft.com/office/drawing/2014/main" id="{390317F7-FB95-6963-0772-E3076E6A8660}"/>
              </a:ext>
            </a:extLst>
          </p:cNvPr>
          <p:cNvCxnSpPr>
            <a:endCxn id="31753" idx="1"/>
          </p:cNvCxnSpPr>
          <p:nvPr>
            <p:custDataLst>
              <p:tags r:id="rId31"/>
            </p:custDataLst>
          </p:nvPr>
        </p:nvCxnSpPr>
        <p:spPr>
          <a:xfrm>
            <a:off x="3440113" y="3195638"/>
            <a:ext cx="2936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5" name="直接连接符 60">
            <a:extLst>
              <a:ext uri="{FF2B5EF4-FFF2-40B4-BE49-F238E27FC236}">
                <a16:creationId xmlns:a16="http://schemas.microsoft.com/office/drawing/2014/main" id="{381CB6C4-D9F7-800B-0FD7-6C37A4D23D98}"/>
              </a:ext>
            </a:extLst>
          </p:cNvPr>
          <p:cNvCxnSpPr>
            <a:endCxn id="31754" idx="1"/>
          </p:cNvCxnSpPr>
          <p:nvPr>
            <p:custDataLst>
              <p:tags r:id="rId32"/>
            </p:custDataLst>
          </p:nvPr>
        </p:nvCxnSpPr>
        <p:spPr>
          <a:xfrm>
            <a:off x="3440113" y="3987800"/>
            <a:ext cx="254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6" name="直接连接符 62">
            <a:extLst>
              <a:ext uri="{FF2B5EF4-FFF2-40B4-BE49-F238E27FC236}">
                <a16:creationId xmlns:a16="http://schemas.microsoft.com/office/drawing/2014/main" id="{AA7D2E24-FAB3-A0E6-3BED-87F2AC8FADF6}"/>
              </a:ext>
            </a:extLst>
          </p:cNvPr>
          <p:cNvCxnSpPr>
            <a:endCxn id="31755" idx="1"/>
          </p:cNvCxnSpPr>
          <p:nvPr>
            <p:custDataLst>
              <p:tags r:id="rId33"/>
            </p:custDataLst>
          </p:nvPr>
        </p:nvCxnSpPr>
        <p:spPr>
          <a:xfrm>
            <a:off x="3440113" y="4699000"/>
            <a:ext cx="254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7" name="直接连接符 7171">
            <a:extLst>
              <a:ext uri="{FF2B5EF4-FFF2-40B4-BE49-F238E27FC236}">
                <a16:creationId xmlns:a16="http://schemas.microsoft.com/office/drawing/2014/main" id="{786D9AB1-B3B2-A4D7-B4D8-11413C9A701D}"/>
              </a:ext>
            </a:extLst>
          </p:cNvPr>
          <p:cNvCxnSpPr>
            <a:stCxn id="31749" idx="3"/>
          </p:cNvCxnSpPr>
          <p:nvPr>
            <p:custDataLst>
              <p:tags r:id="rId34"/>
            </p:custDataLst>
          </p:nvPr>
        </p:nvCxnSpPr>
        <p:spPr>
          <a:xfrm>
            <a:off x="3198813" y="3992563"/>
            <a:ext cx="230187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8" name="直接连接符 7173">
            <a:extLst>
              <a:ext uri="{FF2B5EF4-FFF2-40B4-BE49-F238E27FC236}">
                <a16:creationId xmlns:a16="http://schemas.microsoft.com/office/drawing/2014/main" id="{8BDE2517-72DE-A315-3208-D907F635A730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5445125" y="2103438"/>
            <a:ext cx="0" cy="12541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79" name="直接连接符 7175">
            <a:extLst>
              <a:ext uri="{FF2B5EF4-FFF2-40B4-BE49-F238E27FC236}">
                <a16:creationId xmlns:a16="http://schemas.microsoft.com/office/drawing/2014/main" id="{083DC06A-DC9A-583C-1CB4-D1B3B4B93498}"/>
              </a:ext>
            </a:extLst>
          </p:cNvPr>
          <p:cNvCxnSpPr>
            <a:cxnSpLocks/>
            <a:endCxn id="31756" idx="1"/>
          </p:cNvCxnSpPr>
          <p:nvPr>
            <p:custDataLst>
              <p:tags r:id="rId36"/>
            </p:custDataLst>
          </p:nvPr>
        </p:nvCxnSpPr>
        <p:spPr>
          <a:xfrm flipV="1">
            <a:off x="5445125" y="2100263"/>
            <a:ext cx="238124" cy="3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0" name="直接连接符 7180">
            <a:extLst>
              <a:ext uri="{FF2B5EF4-FFF2-40B4-BE49-F238E27FC236}">
                <a16:creationId xmlns:a16="http://schemas.microsoft.com/office/drawing/2014/main" id="{DCFB622D-CCF9-C9F4-5B50-EC1559F7BEF2}"/>
              </a:ext>
            </a:extLst>
          </p:cNvPr>
          <p:cNvCxnSpPr>
            <a:endCxn id="31758" idx="1"/>
          </p:cNvCxnSpPr>
          <p:nvPr>
            <p:custDataLst>
              <p:tags r:id="rId37"/>
            </p:custDataLst>
          </p:nvPr>
        </p:nvCxnSpPr>
        <p:spPr>
          <a:xfrm>
            <a:off x="5445125" y="3357563"/>
            <a:ext cx="2381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1" name="直接连接符 7182">
            <a:extLst>
              <a:ext uri="{FF2B5EF4-FFF2-40B4-BE49-F238E27FC236}">
                <a16:creationId xmlns:a16="http://schemas.microsoft.com/office/drawing/2014/main" id="{793EC7C4-0BDC-2D5C-44F4-37445799013F}"/>
              </a:ext>
            </a:extLst>
          </p:cNvPr>
          <p:cNvCxnSpPr>
            <a:stCxn id="31753" idx="3"/>
          </p:cNvCxnSpPr>
          <p:nvPr>
            <p:custDataLst>
              <p:tags r:id="rId38"/>
            </p:custDataLst>
          </p:nvPr>
        </p:nvCxnSpPr>
        <p:spPr>
          <a:xfrm>
            <a:off x="5141913" y="3195638"/>
            <a:ext cx="8731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2" name="直接连接符 7184">
            <a:extLst>
              <a:ext uri="{FF2B5EF4-FFF2-40B4-BE49-F238E27FC236}">
                <a16:creationId xmlns:a16="http://schemas.microsoft.com/office/drawing/2014/main" id="{A7F2A57A-22EF-A2A6-9DD9-ED0B4EC721EE}"/>
              </a:ext>
            </a:extLst>
          </p:cNvPr>
          <p:cNvCxnSpPr/>
          <p:nvPr>
            <p:custDataLst>
              <p:tags r:id="rId39"/>
            </p:custDataLst>
          </p:nvPr>
        </p:nvCxnSpPr>
        <p:spPr>
          <a:xfrm flipV="1">
            <a:off x="5229225" y="2709863"/>
            <a:ext cx="0" cy="4857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3" name="直接连接符 7186">
            <a:extLst>
              <a:ext uri="{FF2B5EF4-FFF2-40B4-BE49-F238E27FC236}">
                <a16:creationId xmlns:a16="http://schemas.microsoft.com/office/drawing/2014/main" id="{44BAAFC2-BF6B-2938-2191-808CDFBD2F53}"/>
              </a:ext>
            </a:extLst>
          </p:cNvPr>
          <p:cNvCxnSpPr>
            <a:endCxn id="31757" idx="1"/>
          </p:cNvCxnSpPr>
          <p:nvPr>
            <p:custDataLst>
              <p:tags r:id="rId40"/>
            </p:custDataLst>
          </p:nvPr>
        </p:nvCxnSpPr>
        <p:spPr>
          <a:xfrm flipV="1">
            <a:off x="5229225" y="2709863"/>
            <a:ext cx="454025" cy="317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4" name="直接连接符 7190">
            <a:extLst>
              <a:ext uri="{FF2B5EF4-FFF2-40B4-BE49-F238E27FC236}">
                <a16:creationId xmlns:a16="http://schemas.microsoft.com/office/drawing/2014/main" id="{CFBD59AA-EB43-4852-5353-2D8EAC90BCB3}"/>
              </a:ext>
            </a:extLst>
          </p:cNvPr>
          <p:cNvCxnSpPr/>
          <p:nvPr>
            <p:custDataLst>
              <p:tags r:id="rId41"/>
            </p:custDataLst>
          </p:nvPr>
        </p:nvCxnSpPr>
        <p:spPr>
          <a:xfrm>
            <a:off x="5102225" y="3987800"/>
            <a:ext cx="2432050" cy="47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5" name="直接连接符 7192">
            <a:extLst>
              <a:ext uri="{FF2B5EF4-FFF2-40B4-BE49-F238E27FC236}">
                <a16:creationId xmlns:a16="http://schemas.microsoft.com/office/drawing/2014/main" id="{A618F84F-48F2-A6F0-3C3E-532E4750E859}"/>
              </a:ext>
            </a:extLst>
          </p:cNvPr>
          <p:cNvCxnSpPr/>
          <p:nvPr>
            <p:custDataLst>
              <p:tags r:id="rId42"/>
            </p:custDataLst>
          </p:nvPr>
        </p:nvCxnSpPr>
        <p:spPr>
          <a:xfrm>
            <a:off x="7102475" y="2709863"/>
            <a:ext cx="0" cy="25447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6" name="直接连接符 7197">
            <a:extLst>
              <a:ext uri="{FF2B5EF4-FFF2-40B4-BE49-F238E27FC236}">
                <a16:creationId xmlns:a16="http://schemas.microsoft.com/office/drawing/2014/main" id="{C021C2B3-E21E-9994-F0E8-95A5B183F430}"/>
              </a:ext>
            </a:extLst>
          </p:cNvPr>
          <p:cNvCxnSpPr>
            <a:endCxn id="31759" idx="1"/>
          </p:cNvCxnSpPr>
          <p:nvPr>
            <p:custDataLst>
              <p:tags r:id="rId43"/>
            </p:custDataLst>
          </p:nvPr>
        </p:nvCxnSpPr>
        <p:spPr>
          <a:xfrm>
            <a:off x="7102475" y="2716213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7" name="直接连接符 7199">
            <a:extLst>
              <a:ext uri="{FF2B5EF4-FFF2-40B4-BE49-F238E27FC236}">
                <a16:creationId xmlns:a16="http://schemas.microsoft.com/office/drawing/2014/main" id="{4FAA305F-C475-FAEE-FB2D-C1559AF8701A}"/>
              </a:ext>
            </a:extLst>
          </p:cNvPr>
          <p:cNvCxnSpPr>
            <a:endCxn id="31760" idx="1"/>
          </p:cNvCxnSpPr>
          <p:nvPr>
            <p:custDataLst>
              <p:tags r:id="rId44"/>
            </p:custDataLst>
          </p:nvPr>
        </p:nvCxnSpPr>
        <p:spPr>
          <a:xfrm>
            <a:off x="7102475" y="3327400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8" name="直接连接符 7204">
            <a:extLst>
              <a:ext uri="{FF2B5EF4-FFF2-40B4-BE49-F238E27FC236}">
                <a16:creationId xmlns:a16="http://schemas.microsoft.com/office/drawing/2014/main" id="{92F8AC82-6DA1-8B42-CBE6-7D603BE9F8E0}"/>
              </a:ext>
            </a:extLst>
          </p:cNvPr>
          <p:cNvCxnSpPr>
            <a:endCxn id="31762" idx="1"/>
          </p:cNvCxnSpPr>
          <p:nvPr>
            <p:custDataLst>
              <p:tags r:id="rId45"/>
            </p:custDataLst>
          </p:nvPr>
        </p:nvCxnSpPr>
        <p:spPr>
          <a:xfrm>
            <a:off x="7102475" y="4606925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89" name="直接连接符 7206">
            <a:extLst>
              <a:ext uri="{FF2B5EF4-FFF2-40B4-BE49-F238E27FC236}">
                <a16:creationId xmlns:a16="http://schemas.microsoft.com/office/drawing/2014/main" id="{4737C6BF-FEE3-68CF-EB83-31EC19F216E1}"/>
              </a:ext>
            </a:extLst>
          </p:cNvPr>
          <p:cNvCxnSpPr>
            <a:endCxn id="31763" idx="1"/>
          </p:cNvCxnSpPr>
          <p:nvPr>
            <p:custDataLst>
              <p:tags r:id="rId46"/>
            </p:custDataLst>
          </p:nvPr>
        </p:nvCxnSpPr>
        <p:spPr>
          <a:xfrm>
            <a:off x="7102475" y="5254625"/>
            <a:ext cx="454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1790" name="矩形 103">
            <a:extLst>
              <a:ext uri="{FF2B5EF4-FFF2-40B4-BE49-F238E27FC236}">
                <a16:creationId xmlns:a16="http://schemas.microsoft.com/office/drawing/2014/main" id="{67CF3D40-AB18-7179-9878-26F90E8D62CF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5656263" y="4254500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显示器</a:t>
            </a: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1791" name="矩形 104">
            <a:extLst>
              <a:ext uri="{FF2B5EF4-FFF2-40B4-BE49-F238E27FC236}">
                <a16:creationId xmlns:a16="http://schemas.microsoft.com/office/drawing/2014/main" id="{13061FCD-FB23-85FE-A9C3-76BD0BD0B902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5656263" y="4867275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投影仪</a:t>
            </a:r>
          </a:p>
        </p:txBody>
      </p:sp>
      <p:sp>
        <p:nvSpPr>
          <p:cNvPr id="31792" name="矩形 105">
            <a:extLst>
              <a:ext uri="{FF2B5EF4-FFF2-40B4-BE49-F238E27FC236}">
                <a16:creationId xmlns:a16="http://schemas.microsoft.com/office/drawing/2014/main" id="{19DAE109-7AF9-C473-6D5F-8B7D9B62EBC0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5656263" y="5497513"/>
            <a:ext cx="1147762" cy="4524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音箱</a:t>
            </a:r>
          </a:p>
        </p:txBody>
      </p:sp>
      <p:sp>
        <p:nvSpPr>
          <p:cNvPr id="31793" name="矩形 106">
            <a:extLst>
              <a:ext uri="{FF2B5EF4-FFF2-40B4-BE49-F238E27FC236}">
                <a16:creationId xmlns:a16="http://schemas.microsoft.com/office/drawing/2014/main" id="{64313F23-8E75-6BA4-C220-C3B9F931AD57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5656263" y="6146800"/>
            <a:ext cx="1147762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打印机</a:t>
            </a:r>
          </a:p>
        </p:txBody>
      </p:sp>
      <p:cxnSp>
        <p:nvCxnSpPr>
          <p:cNvPr id="31794" name="直接连接符 107">
            <a:extLst>
              <a:ext uri="{FF2B5EF4-FFF2-40B4-BE49-F238E27FC236}">
                <a16:creationId xmlns:a16="http://schemas.microsoft.com/office/drawing/2014/main" id="{226299E0-9B87-2388-B8FD-F01A5DAC8D1D}"/>
              </a:ext>
            </a:extLst>
          </p:cNvPr>
          <p:cNvCxnSpPr>
            <a:endCxn id="31790" idx="1"/>
          </p:cNvCxnSpPr>
          <p:nvPr>
            <p:custDataLst>
              <p:tags r:id="rId51"/>
            </p:custDataLst>
          </p:nvPr>
        </p:nvCxnSpPr>
        <p:spPr>
          <a:xfrm>
            <a:off x="5456238" y="4479925"/>
            <a:ext cx="200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5" name="直接连接符 108">
            <a:extLst>
              <a:ext uri="{FF2B5EF4-FFF2-40B4-BE49-F238E27FC236}">
                <a16:creationId xmlns:a16="http://schemas.microsoft.com/office/drawing/2014/main" id="{7A482617-A3FB-D4B1-0793-C408840E13AD}"/>
              </a:ext>
            </a:extLst>
          </p:cNvPr>
          <p:cNvCxnSpPr>
            <a:endCxn id="31791" idx="1"/>
          </p:cNvCxnSpPr>
          <p:nvPr>
            <p:custDataLst>
              <p:tags r:id="rId52"/>
            </p:custDataLst>
          </p:nvPr>
        </p:nvCxnSpPr>
        <p:spPr>
          <a:xfrm>
            <a:off x="5429250" y="5092700"/>
            <a:ext cx="22701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6" name="直接连接符 109">
            <a:extLst>
              <a:ext uri="{FF2B5EF4-FFF2-40B4-BE49-F238E27FC236}">
                <a16:creationId xmlns:a16="http://schemas.microsoft.com/office/drawing/2014/main" id="{563F08AF-C003-A53A-0471-841774D87C0E}"/>
              </a:ext>
            </a:extLst>
          </p:cNvPr>
          <p:cNvCxnSpPr>
            <a:endCxn id="31793" idx="1"/>
          </p:cNvCxnSpPr>
          <p:nvPr>
            <p:custDataLst>
              <p:tags r:id="rId53"/>
            </p:custDataLst>
          </p:nvPr>
        </p:nvCxnSpPr>
        <p:spPr>
          <a:xfrm>
            <a:off x="5456238" y="6372225"/>
            <a:ext cx="20002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7" name="直接连接符 114">
            <a:extLst>
              <a:ext uri="{FF2B5EF4-FFF2-40B4-BE49-F238E27FC236}">
                <a16:creationId xmlns:a16="http://schemas.microsoft.com/office/drawing/2014/main" id="{8450F559-48C6-BF7B-5C29-CC74897B32BA}"/>
              </a:ext>
            </a:extLst>
          </p:cNvPr>
          <p:cNvCxnSpPr/>
          <p:nvPr>
            <p:custDataLst>
              <p:tags r:id="rId54"/>
            </p:custDataLst>
          </p:nvPr>
        </p:nvCxnSpPr>
        <p:spPr>
          <a:xfrm flipH="1">
            <a:off x="5429250" y="4465638"/>
            <a:ext cx="9525" cy="190341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8" name="直接连接符 117">
            <a:extLst>
              <a:ext uri="{FF2B5EF4-FFF2-40B4-BE49-F238E27FC236}">
                <a16:creationId xmlns:a16="http://schemas.microsoft.com/office/drawing/2014/main" id="{704BE03E-A52A-0FD2-297D-7B0C6C7042CD}"/>
              </a:ext>
            </a:extLst>
          </p:cNvPr>
          <p:cNvCxnSpPr/>
          <p:nvPr>
            <p:custDataLst>
              <p:tags r:id="rId55"/>
            </p:custDataLst>
          </p:nvPr>
        </p:nvCxnSpPr>
        <p:spPr>
          <a:xfrm>
            <a:off x="5454650" y="5722938"/>
            <a:ext cx="2286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799" name="直接连接符 7216">
            <a:extLst>
              <a:ext uri="{FF2B5EF4-FFF2-40B4-BE49-F238E27FC236}">
                <a16:creationId xmlns:a16="http://schemas.microsoft.com/office/drawing/2014/main" id="{8D18932A-E363-6F2A-1CAE-DC277F1BD8BA}"/>
              </a:ext>
            </a:extLst>
          </p:cNvPr>
          <p:cNvCxnSpPr/>
          <p:nvPr>
            <p:custDataLst>
              <p:tags r:id="rId56"/>
            </p:custDataLst>
          </p:nvPr>
        </p:nvCxnSpPr>
        <p:spPr>
          <a:xfrm>
            <a:off x="5229225" y="5480050"/>
            <a:ext cx="198438" cy="635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800" name="直接连接符 7219">
            <a:extLst>
              <a:ext uri="{FF2B5EF4-FFF2-40B4-BE49-F238E27FC236}">
                <a16:creationId xmlns:a16="http://schemas.microsoft.com/office/drawing/2014/main" id="{0F0D5B8C-536F-25E6-3C52-253F70C9ED7B}"/>
              </a:ext>
            </a:extLst>
          </p:cNvPr>
          <p:cNvCxnSpPr/>
          <p:nvPr>
            <p:custDataLst>
              <p:tags r:id="rId57"/>
            </p:custDataLst>
          </p:nvPr>
        </p:nvCxnSpPr>
        <p:spPr>
          <a:xfrm flipV="1">
            <a:off x="5229225" y="4705350"/>
            <a:ext cx="0" cy="7747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801" name="直接连接符 7221">
            <a:extLst>
              <a:ext uri="{FF2B5EF4-FFF2-40B4-BE49-F238E27FC236}">
                <a16:creationId xmlns:a16="http://schemas.microsoft.com/office/drawing/2014/main" id="{38583729-C76A-C22B-FD5A-9A22BD493CD5}"/>
              </a:ext>
            </a:extLst>
          </p:cNvPr>
          <p:cNvCxnSpPr>
            <a:stCxn id="31755" idx="3"/>
          </p:cNvCxnSpPr>
          <p:nvPr>
            <p:custDataLst>
              <p:tags r:id="rId58"/>
            </p:custDataLst>
          </p:nvPr>
        </p:nvCxnSpPr>
        <p:spPr>
          <a:xfrm flipV="1">
            <a:off x="5102225" y="4699000"/>
            <a:ext cx="127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" name="矩形 11">
            <a:extLst>
              <a:ext uri="{FF2B5EF4-FFF2-40B4-BE49-F238E27FC236}">
                <a16:creationId xmlns:a16="http://schemas.microsoft.com/office/drawing/2014/main" id="{027EC775-A994-1972-7442-36796FC656C2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4824412" y="1231519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显卡</a:t>
            </a:r>
          </a:p>
        </p:txBody>
      </p:sp>
      <p:sp>
        <p:nvSpPr>
          <p:cNvPr id="8" name="矩形 11">
            <a:extLst>
              <a:ext uri="{FF2B5EF4-FFF2-40B4-BE49-F238E27FC236}">
                <a16:creationId xmlns:a16="http://schemas.microsoft.com/office/drawing/2014/main" id="{0A293E4D-2F49-AB75-14A6-954365F85C35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5937249" y="1221582"/>
            <a:ext cx="1008063" cy="450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硬盘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034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268537" y="333375"/>
            <a:ext cx="8540750" cy="8636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  <a:defRPr/>
            </a:pPr>
            <a:r>
              <a:rPr lang="en-US" altLang="zh-CN" sz="34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2、计算机软件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323850" y="1341438"/>
            <a:ext cx="8540750" cy="41941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软件技术就是研究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2A3BE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计算机系统软件、应用软件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及其所依赖的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基础理论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如数据结构、数据库原理等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基本方法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如系统开发方法等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3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5"/>
          <p:cNvSpPr/>
          <p:nvPr>
            <p:custDataLst>
              <p:tags r:id="rId4"/>
            </p:custDataLst>
          </p:nvPr>
        </p:nvSpPr>
        <p:spPr>
          <a:xfrm>
            <a:off x="2624138" y="1268413"/>
            <a:ext cx="6519862" cy="1291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指为管理、控制和维护计算机及外设，以及提供计算机与用户界面等的软件。</a:t>
            </a:r>
          </a:p>
        </p:txBody>
      </p:sp>
      <p:sp>
        <p:nvSpPr>
          <p:cNvPr id="35843" name="Rectangle 6"/>
          <p:cNvSpPr/>
          <p:nvPr/>
        </p:nvSpPr>
        <p:spPr>
          <a:xfrm>
            <a:off x="2555875" y="2492375"/>
            <a:ext cx="6588125" cy="4924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如操作系统 </a:t>
            </a:r>
            <a:r>
              <a:rPr lang="en-US" altLang="zh-CN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(OS)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、各种语言编译系统等。</a:t>
            </a:r>
          </a:p>
        </p:txBody>
      </p:sp>
      <p:sp>
        <p:nvSpPr>
          <p:cNvPr id="6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63786" y="3913089"/>
            <a:ext cx="1631950" cy="576263"/>
          </a:xfrm>
          <a:prstGeom prst="rect">
            <a:avLst/>
          </a:prstGeom>
          <a:solidFill>
            <a:schemeClr val="dk2"/>
          </a:solidFill>
          <a:ln>
            <a:solidFill>
              <a:schemeClr val="dk1"/>
            </a:solidFill>
            <a:miter lim="800000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/>
          <a:lstStyle/>
          <a:p>
            <a:pPr marL="342900" marR="0" lvl="0" indent="-34290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应用软件</a:t>
            </a:r>
          </a:p>
        </p:txBody>
      </p:sp>
      <p:sp>
        <p:nvSpPr>
          <p:cNvPr id="35845" name="Rectangle 8"/>
          <p:cNvSpPr/>
          <p:nvPr>
            <p:custDataLst>
              <p:tags r:id="rId6"/>
            </p:custDataLst>
          </p:nvPr>
        </p:nvSpPr>
        <p:spPr>
          <a:xfrm>
            <a:off x="2484438" y="4005263"/>
            <a:ext cx="6335712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指面向用户的、为用户服务的软件。</a:t>
            </a:r>
          </a:p>
        </p:txBody>
      </p:sp>
      <p:sp>
        <p:nvSpPr>
          <p:cNvPr id="35846" name="Rectangle 9"/>
          <p:cNvSpPr/>
          <p:nvPr/>
        </p:nvSpPr>
        <p:spPr>
          <a:xfrm>
            <a:off x="2555875" y="4725395"/>
            <a:ext cx="5829300" cy="891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如科学计算类软件、数据处理类软件、辅助设计类软件等。</a:t>
            </a:r>
          </a:p>
        </p:txBody>
      </p:sp>
      <p:sp>
        <p:nvSpPr>
          <p:cNvPr id="9" name="Rectangle 12"/>
          <p:cNvSpPr txBox="1">
            <a:spLocks noChangeArrowheads="1"/>
          </p:cNvSpPr>
          <p:nvPr/>
        </p:nvSpPr>
        <p:spPr bwMode="auto">
          <a:xfrm>
            <a:off x="563786" y="1412776"/>
            <a:ext cx="1631950" cy="5762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系统软件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7306" y="404664"/>
            <a:ext cx="9217024" cy="7747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  </a:t>
            </a:r>
            <a:r>
              <a:rPr lang="en-US" altLang="zh-CN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阅读：比尔·盖茨是怎样发家的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？</a:t>
            </a:r>
          </a:p>
        </p:txBody>
      </p:sp>
      <p:sp>
        <p:nvSpPr>
          <p:cNvPr id="36867" name="Rectangle 3"/>
          <p:cNvSpPr txBox="1"/>
          <p:nvPr>
            <p:custDataLst>
              <p:tags r:id="rId4"/>
            </p:custDataLst>
          </p:nvPr>
        </p:nvSpPr>
        <p:spPr>
          <a:xfrm>
            <a:off x="119698" y="1268760"/>
            <a:ext cx="8754268" cy="5256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/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1966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年，比尔盖茨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11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岁时，盖茨进入西雅图最著名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湖滨中学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学习，学校花巨资购置了一台计算机供学生们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了解、学习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，就此迷上了计算机。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lvl="0" indent="-342900"/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1973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年，盖茨被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哈佛录取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。哈佛是世界著名大学，来年，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第一台个人电脑问世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，他决定退学。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lvl="0" indent="-342900"/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1975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年，盖茨和他的好朋友保罗终于成立了自己的公司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——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微软公司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，在计算机界已小有名气。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42900" lvl="0" indent="-342900"/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1981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年，当时最大的计算机公司</a:t>
            </a:r>
            <a:r>
              <a:rPr lang="en" altLang="zh-CN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IBM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公司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正式展出其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新型个人计算机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，轰动一时，盖茨为</a:t>
            </a:r>
            <a:r>
              <a:rPr lang="en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IBM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公司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设计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微机操作系统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（用来协调计算机硬件和软件的程序）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——</a:t>
            </a:r>
            <a:r>
              <a:rPr lang="en-US" altLang="zh-CN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MS-DOS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（微软磁盘操作系统）</a:t>
            </a:r>
            <a:endParaRPr lang="en-US" altLang="zh-CN" sz="2100" b="1" u="sng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lvl="0" indent="-342900"/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随着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IBM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建立了行业标准，其他计算机制造商也很快采用了，后来</a:t>
            </a:r>
            <a:r>
              <a:rPr lang="en-US" altLang="zh-CN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MS-DOS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又被微软的另一种产品视窗操作系统所替代。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今天，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世界上</a:t>
            </a:r>
            <a:r>
              <a:rPr lang="en-US" altLang="zh-CN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80%</a:t>
            </a:r>
            <a:r>
              <a:rPr lang="zh-CN" altLang="en-US" sz="21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的微机都使用这一系统</a:t>
            </a:r>
            <a:r>
              <a:rPr lang="zh-CN" altLang="en-US" sz="21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。盖茨在每台带有视窗操作系统的计算机上都赚钱。现在，微软公司还生产文字处理、电子制表软件和其它许多应用软件。</a:t>
            </a:r>
            <a:endParaRPr lang="en-US" altLang="zh-CN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endParaRPr lang="zh-CN" altLang="en-US" sz="21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>
            <p:custDataLst>
              <p:tags r:id="rId2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3"/>
            </p:custDataLst>
          </p:nvPr>
        </p:nvPicPr>
        <p:blipFill>
          <a:blip r:embed="rId35" r:link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047875" y="61913"/>
            <a:ext cx="8540750" cy="765175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  <a:defRPr/>
            </a:pPr>
            <a:r>
              <a:rPr lang="en-US" altLang="zh-CN" sz="34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3、数据通信技术</a:t>
            </a:r>
          </a:p>
        </p:txBody>
      </p:sp>
      <p:sp>
        <p:nvSpPr>
          <p:cNvPr id="7" name="Rectangle 4"/>
          <p:cNvSpPr txBox="1"/>
          <p:nvPr>
            <p:custDataLst>
              <p:tags r:id="rId4"/>
            </p:custDataLst>
          </p:nvPr>
        </p:nvSpPr>
        <p:spPr>
          <a:xfrm>
            <a:off x="190817" y="872955"/>
            <a:ext cx="8674100" cy="161221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数据通信系统是以</a:t>
            </a:r>
            <a:r>
              <a:rPr lang="zh-CN" altLang="en-US" sz="26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计算机为中心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，结合分散在远程的</a:t>
            </a:r>
            <a:r>
              <a:rPr lang="zh-CN" altLang="en-US" sz="26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终端装置或其他计算机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，通过</a:t>
            </a:r>
            <a:r>
              <a:rPr lang="zh-CN" altLang="en-US" sz="26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通信线路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彼此连接起来，进行</a:t>
            </a:r>
            <a:r>
              <a:rPr lang="zh-CN" altLang="en-US" sz="2600" b="1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数据的传输、交换、存储和处理</a:t>
            </a:r>
            <a:r>
              <a:rPr lang="zh-CN" altLang="en-US" sz="2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的设备总称。</a:t>
            </a:r>
          </a:p>
        </p:txBody>
      </p:sp>
      <p:sp>
        <p:nvSpPr>
          <p:cNvPr id="38934" name="Text Box 6"/>
          <p:cNvSpPr txBox="1"/>
          <p:nvPr>
            <p:custDataLst>
              <p:tags r:id="rId5"/>
            </p:custDataLst>
          </p:nvPr>
        </p:nvSpPr>
        <p:spPr>
          <a:xfrm>
            <a:off x="6939984" y="4589397"/>
            <a:ext cx="1808480" cy="58356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计算机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（远程通信软件）</a:t>
            </a:r>
          </a:p>
        </p:txBody>
      </p:sp>
      <p:sp>
        <p:nvSpPr>
          <p:cNvPr id="38936" name="Rectangle 8"/>
          <p:cNvSpPr/>
          <p:nvPr>
            <p:custDataLst>
              <p:tags r:id="rId6"/>
            </p:custDataLst>
          </p:nvPr>
        </p:nvSpPr>
        <p:spPr>
          <a:xfrm>
            <a:off x="1092885" y="3478147"/>
            <a:ext cx="485140" cy="7493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37" name="Rectangle 9"/>
          <p:cNvSpPr/>
          <p:nvPr>
            <p:custDataLst>
              <p:tags r:id="rId7"/>
            </p:custDataLst>
          </p:nvPr>
        </p:nvSpPr>
        <p:spPr>
          <a:xfrm>
            <a:off x="1162100" y="3628007"/>
            <a:ext cx="346710" cy="44958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38" name="Rectangle 10"/>
          <p:cNvSpPr/>
          <p:nvPr>
            <p:custDataLst>
              <p:tags r:id="rId8"/>
            </p:custDataLst>
          </p:nvPr>
        </p:nvSpPr>
        <p:spPr>
          <a:xfrm>
            <a:off x="1023670" y="4377307"/>
            <a:ext cx="624205" cy="29972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39" name="AutoShape 11"/>
          <p:cNvSpPr/>
          <p:nvPr>
            <p:custDataLst>
              <p:tags r:id="rId9"/>
            </p:custDataLst>
          </p:nvPr>
        </p:nvSpPr>
        <p:spPr>
          <a:xfrm>
            <a:off x="1162100" y="4227447"/>
            <a:ext cx="346710" cy="149860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0"/>
            </a:schemeClr>
          </a:solidFill>
          <a:ln w="12700" cap="flat" cmpd="sng">
            <a:solidFill>
              <a:schemeClr val="dk1">
                <a:alpha val="10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0" name="Line 12"/>
          <p:cNvSpPr/>
          <p:nvPr/>
        </p:nvSpPr>
        <p:spPr>
          <a:xfrm>
            <a:off x="1439595" y="4527167"/>
            <a:ext cx="138430" cy="0"/>
          </a:xfrm>
          <a:prstGeom prst="line">
            <a:avLst/>
          </a:prstGeom>
          <a:ln w="28575" cap="flat" cmpd="sng">
            <a:solidFill>
              <a:srgbClr val="5F5F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41" name="Text Box 13"/>
          <p:cNvSpPr txBox="1"/>
          <p:nvPr/>
        </p:nvSpPr>
        <p:spPr>
          <a:xfrm>
            <a:off x="971600" y="3805807"/>
            <a:ext cx="36068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..</a:t>
            </a:r>
          </a:p>
        </p:txBody>
      </p:sp>
      <p:sp>
        <p:nvSpPr>
          <p:cNvPr id="38942" name="Rectangle 14"/>
          <p:cNvSpPr/>
          <p:nvPr>
            <p:custDataLst>
              <p:tags r:id="rId10"/>
            </p:custDataLst>
          </p:nvPr>
        </p:nvSpPr>
        <p:spPr>
          <a:xfrm>
            <a:off x="2548940" y="4077587"/>
            <a:ext cx="1040130" cy="599440"/>
          </a:xfrm>
          <a:prstGeom prst="rect">
            <a:avLst/>
          </a:prstGeom>
          <a:solidFill>
            <a:schemeClr val="accent6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3" name="Oval 15"/>
          <p:cNvSpPr/>
          <p:nvPr>
            <p:custDataLst>
              <p:tags r:id="rId11"/>
            </p:custDataLst>
          </p:nvPr>
        </p:nvSpPr>
        <p:spPr>
          <a:xfrm>
            <a:off x="2687370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4" name="Oval 16"/>
          <p:cNvSpPr/>
          <p:nvPr>
            <p:custDataLst>
              <p:tags r:id="rId12"/>
            </p:custDataLst>
          </p:nvPr>
        </p:nvSpPr>
        <p:spPr>
          <a:xfrm>
            <a:off x="2895015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5" name="Oval 17"/>
          <p:cNvSpPr/>
          <p:nvPr>
            <p:custDataLst>
              <p:tags r:id="rId13"/>
            </p:custDataLst>
          </p:nvPr>
        </p:nvSpPr>
        <p:spPr>
          <a:xfrm>
            <a:off x="3103295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6" name="Oval 18"/>
          <p:cNvSpPr/>
          <p:nvPr>
            <p:custDataLst>
              <p:tags r:id="rId14"/>
            </p:custDataLst>
          </p:nvPr>
        </p:nvSpPr>
        <p:spPr>
          <a:xfrm>
            <a:off x="3310940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7" name="Rectangle 19"/>
          <p:cNvSpPr/>
          <p:nvPr>
            <p:custDataLst>
              <p:tags r:id="rId15"/>
            </p:custDataLst>
          </p:nvPr>
        </p:nvSpPr>
        <p:spPr>
          <a:xfrm>
            <a:off x="5527109" y="4077587"/>
            <a:ext cx="1040130" cy="599440"/>
          </a:xfrm>
          <a:prstGeom prst="rect">
            <a:avLst/>
          </a:prstGeom>
          <a:solidFill>
            <a:schemeClr val="accent6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8" name="Oval 20"/>
          <p:cNvSpPr/>
          <p:nvPr>
            <p:custDataLst>
              <p:tags r:id="rId16"/>
            </p:custDataLst>
          </p:nvPr>
        </p:nvSpPr>
        <p:spPr>
          <a:xfrm>
            <a:off x="5665539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49" name="Oval 21"/>
          <p:cNvSpPr/>
          <p:nvPr>
            <p:custDataLst>
              <p:tags r:id="rId17"/>
            </p:custDataLst>
          </p:nvPr>
        </p:nvSpPr>
        <p:spPr>
          <a:xfrm>
            <a:off x="5873819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0" name="Oval 22"/>
          <p:cNvSpPr/>
          <p:nvPr>
            <p:custDataLst>
              <p:tags r:id="rId18"/>
            </p:custDataLst>
          </p:nvPr>
        </p:nvSpPr>
        <p:spPr>
          <a:xfrm>
            <a:off x="6081464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1" name="Oval 23"/>
          <p:cNvSpPr/>
          <p:nvPr>
            <p:custDataLst>
              <p:tags r:id="rId19"/>
            </p:custDataLst>
          </p:nvPr>
        </p:nvSpPr>
        <p:spPr>
          <a:xfrm>
            <a:off x="6289744" y="4227447"/>
            <a:ext cx="138430" cy="29972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2" name="Rectangle 24"/>
          <p:cNvSpPr/>
          <p:nvPr>
            <p:custDataLst>
              <p:tags r:id="rId20"/>
            </p:custDataLst>
          </p:nvPr>
        </p:nvSpPr>
        <p:spPr>
          <a:xfrm>
            <a:off x="7651819" y="3415917"/>
            <a:ext cx="485140" cy="7493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3" name="Rectangle 25"/>
          <p:cNvSpPr/>
          <p:nvPr>
            <p:custDataLst>
              <p:tags r:id="rId21"/>
            </p:custDataLst>
          </p:nvPr>
        </p:nvSpPr>
        <p:spPr>
          <a:xfrm>
            <a:off x="7721034" y="3565777"/>
            <a:ext cx="346710" cy="44958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4" name="Rectangle 26"/>
          <p:cNvSpPr/>
          <p:nvPr>
            <p:custDataLst>
              <p:tags r:id="rId22"/>
            </p:custDataLst>
          </p:nvPr>
        </p:nvSpPr>
        <p:spPr>
          <a:xfrm>
            <a:off x="7581969" y="4315077"/>
            <a:ext cx="624205" cy="299720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5" name="AutoShape 27"/>
          <p:cNvSpPr/>
          <p:nvPr>
            <p:custDataLst>
              <p:tags r:id="rId23"/>
            </p:custDataLst>
          </p:nvPr>
        </p:nvSpPr>
        <p:spPr>
          <a:xfrm>
            <a:off x="7721034" y="4165217"/>
            <a:ext cx="346710" cy="149860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0"/>
            </a:schemeClr>
          </a:solidFill>
          <a:ln w="12700" cap="flat" cmpd="sng">
            <a:solidFill>
              <a:schemeClr val="dk1">
                <a:alpha val="10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56" name="Line 28"/>
          <p:cNvSpPr/>
          <p:nvPr/>
        </p:nvSpPr>
        <p:spPr>
          <a:xfrm>
            <a:off x="7997894" y="4464937"/>
            <a:ext cx="138430" cy="0"/>
          </a:xfrm>
          <a:prstGeom prst="line">
            <a:avLst/>
          </a:prstGeom>
          <a:ln w="28575" cap="flat" cmpd="sng">
            <a:solidFill>
              <a:srgbClr val="5F5F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57" name="Text Box 29"/>
          <p:cNvSpPr txBox="1"/>
          <p:nvPr/>
        </p:nvSpPr>
        <p:spPr>
          <a:xfrm>
            <a:off x="7527359" y="3743577"/>
            <a:ext cx="36068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..</a:t>
            </a:r>
          </a:p>
        </p:txBody>
      </p:sp>
      <p:sp>
        <p:nvSpPr>
          <p:cNvPr id="38958" name="Line 30"/>
          <p:cNvSpPr/>
          <p:nvPr>
            <p:custDataLst>
              <p:tags r:id="rId24"/>
            </p:custDataLst>
          </p:nvPr>
        </p:nvSpPr>
        <p:spPr>
          <a:xfrm>
            <a:off x="1786305" y="4227447"/>
            <a:ext cx="62420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8959" name="Line 31"/>
          <p:cNvSpPr/>
          <p:nvPr>
            <p:custDataLst>
              <p:tags r:id="rId25"/>
            </p:custDataLst>
          </p:nvPr>
        </p:nvSpPr>
        <p:spPr>
          <a:xfrm>
            <a:off x="4174991" y="4030806"/>
            <a:ext cx="62420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60" name="Line 32"/>
          <p:cNvSpPr/>
          <p:nvPr>
            <p:custDataLst>
              <p:tags r:id="rId26"/>
            </p:custDataLst>
          </p:nvPr>
        </p:nvSpPr>
        <p:spPr>
          <a:xfrm flipH="1">
            <a:off x="4451851" y="4030806"/>
            <a:ext cx="346710" cy="44958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61" name="Line 33"/>
          <p:cNvSpPr/>
          <p:nvPr>
            <p:custDataLst>
              <p:tags r:id="rId27"/>
            </p:custDataLst>
          </p:nvPr>
        </p:nvSpPr>
        <p:spPr>
          <a:xfrm>
            <a:off x="4451851" y="4480386"/>
            <a:ext cx="62420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62" name="Line 34"/>
          <p:cNvSpPr/>
          <p:nvPr>
            <p:custDataLst>
              <p:tags r:id="rId28"/>
            </p:custDataLst>
          </p:nvPr>
        </p:nvSpPr>
        <p:spPr>
          <a:xfrm>
            <a:off x="6844099" y="4077587"/>
            <a:ext cx="624205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8963" name="Text Box 35"/>
          <p:cNvSpPr txBox="1"/>
          <p:nvPr>
            <p:custDataLst>
              <p:tags r:id="rId29"/>
            </p:custDataLst>
          </p:nvPr>
        </p:nvSpPr>
        <p:spPr>
          <a:xfrm>
            <a:off x="2533700" y="4701792"/>
            <a:ext cx="1097280" cy="64516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远程通信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处理器</a:t>
            </a:r>
          </a:p>
        </p:txBody>
      </p:sp>
      <p:sp>
        <p:nvSpPr>
          <p:cNvPr id="38964" name="Text Box 36"/>
          <p:cNvSpPr txBox="1"/>
          <p:nvPr>
            <p:custDataLst>
              <p:tags r:id="rId30"/>
            </p:custDataLst>
          </p:nvPr>
        </p:nvSpPr>
        <p:spPr>
          <a:xfrm>
            <a:off x="4003495" y="4690447"/>
            <a:ext cx="1338828" cy="646331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远程通信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信道和介质</a:t>
            </a:r>
          </a:p>
        </p:txBody>
      </p:sp>
      <p:sp>
        <p:nvSpPr>
          <p:cNvPr id="38917" name="文本框 1"/>
          <p:cNvSpPr txBox="1"/>
          <p:nvPr/>
        </p:nvSpPr>
        <p:spPr>
          <a:xfrm flipH="1">
            <a:off x="2339752" y="5275218"/>
            <a:ext cx="20193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调制解调器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38918" name="文本框 36"/>
          <p:cNvSpPr txBox="1"/>
          <p:nvPr/>
        </p:nvSpPr>
        <p:spPr>
          <a:xfrm flipH="1">
            <a:off x="3951674" y="5291916"/>
            <a:ext cx="2573337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>
              <a:buClrTx/>
              <a:buSzTx/>
              <a:buFontTx/>
              <a:defRPr kumimoji="1" sz="1800">
                <a:solidFill>
                  <a:srgbClr val="FF0000"/>
                </a:solidFill>
                <a:ea typeface="楷体" panose="02010609060101010101" charset="-122"/>
                <a:cs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latin typeface="+mn-lt"/>
                <a:ea typeface="+mn-ea"/>
              </a:defRPr>
            </a:lvl5pPr>
          </a:lstStyle>
          <a:p>
            <a:r>
              <a:rPr lang="en-US" altLang="zh-CN" dirty="0"/>
              <a:t>(</a:t>
            </a:r>
            <a:r>
              <a:rPr lang="zh-CN" altLang="en-US" dirty="0"/>
              <a:t>电话线、光纤</a:t>
            </a:r>
            <a:r>
              <a:rPr lang="en-US" altLang="zh-CN" dirty="0"/>
              <a:t>)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047875" y="61913"/>
            <a:ext cx="8540750" cy="765175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buClrTx/>
              <a:buSzTx/>
              <a:buFontTx/>
              <a:defRPr/>
            </a:pPr>
            <a:r>
              <a:rPr lang="en-US" altLang="zh-CN" sz="34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3、数据通信技术</a:t>
            </a:r>
          </a:p>
        </p:txBody>
      </p:sp>
      <p:sp>
        <p:nvSpPr>
          <p:cNvPr id="38921" name="文本框 1"/>
          <p:cNvSpPr txBox="1"/>
          <p:nvPr>
            <p:custDataLst>
              <p:tags r:id="rId4"/>
            </p:custDataLst>
          </p:nvPr>
        </p:nvSpPr>
        <p:spPr>
          <a:xfrm flipH="1">
            <a:off x="262642" y="1052736"/>
            <a:ext cx="8881358" cy="171739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信号传输方向：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单工：指数据传输只支持数据在一个方向上传输，如电视广播</a:t>
            </a:r>
            <a:endParaRPr lang="en-US" altLang="zh-CN" sz="24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双工：指二台通讯设备之间，允许有双向的资料传输。</a:t>
            </a:r>
            <a:endParaRPr lang="en-US" altLang="zh-CN" sz="24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1C8A23-BFDD-E50A-01C0-D0A0FB8630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5329" y="2636912"/>
            <a:ext cx="3733294" cy="12036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1738A1-9239-0D52-07DE-405B856EC0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804" y="4308628"/>
            <a:ext cx="3096344" cy="199583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13CF32A-39E9-A5AE-3912-C28842D03D59}"/>
              </a:ext>
            </a:extLst>
          </p:cNvPr>
          <p:cNvSpPr txBox="1"/>
          <p:nvPr/>
        </p:nvSpPr>
        <p:spPr>
          <a:xfrm>
            <a:off x="131465" y="2636912"/>
            <a:ext cx="4427984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800"/>
              </a:spcAft>
            </a:pPr>
            <a:r>
              <a:rPr lang="zh-CN" altLang="en-US" sz="2200" dirty="0">
                <a:solidFill>
                  <a:schemeClr val="dk1"/>
                </a:solidFill>
                <a:ea typeface="楷体" panose="02010609060101010101" charset="-122"/>
              </a:rPr>
              <a:t>两种双工模式：</a:t>
            </a:r>
            <a:endParaRPr lang="en-US" altLang="zh-CN" sz="22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全双工（</a:t>
            </a:r>
            <a:r>
              <a:rPr lang="en" altLang="zh-CN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full-duplex</a:t>
            </a:r>
            <a:r>
              <a:rPr lang="zh-CN" altLang="en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的系统允许二台设备间</a:t>
            </a:r>
            <a:r>
              <a:rPr lang="zh-CN" alt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同时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进行</a:t>
            </a:r>
            <a:r>
              <a:rPr lang="zh-CN" alt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双向数据传输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</a:t>
            </a:r>
            <a:endParaRPr lang="en-US" altLang="zh-CN" sz="22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/>
            <a:endParaRPr lang="en-US" altLang="zh-CN" sz="2200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半双工（</a:t>
            </a:r>
            <a:r>
              <a:rPr lang="en" altLang="zh-CN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half-duplex</a:t>
            </a:r>
            <a:r>
              <a:rPr lang="zh-CN" altLang="en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的系统允许二台设备之间的</a:t>
            </a:r>
            <a:r>
              <a:rPr lang="zh-CN" alt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双向数据传输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，但</a:t>
            </a:r>
            <a:r>
              <a:rPr lang="zh-CN" altLang="en-US" sz="2200" u="sng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不能同时</a:t>
            </a:r>
            <a:r>
              <a:rPr lang="zh-CN" alt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进行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3DD186-7F6C-C044-6E1C-284C15430DBB}"/>
              </a:ext>
            </a:extLst>
          </p:cNvPr>
          <p:cNvSpPr txBox="1"/>
          <p:nvPr/>
        </p:nvSpPr>
        <p:spPr>
          <a:xfrm>
            <a:off x="6156176" y="3869861"/>
            <a:ext cx="1424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手机之间</a:t>
            </a:r>
            <a:endParaRPr lang="zh-CN" altLang="en-US" sz="18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452542-926B-8DA6-C006-B135AE78C50D}"/>
              </a:ext>
            </a:extLst>
          </p:cNvPr>
          <p:cNvSpPr txBox="1"/>
          <p:nvPr/>
        </p:nvSpPr>
        <p:spPr>
          <a:xfrm>
            <a:off x="5979899" y="6373899"/>
            <a:ext cx="1424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chemeClr val="dk1"/>
                </a:solidFill>
                <a:ea typeface="楷体" panose="02010609060101010101" charset="-122"/>
              </a:defRPr>
            </a:lvl1pPr>
          </a:lstStyle>
          <a:p>
            <a:r>
              <a:rPr lang="zh-CN" altLang="en-US" dirty="0"/>
              <a:t>对讲机之间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513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3" name="图片 2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" name="Rectangle 868"/>
          <p:cNvSpPr/>
          <p:nvPr/>
        </p:nvSpPr>
        <p:spPr>
          <a:xfrm>
            <a:off x="275193" y="899890"/>
            <a:ext cx="8700210" cy="7937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根据网络应用范围和应用方式，计算机网络可分为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:</a:t>
            </a:r>
          </a:p>
        </p:txBody>
      </p:sp>
      <p:sp>
        <p:nvSpPr>
          <p:cNvPr id="5" name="Rectangle 869"/>
          <p:cNvSpPr>
            <a:spLocks noChangeArrowheads="1"/>
          </p:cNvSpPr>
          <p:nvPr/>
        </p:nvSpPr>
        <p:spPr bwMode="auto">
          <a:xfrm>
            <a:off x="374332" y="3501008"/>
            <a:ext cx="8229600" cy="7937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2A3BE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局域网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2A3BE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(LAN)</a:t>
            </a:r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指传输距离在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0.1-10km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，传送速率在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lMb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/s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～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10Mb/s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的</a:t>
            </a:r>
            <a:r>
              <a:rPr kumimoji="1" lang="zh-CN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范围较小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的一种网络。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AutoNum type="arabicPeriod"/>
              <a:defRPr/>
            </a:pPr>
            <a:r>
              <a:rPr lang="zh-CN" altLang="en-US" sz="18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广域网</a:t>
            </a:r>
            <a:r>
              <a:rPr lang="en-US" altLang="zh-CN" sz="18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(WAN)</a:t>
            </a:r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：是</a:t>
            </a:r>
            <a:r>
              <a:rPr lang="zh-CN" altLang="en-US" sz="18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局域网的扩展</a:t>
            </a:r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，一般由相距较远的局域网经由</a:t>
            </a:r>
            <a:r>
              <a:rPr lang="zh-CN" altLang="en-US" sz="18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公共电信网络互连而成</a:t>
            </a:r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，数据传输速率一般在</a:t>
            </a:r>
            <a:r>
              <a:rPr lang="en-US" altLang="zh-CN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1.2kbps</a:t>
            </a:r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～</a:t>
            </a:r>
            <a:r>
              <a:rPr lang="en-US" altLang="zh-CN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1.554Mbps</a:t>
            </a:r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，传输距离可遍及全球。</a:t>
            </a:r>
            <a:endParaRPr lang="en-US" altLang="zh-CN" sz="1800" b="1" dirty="0">
              <a:solidFill>
                <a:srgbClr val="000000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zh-CN" sz="2400" b="1" dirty="0">
              <a:solidFill>
                <a:srgbClr val="62A3BE"/>
              </a:solidFill>
              <a:ea typeface="楷体" panose="02010609060101010101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互联网（</a:t>
            </a:r>
            <a:r>
              <a:rPr lang="en-US" altLang="zh-CN" sz="20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Internet</a:t>
            </a:r>
            <a:r>
              <a:rPr lang="zh-CN" altLang="en-US" sz="2000" b="1" dirty="0">
                <a:solidFill>
                  <a:srgbClr val="62A3BE"/>
                </a:solidFill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：是一个由</a:t>
            </a:r>
            <a:r>
              <a:rPr lang="zh-CN" altLang="en-US" sz="20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无数个较小的网络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构成的复杂系统，其中包括了</a:t>
            </a:r>
            <a:r>
              <a:rPr lang="zh-CN" altLang="en-US" sz="20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广域网、局域网以及其他各种网络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，是</a:t>
            </a:r>
            <a:r>
              <a:rPr lang="zh-CN" altLang="en-US" sz="20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全球最大的公共互连网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，它允许世界各地的计算机和其他设备通过</a:t>
            </a:r>
            <a:r>
              <a:rPr lang="en" altLang="zh-CN" sz="20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TCP/IP</a:t>
            </a:r>
            <a:r>
              <a:rPr lang="zh-CN" altLang="en-US" sz="2000" b="1" u="sng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协议</a:t>
            </a:r>
            <a:r>
              <a:rPr lang="zh-CN" altLang="en-US" sz="2000" b="1" dirty="0">
                <a:solidFill>
                  <a:srgbClr val="000000"/>
                </a:solidFill>
                <a:ea typeface="楷体" panose="02010609060101010101" charset="-122"/>
                <a:cs typeface="微软雅黑" panose="020B0503020204020204" pitchFamily="34" charset="-122"/>
              </a:rPr>
              <a:t>进行互联互通，从而实现了信息的快速传播和共享。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AA509FA-B277-8DF9-4807-33CD1377A63A}"/>
              </a:ext>
            </a:extLst>
          </p:cNvPr>
          <p:cNvSpPr txBox="1">
            <a:spLocks noChangeArrowheads="1"/>
          </p:cNvSpPr>
          <p:nvPr/>
        </p:nvSpPr>
        <p:spPr>
          <a:xfrm>
            <a:off x="-2047875" y="61913"/>
            <a:ext cx="8540750" cy="765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rtlCol="0" anchor="ctr" anchorCtr="0" compatLnSpc="1">
            <a:noAutofit/>
          </a:bodyPr>
          <a:lstStyle>
            <a:lvl1pPr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1" sz="4400" b="1" u="none" strike="noStrike" kern="1200" cap="none" spc="200" normalizeH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Tx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>
              <a:defRPr/>
            </a:pPr>
            <a:r>
              <a:rPr lang="en-US" altLang="zh-CN" sz="340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3、数据通信技术</a:t>
            </a:r>
            <a:endParaRPr lang="en-US" altLang="zh-CN" sz="3400" dirty="0">
              <a:solidFill>
                <a:schemeClr val="accent1"/>
              </a:solidFill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762000" y="4572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u="none" strike="noStrike" baseline="0" dirty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第2章 信息系统技术基础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1763688" y="2276872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信息技术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数据技术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节  数据库技术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8239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2411760" y="1412776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spcBef>
                <a:spcPct val="100000"/>
              </a:spcBef>
              <a:buClr>
                <a:srgbClr val="002060"/>
              </a:buClr>
              <a:buSzTx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数据处理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100000"/>
              </a:spcBef>
              <a:buClr>
                <a:srgbClr val="002060"/>
              </a:buClr>
              <a:buSzTx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数据组织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spcBef>
                <a:spcPct val="100000"/>
              </a:spcBef>
              <a:buClr>
                <a:srgbClr val="002060"/>
              </a:buClr>
              <a:buSzTx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数据库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8766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9" r:link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4034" name="Rectangle 5"/>
          <p:cNvSpPr/>
          <p:nvPr>
            <p:custDataLst>
              <p:tags r:id="rId4"/>
            </p:custDataLst>
          </p:nvPr>
        </p:nvSpPr>
        <p:spPr>
          <a:xfrm>
            <a:off x="1477019" y="3429075"/>
            <a:ext cx="1266825" cy="585788"/>
          </a:xfrm>
          <a:prstGeom prst="rect">
            <a:avLst/>
          </a:prstGeom>
          <a:solidFill>
            <a:schemeClr val="accent2">
              <a:alpha val="83136"/>
            </a:scheme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对象</a:t>
            </a:r>
          </a:p>
        </p:txBody>
      </p:sp>
      <p:sp>
        <p:nvSpPr>
          <p:cNvPr id="44035" name="Rectangle 6"/>
          <p:cNvSpPr/>
          <p:nvPr>
            <p:custDataLst>
              <p:tags r:id="rId5"/>
            </p:custDataLst>
          </p:nvPr>
        </p:nvSpPr>
        <p:spPr>
          <a:xfrm>
            <a:off x="4750444" y="3429075"/>
            <a:ext cx="1266825" cy="585788"/>
          </a:xfrm>
          <a:prstGeom prst="rect">
            <a:avLst/>
          </a:prstGeom>
          <a:solidFill>
            <a:schemeClr val="accent2">
              <a:alpha val="83136"/>
            </a:scheme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</a:t>
            </a:r>
          </a:p>
        </p:txBody>
      </p:sp>
      <p:sp>
        <p:nvSpPr>
          <p:cNvPr id="44036" name="Rectangle 7"/>
          <p:cNvSpPr/>
          <p:nvPr>
            <p:custDataLst>
              <p:tags r:id="rId6"/>
            </p:custDataLst>
          </p:nvPr>
        </p:nvSpPr>
        <p:spPr>
          <a:xfrm>
            <a:off x="4750444" y="5256288"/>
            <a:ext cx="1266825" cy="584200"/>
          </a:xfrm>
          <a:prstGeom prst="rect">
            <a:avLst/>
          </a:prstGeom>
          <a:solidFill>
            <a:schemeClr val="accent2">
              <a:alpha val="83136"/>
            </a:scheme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信息</a:t>
            </a:r>
          </a:p>
        </p:txBody>
      </p:sp>
      <p:sp>
        <p:nvSpPr>
          <p:cNvPr id="44037" name="Rectangle 8"/>
          <p:cNvSpPr/>
          <p:nvPr>
            <p:custDataLst>
              <p:tags r:id="rId7"/>
            </p:custDataLst>
          </p:nvPr>
        </p:nvSpPr>
        <p:spPr>
          <a:xfrm>
            <a:off x="1477019" y="5256288"/>
            <a:ext cx="1266825" cy="584200"/>
          </a:xfrm>
          <a:prstGeom prst="rect">
            <a:avLst/>
          </a:prstGeom>
          <a:solidFill>
            <a:schemeClr val="accent2">
              <a:alpha val="83136"/>
            </a:schemeClr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知识</a:t>
            </a:r>
          </a:p>
        </p:txBody>
      </p:sp>
      <p:sp>
        <p:nvSpPr>
          <p:cNvPr id="44039" name="AutoShape 10"/>
          <p:cNvSpPr/>
          <p:nvPr>
            <p:custDataLst>
              <p:tags r:id="rId8"/>
            </p:custDataLst>
          </p:nvPr>
        </p:nvSpPr>
        <p:spPr>
          <a:xfrm>
            <a:off x="3048644" y="3546550"/>
            <a:ext cx="1484313" cy="350838"/>
          </a:xfrm>
          <a:prstGeom prst="rightArrow">
            <a:avLst>
              <a:gd name="adj1" fmla="val 50000"/>
              <a:gd name="adj2" fmla="val 94624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40" name="AutoShape 11"/>
          <p:cNvSpPr/>
          <p:nvPr>
            <p:custDataLst>
              <p:tags r:id="rId9"/>
            </p:custDataLst>
          </p:nvPr>
        </p:nvSpPr>
        <p:spPr>
          <a:xfrm>
            <a:off x="2961332" y="5345188"/>
            <a:ext cx="1571625" cy="350837"/>
          </a:xfrm>
          <a:prstGeom prst="leftArrow">
            <a:avLst>
              <a:gd name="adj1" fmla="val 50000"/>
              <a:gd name="adj2" fmla="val 10019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41" name="Rectangle 12"/>
          <p:cNvSpPr/>
          <p:nvPr>
            <p:custDataLst>
              <p:tags r:id="rId10"/>
            </p:custDataLst>
          </p:nvPr>
        </p:nvSpPr>
        <p:spPr>
          <a:xfrm>
            <a:off x="2743844" y="2636912"/>
            <a:ext cx="1571625" cy="1290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识别、检测、表达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EB5FEE8-1E1A-445E-A9ED-450068CA0CFB}"/>
              </a:ext>
            </a:extLst>
          </p:cNvPr>
          <p:cNvGrpSpPr/>
          <p:nvPr/>
        </p:nvGrpSpPr>
        <p:grpSpPr>
          <a:xfrm>
            <a:off x="6468119" y="3857700"/>
            <a:ext cx="1992313" cy="1641475"/>
            <a:chOff x="6467475" y="2825750"/>
            <a:chExt cx="1992313" cy="1641475"/>
          </a:xfrm>
        </p:grpSpPr>
        <p:sp>
          <p:nvSpPr>
            <p:cNvPr id="44038" name="AutoShape 9"/>
            <p:cNvSpPr/>
            <p:nvPr>
              <p:custDataLst>
                <p:tags r:id="rId15"/>
              </p:custDataLst>
            </p:nvPr>
          </p:nvSpPr>
          <p:spPr>
            <a:xfrm>
              <a:off x="6467475" y="2825750"/>
              <a:ext cx="1004888" cy="1641475"/>
            </a:xfrm>
            <a:prstGeom prst="curvedLeftArrow">
              <a:avLst>
                <a:gd name="adj1" fmla="val 17120"/>
                <a:gd name="adj2" fmla="val 53648"/>
                <a:gd name="adj3" fmla="val 295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042" name="Rectangle 13"/>
            <p:cNvSpPr/>
            <p:nvPr>
              <p:custDataLst>
                <p:tags r:id="rId16"/>
              </p:custDataLst>
            </p:nvPr>
          </p:nvSpPr>
          <p:spPr>
            <a:xfrm>
              <a:off x="7631113" y="2825750"/>
              <a:ext cx="828675" cy="12890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转变、</a:t>
              </a: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处理</a:t>
              </a:r>
            </a:p>
          </p:txBody>
        </p:sp>
      </p:grpSp>
      <p:sp>
        <p:nvSpPr>
          <p:cNvPr id="44043" name="Rectangle 14"/>
          <p:cNvSpPr/>
          <p:nvPr>
            <p:custDataLst>
              <p:tags r:id="rId11"/>
            </p:custDataLst>
          </p:nvPr>
        </p:nvSpPr>
        <p:spPr>
          <a:xfrm>
            <a:off x="3088331" y="5345188"/>
            <a:ext cx="1484313" cy="1289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获取、创造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048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1、数据处理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E86870A-AFE1-4239-9E0E-AA81ED4040F2}"/>
              </a:ext>
            </a:extLst>
          </p:cNvPr>
          <p:cNvGrpSpPr/>
          <p:nvPr/>
        </p:nvGrpSpPr>
        <p:grpSpPr>
          <a:xfrm>
            <a:off x="6468119" y="3859243"/>
            <a:ext cx="1992313" cy="1641475"/>
            <a:chOff x="6467475" y="2825750"/>
            <a:chExt cx="1992313" cy="1641475"/>
          </a:xfrm>
        </p:grpSpPr>
        <p:sp>
          <p:nvSpPr>
            <p:cNvPr id="17" name="AutoShape 9">
              <a:extLst>
                <a:ext uri="{FF2B5EF4-FFF2-40B4-BE49-F238E27FC236}">
                  <a16:creationId xmlns:a16="http://schemas.microsoft.com/office/drawing/2014/main" id="{23915ECD-DDAC-4A91-9FFA-1C86EAD778F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467475" y="2825750"/>
              <a:ext cx="1004888" cy="1641475"/>
            </a:xfrm>
            <a:prstGeom prst="curvedLeftArrow">
              <a:avLst>
                <a:gd name="adj1" fmla="val 17120"/>
                <a:gd name="adj2" fmla="val 53648"/>
                <a:gd name="adj3" fmla="val 29500"/>
              </a:avLst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9D902BFD-A51C-4D45-9B60-19371E26C3A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631113" y="2825750"/>
              <a:ext cx="828675" cy="12890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转变、</a:t>
              </a: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处理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6F986B4-4264-C923-D5DE-0C0715A27AC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 flipH="1">
            <a:off x="839356" y="1533245"/>
            <a:ext cx="80003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</a:t>
            </a:r>
            <a:r>
              <a:rPr kumimoji="1" lang="zh-CN" altLang="en-US" b="1" dirty="0">
                <a:solidFill>
                  <a:schemeClr val="dk1"/>
                </a:solidFill>
                <a:ea typeface="楷体" panose="02010609060101010101" charset="-122"/>
              </a:rPr>
              <a:t>处理：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把来自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科学研究、生产实践和社会经济活动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领域中的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原始数据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，用一定的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设备和手段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，按一定的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使用要求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，加工成</a:t>
            </a:r>
            <a:r>
              <a:rPr kumimoji="1" lang="zh-CN" altLang="en-US" u="sng" dirty="0">
                <a:solidFill>
                  <a:schemeClr val="dk1"/>
                </a:solidFill>
                <a:ea typeface="楷体" panose="02010609060101010101" charset="-122"/>
              </a:rPr>
              <a:t>另一种形式的数据</a:t>
            </a:r>
            <a:r>
              <a:rPr kumimoji="1" lang="zh-CN" altLang="en-US" dirty="0">
                <a:solidFill>
                  <a:schemeClr val="dk1"/>
                </a:solidFill>
                <a:ea typeface="楷体" panose="02010609060101010101" charset="-122"/>
              </a:rPr>
              <a:t>的过程。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6083" name="Rectangle 6"/>
          <p:cNvSpPr/>
          <p:nvPr>
            <p:custDataLst>
              <p:tags r:id="rId4"/>
            </p:custDataLst>
          </p:nvPr>
        </p:nvSpPr>
        <p:spPr>
          <a:xfrm>
            <a:off x="539552" y="620688"/>
            <a:ext cx="3055344" cy="461665"/>
          </a:xfrm>
          <a:prstGeom prst="rect">
            <a:avLst/>
          </a:prstGeom>
          <a:solidFill>
            <a:schemeClr val="accent2"/>
          </a:solidFill>
          <a:ln w="9525">
            <a:noFill/>
          </a:ln>
          <a:effectLst>
            <a:outerShdw dist="107763" dir="18900000" algn="ctr" rotWithShape="0">
              <a:schemeClr val="lt2">
                <a:alpha val="50000"/>
              </a:schemeClr>
            </a:outerShdw>
          </a:effectLst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数据处理基本内容：</a:t>
            </a: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 flipH="1">
            <a:off x="931491" y="1077889"/>
            <a:ext cx="6580188" cy="23069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数据收集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数据转换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数据分组、筛选与排序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数据运算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200" cap="none" spc="0" normalizeH="0" baseline="0" noProof="0" dirty="0">
                <a:solidFill>
                  <a:schemeClr val="dk1"/>
                </a:solidFill>
                <a:ea typeface="楷体" panose="02010609060101010101" charset="-122"/>
                <a:cs typeface="+mn-cs"/>
              </a:rPr>
              <a:t>数据存储</a:t>
            </a: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1" lang="en-US" altLang="zh-CN" sz="2400" kern="1200" cap="none" spc="0" normalizeH="0" baseline="0" noProof="0" dirty="0">
              <a:solidFill>
                <a:schemeClr val="dk1"/>
              </a:solidFill>
              <a:ea typeface="楷体" panose="02010609060101010101" charset="-122"/>
              <a:cs typeface="+mn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3A5CA4D-6EAD-4DE2-AB32-9B451D76BC0D}"/>
              </a:ext>
            </a:extLst>
          </p:cNvPr>
          <p:cNvGrpSpPr/>
          <p:nvPr/>
        </p:nvGrpSpPr>
        <p:grpSpPr>
          <a:xfrm>
            <a:off x="683568" y="2527025"/>
            <a:ext cx="8456962" cy="1998370"/>
            <a:chOff x="1331640" y="3319112"/>
            <a:chExt cx="8456962" cy="1998370"/>
          </a:xfrm>
        </p:grpSpPr>
        <p:sp>
          <p:nvSpPr>
            <p:cNvPr id="46084" name="Rectangle 7"/>
            <p:cNvSpPr/>
            <p:nvPr>
              <p:custDataLst>
                <p:tags r:id="rId8"/>
              </p:custDataLst>
            </p:nvPr>
          </p:nvSpPr>
          <p:spPr>
            <a:xfrm>
              <a:off x="1331640" y="4016276"/>
              <a:ext cx="3044948" cy="461665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  <a:effectLst>
              <a:outerShdw dist="107763" dir="18900000" algn="ctr" rotWithShape="0">
                <a:schemeClr val="lt2">
                  <a:alpha val="50000"/>
                </a:schemeClr>
              </a:outerShdw>
            </a:effectLst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lt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一定的方法和手段：</a:t>
              </a:r>
            </a:p>
          </p:txBody>
        </p:sp>
        <p:sp>
          <p:nvSpPr>
            <p:cNvPr id="46091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1619250" y="4436964"/>
              <a:ext cx="3916457" cy="8309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线性结构（农历节气表）</a:t>
              </a:r>
              <a:endParaRPr lang="en-US" altLang="zh-CN" sz="2400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endParaRPr>
            </a:p>
            <a:p>
              <a:pPr marL="342900" lvl="0" indent="-34290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非线性结构（学校）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CE46D7E-8212-415E-89BC-40AF42135C76}"/>
                </a:ext>
              </a:extLst>
            </p:cNvPr>
            <p:cNvGrpSpPr/>
            <p:nvPr/>
          </p:nvGrpSpPr>
          <p:grpSpPr>
            <a:xfrm>
              <a:off x="4376588" y="3319112"/>
              <a:ext cx="5412014" cy="1998370"/>
              <a:chOff x="4306327" y="3537103"/>
              <a:chExt cx="5412014" cy="199837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29D22EBD-FCAA-47EE-90CD-4B5D1F58F4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38033" y="3678425"/>
                <a:ext cx="3224795" cy="1857048"/>
              </a:xfrm>
              <a:prstGeom prst="rect">
                <a:avLst/>
              </a:prstGeom>
            </p:spPr>
          </p:pic>
          <p:sp>
            <p:nvSpPr>
              <p:cNvPr id="8" name="箭头: 右 7">
                <a:extLst>
                  <a:ext uri="{FF2B5EF4-FFF2-40B4-BE49-F238E27FC236}">
                    <a16:creationId xmlns:a16="http://schemas.microsoft.com/office/drawing/2014/main" id="{A10C14A4-FCEC-4ADE-9E4F-E56752DF4867}"/>
                  </a:ext>
                </a:extLst>
              </p:cNvPr>
              <p:cNvSpPr/>
              <p:nvPr/>
            </p:nvSpPr>
            <p:spPr>
              <a:xfrm>
                <a:off x="4306327" y="4167222"/>
                <a:ext cx="647556" cy="594464"/>
              </a:xfrm>
              <a:prstGeom prst="rightArrow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087" name="Text Box 10"/>
              <p:cNvSpPr txBox="1"/>
              <p:nvPr/>
            </p:nvSpPr>
            <p:spPr>
              <a:xfrm>
                <a:off x="5313102" y="3537103"/>
                <a:ext cx="4405239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charset="-122"/>
                  </a:rPr>
                  <a:t>决定了数据处理的效率</a:t>
                </a: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723DBC6-F17A-40BF-903D-D81DA5A3E8ED}"/>
              </a:ext>
            </a:extLst>
          </p:cNvPr>
          <p:cNvGrpSpPr/>
          <p:nvPr/>
        </p:nvGrpSpPr>
        <p:grpSpPr>
          <a:xfrm>
            <a:off x="683568" y="4486268"/>
            <a:ext cx="7674054" cy="1519456"/>
            <a:chOff x="1283495" y="5284004"/>
            <a:chExt cx="7674054" cy="151945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863535C-9503-441F-BF53-7FC8DF7D2E8C}"/>
                </a:ext>
              </a:extLst>
            </p:cNvPr>
            <p:cNvGrpSpPr/>
            <p:nvPr/>
          </p:nvGrpSpPr>
          <p:grpSpPr>
            <a:xfrm>
              <a:off x="1283495" y="5431308"/>
              <a:ext cx="7674054" cy="1372152"/>
              <a:chOff x="1283495" y="5431308"/>
              <a:chExt cx="7674054" cy="137215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86EC042D-71A9-4D15-BFDC-6F95A49193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447" y="5431308"/>
                <a:ext cx="6591300" cy="647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2412EAE4-9FC7-4710-9E5F-8AFF315FBA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83495" y="6165285"/>
                <a:ext cx="6602252" cy="6381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5308AE7-01EB-4210-8034-D3D1E012546F}"/>
                  </a:ext>
                </a:extLst>
              </p:cNvPr>
              <p:cNvSpPr txBox="1"/>
              <p:nvPr/>
            </p:nvSpPr>
            <p:spPr>
              <a:xfrm>
                <a:off x="7849553" y="5501419"/>
                <a:ext cx="1107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>
                    <a:solidFill>
                      <a:schemeClr val="dk1"/>
                    </a:solidFill>
                    <a:ea typeface="楷体" panose="02010609060101010101" charset="-122"/>
                  </a:rPr>
                  <a:t>顺序表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8A28507-716C-4216-84CB-C118F80CC423}"/>
                  </a:ext>
                </a:extLst>
              </p:cNvPr>
              <p:cNvSpPr txBox="1"/>
              <p:nvPr/>
            </p:nvSpPr>
            <p:spPr>
              <a:xfrm>
                <a:off x="7911346" y="6205095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>
                    <a:solidFill>
                      <a:schemeClr val="dk1"/>
                    </a:solidFill>
                    <a:ea typeface="楷体" panose="02010609060101010101" charset="-122"/>
                  </a:rPr>
                  <a:t>链表</a:t>
                </a:r>
              </a:p>
            </p:txBody>
          </p:sp>
        </p:grpSp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C50A705B-5640-4B75-BC7C-4A6503FC1B7B}"/>
                </a:ext>
              </a:extLst>
            </p:cNvPr>
            <p:cNvSpPr/>
            <p:nvPr/>
          </p:nvSpPr>
          <p:spPr>
            <a:xfrm rot="5400000">
              <a:off x="6652449" y="5287436"/>
              <a:ext cx="475365" cy="468502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478DB47-CDFE-4FEE-924C-E8335E669AB4}"/>
              </a:ext>
            </a:extLst>
          </p:cNvPr>
          <p:cNvGrpSpPr/>
          <p:nvPr/>
        </p:nvGrpSpPr>
        <p:grpSpPr>
          <a:xfrm>
            <a:off x="755576" y="4997015"/>
            <a:ext cx="6695517" cy="1030239"/>
            <a:chOff x="4874292" y="1881329"/>
            <a:chExt cx="6695517" cy="103023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BF5C280-62C4-45EF-8B19-20493FA4D53B}"/>
                </a:ext>
              </a:extLst>
            </p:cNvPr>
            <p:cNvGrpSpPr/>
            <p:nvPr/>
          </p:nvGrpSpPr>
          <p:grpSpPr>
            <a:xfrm>
              <a:off x="4874292" y="1990818"/>
              <a:ext cx="6695517" cy="920750"/>
              <a:chOff x="7368450" y="1860349"/>
              <a:chExt cx="6695517" cy="920750"/>
            </a:xfrm>
          </p:grpSpPr>
          <p:sp>
            <p:nvSpPr>
              <p:cNvPr id="46085" name="Rectangle 8"/>
              <p:cNvSpPr/>
              <p:nvPr>
                <p:custDataLst>
                  <p:tags r:id="rId6"/>
                </p:custDataLst>
              </p:nvPr>
            </p:nvSpPr>
            <p:spPr>
              <a:xfrm>
                <a:off x="7368450" y="1882574"/>
                <a:ext cx="2628900" cy="46037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  <a:effectLst>
                <a:outerShdw dist="107763" dir="18900000" algn="ctr" rotWithShape="0">
                  <a:schemeClr val="lt2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chemeClr val="lt1"/>
                    </a:solidFill>
                    <a:latin typeface="Times New Roman" panose="02020603050405020304" pitchFamily="18" charset="0"/>
                    <a:ea typeface="楷体" panose="02010609060101010101" charset="-122"/>
                  </a:rPr>
                  <a:t>输出</a:t>
                </a:r>
              </a:p>
            </p:txBody>
          </p:sp>
          <p:sp>
            <p:nvSpPr>
              <p:cNvPr id="46088" name="Text Box 11"/>
              <p:cNvSpPr txBox="1"/>
              <p:nvPr/>
            </p:nvSpPr>
            <p:spPr>
              <a:xfrm>
                <a:off x="11098090" y="1860349"/>
                <a:ext cx="2965877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charset="-122"/>
                  </a:rPr>
                  <a:t>       数据处理的归宿</a:t>
                </a:r>
              </a:p>
            </p:txBody>
          </p:sp>
          <p:sp>
            <p:nvSpPr>
              <p:cNvPr id="46090" name="文本框 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711052" y="2320724"/>
                <a:ext cx="1706880" cy="4603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楷体" panose="02010609060101010101" charset="-122"/>
                  </a:rPr>
                  <a:t>各类图表等</a:t>
                </a:r>
              </a:p>
            </p:txBody>
          </p:sp>
        </p:grp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1B5EDAB4-F5BE-4843-81E7-897AD7D68815}"/>
                </a:ext>
              </a:extLst>
            </p:cNvPr>
            <p:cNvSpPr/>
            <p:nvPr/>
          </p:nvSpPr>
          <p:spPr>
            <a:xfrm>
              <a:off x="7929636" y="1881329"/>
              <a:ext cx="647556" cy="594464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48130" name="Rectangle 5"/>
          <p:cNvSpPr/>
          <p:nvPr/>
        </p:nvSpPr>
        <p:spPr>
          <a:xfrm>
            <a:off x="466056" y="1421877"/>
            <a:ext cx="8496300" cy="3851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、把数据转换成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便于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观察分析、传送或进一步处理的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形式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ps.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成绩分析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、从大量的原始数据中抽取、推导出对于人们有价值的信息以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作为行动和决策的依据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ps. 啤酒与尿布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、科学地保存和管理已经处理的大量数据，以便人们能方便而充分地利用这些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宝贵的信息资源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ps. 数据宝藏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" name="矩形 1"/>
          <p:cNvSpPr/>
          <p:nvPr/>
        </p:nvSpPr>
        <p:spPr>
          <a:xfrm>
            <a:off x="468313" y="692150"/>
            <a:ext cx="156019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j-cs"/>
              </a:rPr>
              <a:t>目的：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pic>
        <p:nvPicPr>
          <p:cNvPr id="50178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223" y="1620837"/>
            <a:ext cx="8207375" cy="3616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11188" y="333375"/>
            <a:ext cx="640908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实例</a:t>
            </a:r>
            <a:r>
              <a:rPr kumimoji="1" lang="zh-C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kumimoji="1" lang="zh-CN" altLang="en-US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原始分布</a:t>
            </a:r>
            <a:r>
              <a:rPr kumimoji="1" lang="en-US" altLang="zh-CN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—&gt;</a:t>
            </a:r>
            <a:r>
              <a:rPr kumimoji="1" lang="zh-CN" altLang="en-US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微软雅黑" panose="020B0503020204020204" pitchFamily="34" charset="-122"/>
              </a:rPr>
              <a:t>累加</a:t>
            </a:r>
            <a:endParaRPr kumimoji="1" lang="en-US" altLang="zh-CN" sz="3200" b="1" kern="1200" cap="none" spc="0" normalizeH="0" baseline="0" noProof="0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  <a:cs typeface="微软雅黑" panose="020B0503020204020204" pitchFamily="34" charset="-122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1" lang="en-US" altLang="zh-CN" sz="3200" b="1" kern="1200" cap="none" spc="0" normalizeH="0" baseline="0" noProof="0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2、数据组织</a:t>
            </a:r>
          </a:p>
        </p:txBody>
      </p:sp>
      <p:sp>
        <p:nvSpPr>
          <p:cNvPr id="52227" name="Rectangle 22"/>
          <p:cNvSpPr/>
          <p:nvPr>
            <p:custDataLst>
              <p:tags r:id="rId4"/>
            </p:custDataLst>
          </p:nvPr>
        </p:nvSpPr>
        <p:spPr>
          <a:xfrm>
            <a:off x="10319" y="1307502"/>
            <a:ext cx="8882856" cy="36337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数据组织：</a:t>
            </a:r>
            <a:r>
              <a:rPr lang="zh-CN" altLang="en-US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按照一定的方式和规则，对数据进行归并、存储、处理的过程。数据的逻辑组织：</a:t>
            </a:r>
            <a:endParaRPr lang="en-US" altLang="zh-CN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2AA9D38-C972-A3F7-5B30-7B9B594991F7}"/>
              </a:ext>
            </a:extLst>
          </p:cNvPr>
          <p:cNvSpPr txBox="1"/>
          <p:nvPr/>
        </p:nvSpPr>
        <p:spPr>
          <a:xfrm>
            <a:off x="574619" y="2576446"/>
            <a:ext cx="8295378" cy="30315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6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数据项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是组成数据系统的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最小基本单位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。它的作用是描述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一个数据处理对象的某些属性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6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记录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与数据处理对象有关的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一切数据项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构成该对象的一条记录。标识记录的数据项称为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关键项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</a:t>
            </a:r>
            <a:r>
              <a:rPr lang="en-US" altLang="zh-CN" sz="26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文件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相关（同类）记录的集合</a:t>
            </a:r>
          </a:p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6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数据库</a:t>
            </a:r>
            <a:r>
              <a:rPr lang="zh-CN" altLang="en-US" sz="26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按一定方式组织起来的、逻辑相关的文件集合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58370" name="Text Box 2"/>
          <p:cNvSpPr txBox="1"/>
          <p:nvPr>
            <p:custDataLst>
              <p:tags r:id="rId4"/>
            </p:custDataLst>
          </p:nvPr>
        </p:nvSpPr>
        <p:spPr>
          <a:xfrm>
            <a:off x="685800" y="426178"/>
            <a:ext cx="8173258" cy="1600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例：指出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“学生基本情况”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表格中的数据项、记录、文件，都是什么？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1027" name="Text Box 3"/>
          <p:cNvSpPr txBox="1"/>
          <p:nvPr/>
        </p:nvSpPr>
        <p:spPr>
          <a:xfrm>
            <a:off x="685800" y="3716249"/>
            <a:ext cx="8528620" cy="27699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“学号” 、“姓名” 、“年龄” 、“性别”是</a:t>
            </a:r>
            <a:r>
              <a:rPr lang="en-US" altLang="zh-CN" sz="24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数据项</a:t>
            </a:r>
            <a:r>
              <a:rPr lang="zh-CN" altLang="en-US" sz="24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名</a:t>
            </a:r>
            <a:endParaRPr lang="en-US" altLang="zh-CN" sz="24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08936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”是一个</a:t>
            </a:r>
            <a:r>
              <a:rPr lang="zh-CN" altLang="en-US" sz="24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数据项</a:t>
            </a: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08936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，张三，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，男”是为一条</a:t>
            </a:r>
            <a:r>
              <a:rPr lang="en-US" altLang="zh-CN" sz="2400" b="1" dirty="0" err="1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记录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“学生基本情况”构成一个</a:t>
            </a:r>
            <a:r>
              <a:rPr lang="en-US" altLang="zh-CN" sz="24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文件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02C0245-92A6-4C27-C72F-0589F72AF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98429"/>
              </p:ext>
            </p:extLst>
          </p:nvPr>
        </p:nvGraphicFramePr>
        <p:xfrm>
          <a:off x="1331640" y="1556792"/>
          <a:ext cx="60960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818283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764197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4230721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41214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学号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姓名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年龄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性别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08936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张三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23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男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1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08937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李四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22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男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06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08938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王五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23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女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941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6419" name="Rectangle 35"/>
          <p:cNvSpPr>
            <a:spLocks noChangeArrowheads="1"/>
          </p:cNvSpPr>
          <p:nvPr/>
        </p:nvSpPr>
        <p:spPr bwMode="auto">
          <a:xfrm>
            <a:off x="-1430337" y="942023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数据组织的层次</a:t>
            </a:r>
          </a:p>
        </p:txBody>
      </p:sp>
      <p:sp>
        <p:nvSpPr>
          <p:cNvPr id="59399" name="Text Box 4"/>
          <p:cNvSpPr txBox="1"/>
          <p:nvPr/>
        </p:nvSpPr>
        <p:spPr>
          <a:xfrm>
            <a:off x="1043305" y="1646555"/>
            <a:ext cx="2159000" cy="5035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数据的层次</a:t>
            </a:r>
          </a:p>
        </p:txBody>
      </p:sp>
      <p:sp>
        <p:nvSpPr>
          <p:cNvPr id="59400" name="Text Box 5"/>
          <p:cNvSpPr txBox="1"/>
          <p:nvPr/>
        </p:nvSpPr>
        <p:spPr>
          <a:xfrm>
            <a:off x="3594100" y="1646555"/>
            <a:ext cx="1962150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举例</a:t>
            </a:r>
          </a:p>
        </p:txBody>
      </p:sp>
      <p:sp>
        <p:nvSpPr>
          <p:cNvPr id="59401" name="Text Box 6"/>
          <p:cNvSpPr txBox="1"/>
          <p:nvPr/>
        </p:nvSpPr>
        <p:spPr>
          <a:xfrm>
            <a:off x="1043305" y="3843655"/>
            <a:ext cx="2159000" cy="91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9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文件</a:t>
            </a:r>
          </a:p>
        </p:txBody>
      </p:sp>
      <p:sp>
        <p:nvSpPr>
          <p:cNvPr id="59402" name="Text Box 7"/>
          <p:cNvSpPr txBox="1"/>
          <p:nvPr/>
        </p:nvSpPr>
        <p:spPr>
          <a:xfrm>
            <a:off x="1043305" y="5672455"/>
            <a:ext cx="2159000" cy="5492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数据项</a:t>
            </a:r>
          </a:p>
        </p:txBody>
      </p:sp>
      <p:sp>
        <p:nvSpPr>
          <p:cNvPr id="59403" name="Text Box 8"/>
          <p:cNvSpPr txBox="1"/>
          <p:nvPr/>
        </p:nvSpPr>
        <p:spPr>
          <a:xfrm>
            <a:off x="1043305" y="4939030"/>
            <a:ext cx="2159000" cy="5492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记录</a:t>
            </a:r>
          </a:p>
        </p:txBody>
      </p:sp>
      <p:sp>
        <p:nvSpPr>
          <p:cNvPr id="59404" name="Text Box 9"/>
          <p:cNvSpPr txBox="1"/>
          <p:nvPr/>
        </p:nvSpPr>
        <p:spPr>
          <a:xfrm>
            <a:off x="1043305" y="2379980"/>
            <a:ext cx="2159000" cy="12795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9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数据库</a:t>
            </a:r>
          </a:p>
        </p:txBody>
      </p:sp>
      <p:sp>
        <p:nvSpPr>
          <p:cNvPr id="59422" name="Text Box 11"/>
          <p:cNvSpPr txBox="1"/>
          <p:nvPr/>
        </p:nvSpPr>
        <p:spPr>
          <a:xfrm>
            <a:off x="3594100" y="5672455"/>
            <a:ext cx="1176655" cy="5492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刘汉云</a:t>
            </a:r>
          </a:p>
        </p:txBody>
      </p:sp>
      <p:sp>
        <p:nvSpPr>
          <p:cNvPr id="59423" name="Text Box 12"/>
          <p:cNvSpPr txBox="1"/>
          <p:nvPr>
            <p:custDataLst>
              <p:tags r:id="rId4"/>
            </p:custDataLst>
          </p:nvPr>
        </p:nvSpPr>
        <p:spPr>
          <a:xfrm>
            <a:off x="4942205" y="5795010"/>
            <a:ext cx="1457325" cy="2876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（名字字段）</a:t>
            </a:r>
          </a:p>
        </p:txBody>
      </p:sp>
      <p:sp>
        <p:nvSpPr>
          <p:cNvPr id="59412" name="Text Box 14"/>
          <p:cNvSpPr txBox="1"/>
          <p:nvPr>
            <p:custDataLst>
              <p:tags r:id="rId5"/>
            </p:custDataLst>
          </p:nvPr>
        </p:nvSpPr>
        <p:spPr>
          <a:xfrm>
            <a:off x="4770755" y="2870835"/>
            <a:ext cx="2159000" cy="36068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学生数据库</a:t>
            </a:r>
          </a:p>
        </p:txBody>
      </p:sp>
      <p:sp>
        <p:nvSpPr>
          <p:cNvPr id="59419" name="Text Box 17"/>
          <p:cNvSpPr txBox="1"/>
          <p:nvPr/>
        </p:nvSpPr>
        <p:spPr>
          <a:xfrm>
            <a:off x="3593465" y="2379980"/>
            <a:ext cx="117729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20" name="Text Box 18"/>
          <p:cNvSpPr txBox="1"/>
          <p:nvPr/>
        </p:nvSpPr>
        <p:spPr>
          <a:xfrm>
            <a:off x="3593465" y="2837180"/>
            <a:ext cx="117729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21" name="Text Box 19"/>
          <p:cNvSpPr txBox="1"/>
          <p:nvPr/>
        </p:nvSpPr>
        <p:spPr>
          <a:xfrm>
            <a:off x="3593465" y="3295015"/>
            <a:ext cx="117729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16" name="Text Box 21"/>
          <p:cNvSpPr txBox="1"/>
          <p:nvPr/>
        </p:nvSpPr>
        <p:spPr>
          <a:xfrm>
            <a:off x="3575050" y="2379980"/>
            <a:ext cx="1177290" cy="5486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课程文件</a:t>
            </a:r>
          </a:p>
        </p:txBody>
      </p:sp>
      <p:sp>
        <p:nvSpPr>
          <p:cNvPr id="59417" name="Text Box 22"/>
          <p:cNvSpPr txBox="1"/>
          <p:nvPr/>
        </p:nvSpPr>
        <p:spPr>
          <a:xfrm>
            <a:off x="3575050" y="2837180"/>
            <a:ext cx="117729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简历文件</a:t>
            </a:r>
          </a:p>
        </p:txBody>
      </p:sp>
      <p:sp>
        <p:nvSpPr>
          <p:cNvPr id="59418" name="Text Box 23"/>
          <p:cNvSpPr txBox="1"/>
          <p:nvPr/>
        </p:nvSpPr>
        <p:spPr>
          <a:xfrm>
            <a:off x="3575050" y="3295015"/>
            <a:ext cx="1177290" cy="5486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财务文件</a:t>
            </a:r>
          </a:p>
        </p:txBody>
      </p:sp>
      <p:sp>
        <p:nvSpPr>
          <p:cNvPr id="59408" name="Text Box 25"/>
          <p:cNvSpPr txBox="1"/>
          <p:nvPr>
            <p:custDataLst>
              <p:tags r:id="rId6"/>
            </p:custDataLst>
          </p:nvPr>
        </p:nvSpPr>
        <p:spPr>
          <a:xfrm>
            <a:off x="6732905" y="4094480"/>
            <a:ext cx="1555750" cy="36068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课程文件</a:t>
            </a:r>
          </a:p>
        </p:txBody>
      </p:sp>
      <p:sp>
        <p:nvSpPr>
          <p:cNvPr id="59410" name="Text Box 27"/>
          <p:cNvSpPr txBox="1"/>
          <p:nvPr/>
        </p:nvSpPr>
        <p:spPr>
          <a:xfrm>
            <a:off x="3593465" y="3843655"/>
            <a:ext cx="3139440" cy="9131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11" name="Text Box 28"/>
          <p:cNvSpPr txBox="1"/>
          <p:nvPr/>
        </p:nvSpPr>
        <p:spPr>
          <a:xfrm>
            <a:off x="3575050" y="3843655"/>
            <a:ext cx="3139440" cy="1095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刘汉云  数据库系统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4  89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李卓宇  数据库系统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4  85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张昕阳  数据库系统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4  85</a:t>
            </a:r>
          </a:p>
        </p:txBody>
      </p:sp>
      <p:sp>
        <p:nvSpPr>
          <p:cNvPr id="59397" name="Text Box 31"/>
          <p:cNvSpPr txBox="1"/>
          <p:nvPr/>
        </p:nvSpPr>
        <p:spPr>
          <a:xfrm>
            <a:off x="3564255" y="4958080"/>
            <a:ext cx="2551430" cy="5492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刘汉云  数据库系统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4  89</a:t>
            </a:r>
          </a:p>
        </p:txBody>
      </p:sp>
      <p:sp>
        <p:nvSpPr>
          <p:cNvPr id="59398" name="Text Box 32"/>
          <p:cNvSpPr txBox="1"/>
          <p:nvPr>
            <p:custDataLst>
              <p:tags r:id="rId7"/>
            </p:custDataLst>
          </p:nvPr>
        </p:nvSpPr>
        <p:spPr>
          <a:xfrm>
            <a:off x="6115050" y="4958080"/>
            <a:ext cx="2891155" cy="59499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包含：学生姓名、所选课程、</a:t>
            </a:r>
          </a:p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学分及成绩的记录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</a:t>
            </a: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、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数据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库</a:t>
            </a: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C8E3984-69AA-62B2-C70D-40FA97E65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904875"/>
            <a:ext cx="8540750" cy="4757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ª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数据管理的问题：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A077C-1DBD-7F62-B7A6-252CD3FEA057}"/>
              </a:ext>
            </a:extLst>
          </p:cNvPr>
          <p:cNvSpPr txBox="1"/>
          <p:nvPr/>
        </p:nvSpPr>
        <p:spPr>
          <a:xfrm>
            <a:off x="755576" y="1916832"/>
            <a:ext cx="7123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、人工管理阶段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(20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世纪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50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年代中期以前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0A732DC-5956-9CB2-34FA-7114138DF2AC}"/>
              </a:ext>
            </a:extLst>
          </p:cNvPr>
          <p:cNvSpPr/>
          <p:nvPr/>
        </p:nvSpPr>
        <p:spPr>
          <a:xfrm>
            <a:off x="2743200" y="2492896"/>
            <a:ext cx="18288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A66E910-CD10-767A-4A03-E4B461031C11}"/>
              </a:ext>
            </a:extLst>
          </p:cNvPr>
          <p:cNvSpPr/>
          <p:nvPr/>
        </p:nvSpPr>
        <p:spPr>
          <a:xfrm>
            <a:off x="5257800" y="2492896"/>
            <a:ext cx="16764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数据集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5D49D757-0078-7E23-4E9B-864854CD1E06}"/>
              </a:ext>
            </a:extLst>
          </p:cNvPr>
          <p:cNvSpPr/>
          <p:nvPr/>
        </p:nvSpPr>
        <p:spPr>
          <a:xfrm>
            <a:off x="2743200" y="3102496"/>
            <a:ext cx="18288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1DC486E4-F287-DA74-4C93-F989F80D012D}"/>
              </a:ext>
            </a:extLst>
          </p:cNvPr>
          <p:cNvSpPr/>
          <p:nvPr/>
        </p:nvSpPr>
        <p:spPr>
          <a:xfrm>
            <a:off x="2743200" y="3712096"/>
            <a:ext cx="18288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FCA0DBE-4BAD-0DB8-9671-FF9D1CC9074B}"/>
              </a:ext>
            </a:extLst>
          </p:cNvPr>
          <p:cNvSpPr/>
          <p:nvPr/>
        </p:nvSpPr>
        <p:spPr>
          <a:xfrm>
            <a:off x="5257800" y="3102496"/>
            <a:ext cx="16764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数据集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8F042F84-34C2-4018-C235-3CDB41B0EED3}"/>
              </a:ext>
            </a:extLst>
          </p:cNvPr>
          <p:cNvSpPr/>
          <p:nvPr/>
        </p:nvSpPr>
        <p:spPr>
          <a:xfrm>
            <a:off x="5257800" y="3712096"/>
            <a:ext cx="16764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数据集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C5588E1B-CC92-A25B-CA04-95DB1FE38939}"/>
              </a:ext>
            </a:extLst>
          </p:cNvPr>
          <p:cNvSpPr/>
          <p:nvPr/>
        </p:nvSpPr>
        <p:spPr>
          <a:xfrm>
            <a:off x="1524000" y="2492896"/>
            <a:ext cx="8382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9FB6ED9A-08C0-9235-9A9C-37E28A917548}"/>
              </a:ext>
            </a:extLst>
          </p:cNvPr>
          <p:cNvSpPr/>
          <p:nvPr/>
        </p:nvSpPr>
        <p:spPr>
          <a:xfrm>
            <a:off x="1524000" y="3102496"/>
            <a:ext cx="8382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2160B014-DF93-AA48-713A-2693DEB1AE2A}"/>
              </a:ext>
            </a:extLst>
          </p:cNvPr>
          <p:cNvSpPr/>
          <p:nvPr/>
        </p:nvSpPr>
        <p:spPr>
          <a:xfrm>
            <a:off x="1524000" y="3712096"/>
            <a:ext cx="8382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07E9D75D-994F-5068-D521-19303AED4ADA}"/>
              </a:ext>
            </a:extLst>
          </p:cNvPr>
          <p:cNvSpPr/>
          <p:nvPr/>
        </p:nvSpPr>
        <p:spPr>
          <a:xfrm>
            <a:off x="2362200" y="2721496"/>
            <a:ext cx="3810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BC5E39D0-B8DF-2135-A8DF-D893225DA458}"/>
              </a:ext>
            </a:extLst>
          </p:cNvPr>
          <p:cNvSpPr/>
          <p:nvPr/>
        </p:nvSpPr>
        <p:spPr>
          <a:xfrm>
            <a:off x="2362200" y="3331096"/>
            <a:ext cx="3810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5CF273BC-92E2-B0F0-A740-5811D073BA2B}"/>
              </a:ext>
            </a:extLst>
          </p:cNvPr>
          <p:cNvSpPr/>
          <p:nvPr/>
        </p:nvSpPr>
        <p:spPr>
          <a:xfrm>
            <a:off x="2362200" y="3940696"/>
            <a:ext cx="3810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E09A463B-F1AB-9319-41AF-C0B1E9E2C9A5}"/>
              </a:ext>
            </a:extLst>
          </p:cNvPr>
          <p:cNvSpPr/>
          <p:nvPr/>
        </p:nvSpPr>
        <p:spPr>
          <a:xfrm>
            <a:off x="4572000" y="2721496"/>
            <a:ext cx="6858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EF5CB311-7A79-1F62-FD54-04495D2F918A}"/>
              </a:ext>
            </a:extLst>
          </p:cNvPr>
          <p:cNvSpPr/>
          <p:nvPr/>
        </p:nvSpPr>
        <p:spPr>
          <a:xfrm>
            <a:off x="4572000" y="3331096"/>
            <a:ext cx="6858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55351E13-606D-8C0B-6FA9-5EB148FA12DD}"/>
              </a:ext>
            </a:extLst>
          </p:cNvPr>
          <p:cNvSpPr/>
          <p:nvPr/>
        </p:nvSpPr>
        <p:spPr>
          <a:xfrm>
            <a:off x="4572000" y="3940696"/>
            <a:ext cx="685800" cy="0"/>
          </a:xfrm>
          <a:prstGeom prst="line">
            <a:avLst/>
          </a:prstGeom>
          <a:ln w="1905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DE16F9-5A4F-483A-1D76-80CEF32BD15F}"/>
              </a:ext>
            </a:extLst>
          </p:cNvPr>
          <p:cNvSpPr txBox="1"/>
          <p:nvPr/>
        </p:nvSpPr>
        <p:spPr>
          <a:xfrm>
            <a:off x="143321" y="4366552"/>
            <a:ext cx="900067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</a:rPr>
              <a:t>特点：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①数据不保存：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当时计算机</a:t>
            </a: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主要用于科学计算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，一般不需要将数据进行长期保存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②应用程序管理数据：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没有相应的软件系统负责数据的管理工作，应用程序中不仅要规定数据的逻辑结构，而且要设计物理结构，包括存储结构，存取方法，输入方式等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③数据不共享：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数据</a:t>
            </a: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面向应用程序，一组数据只能对应一个程序。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当多个应用程序涉及某些</a:t>
            </a:r>
            <a:r>
              <a:rPr lang="zh-CN" altLang="en-US" sz="1700" u="sng" dirty="0">
                <a:solidFill>
                  <a:srgbClr val="000000"/>
                </a:solidFill>
                <a:ea typeface="楷体" panose="02010609060101010101" charset="-122"/>
              </a:rPr>
              <a:t>相同数据时必须各自定义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，无法相互利用，参照，因此，程序与程序之间有大量的冗余数据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④数据不具有独立性：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数据的逻辑结构或者物理结构发生变化后，必须对应用程序作相应的修改，</a:t>
            </a: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数据完全依赖于应用程序，数据缺乏独立性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7718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</a:t>
            </a: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、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数据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库</a:t>
            </a: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C8E3984-69AA-62B2-C70D-40FA97E65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64" y="687486"/>
            <a:ext cx="8540750" cy="4757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ª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数据管理的问题：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A077C-1DBD-7F62-B7A6-252CD3FEA057}"/>
              </a:ext>
            </a:extLst>
          </p:cNvPr>
          <p:cNvSpPr txBox="1"/>
          <p:nvPr/>
        </p:nvSpPr>
        <p:spPr>
          <a:xfrm>
            <a:off x="683568" y="1772816"/>
            <a:ext cx="7123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、文件系统 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(50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年代后期到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60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年代中期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pic>
        <p:nvPicPr>
          <p:cNvPr id="3" name="Picture 6" descr="2">
            <a:extLst>
              <a:ext uri="{FF2B5EF4-FFF2-40B4-BE49-F238E27FC236}">
                <a16:creationId xmlns:a16="http://schemas.microsoft.com/office/drawing/2014/main" id="{C396C0E7-86DB-1D54-A536-1515E58818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9632" y="2222259"/>
            <a:ext cx="4427092" cy="243087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D33A556-B085-011B-616B-5A046DD7E647}"/>
              </a:ext>
            </a:extLst>
          </p:cNvPr>
          <p:cNvSpPr txBox="1"/>
          <p:nvPr/>
        </p:nvSpPr>
        <p:spPr>
          <a:xfrm>
            <a:off x="37869" y="4569720"/>
            <a:ext cx="9106131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00"/>
                </a:solidFill>
                <a:ea typeface="楷体" panose="02010609060101010101" charset="-122"/>
              </a:rPr>
              <a:t>特点：</a:t>
            </a: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①文件系统管理数据：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文件系统把数据组织成相互独立的数据文件，利用“</a:t>
            </a:r>
            <a:r>
              <a:rPr lang="zh-CN" altLang="en-US" sz="1700" u="sng" dirty="0">
                <a:solidFill>
                  <a:srgbClr val="000000"/>
                </a:solidFill>
                <a:ea typeface="楷体" panose="02010609060101010101" charset="-122"/>
              </a:rPr>
              <a:t>按文件名访问，按记录进行存取”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的管理技术，提供了对文件进行打开与关闭，对记录读取和写入</a:t>
            </a:r>
            <a:endParaRPr lang="en-US" altLang="zh-CN" sz="1700" dirty="0">
              <a:solidFill>
                <a:srgbClr val="000000"/>
              </a:solidFill>
              <a:ea typeface="楷体" panose="02010609060101010101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②数据共享性差，冗余度大：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数据组是面向应用的，</a:t>
            </a:r>
            <a:r>
              <a:rPr lang="zh-CN" altLang="en-US" sz="1700" u="sng" dirty="0">
                <a:solidFill>
                  <a:srgbClr val="000000"/>
                </a:solidFill>
                <a:ea typeface="楷体" panose="02010609060101010101" charset="-122"/>
              </a:rPr>
              <a:t>一个（或一组）文件（数据组）基本上对应一个应用程序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。不同应用程序的数据可能有交叉，但由不同的文件进行管理，数据存在冗余，不能共享，各自管理，</a:t>
            </a:r>
            <a:r>
              <a:rPr lang="zh-CN" altLang="en-US" sz="1700" u="sng" dirty="0">
                <a:solidFill>
                  <a:srgbClr val="000000"/>
                </a:solidFill>
                <a:ea typeface="楷体" panose="02010609060101010101" charset="-122"/>
              </a:rPr>
              <a:t>存在不一致性</a:t>
            </a:r>
            <a:endParaRPr lang="en-US" altLang="zh-CN" sz="1700" u="sng" dirty="0">
              <a:solidFill>
                <a:srgbClr val="000000"/>
              </a:solidFill>
              <a:ea typeface="楷体" panose="02010609060101010101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700" b="1" dirty="0">
                <a:solidFill>
                  <a:srgbClr val="000000"/>
                </a:solidFill>
                <a:ea typeface="楷体" panose="02010609060101010101" charset="-122"/>
              </a:rPr>
              <a:t>③数据独立性差：</a:t>
            </a:r>
            <a:r>
              <a:rPr lang="zh-CN" altLang="en-US" sz="1700" dirty="0">
                <a:solidFill>
                  <a:srgbClr val="000000"/>
                </a:solidFill>
                <a:ea typeface="楷体" panose="02010609060101010101" charset="-122"/>
              </a:rPr>
              <a:t>文件的逻辑结构是针对具体的应用来设计和优化的，因此对文件中的数据再增加一些新的应用会很困难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4F042B-2BB7-38DA-D686-B22034C73626}"/>
              </a:ext>
            </a:extLst>
          </p:cNvPr>
          <p:cNvSpPr/>
          <p:nvPr/>
        </p:nvSpPr>
        <p:spPr>
          <a:xfrm>
            <a:off x="4606604" y="2288280"/>
            <a:ext cx="864096" cy="381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文件</a:t>
            </a:r>
            <a:r>
              <a:rPr kumimoji="1" lang="en-US" altLang="zh-CN" sz="1200" dirty="0"/>
              <a:t>1</a:t>
            </a:r>
            <a:endParaRPr kumimoji="1" lang="zh-CN" altLang="en-US" sz="1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CBF164-BCE3-ED91-0E5E-78BD051910B8}"/>
              </a:ext>
            </a:extLst>
          </p:cNvPr>
          <p:cNvSpPr/>
          <p:nvPr/>
        </p:nvSpPr>
        <p:spPr>
          <a:xfrm>
            <a:off x="4606604" y="3119454"/>
            <a:ext cx="864096" cy="381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文件</a:t>
            </a:r>
            <a:r>
              <a:rPr kumimoji="1" lang="en-US" altLang="zh-CN" sz="1200" dirty="0"/>
              <a:t>2</a:t>
            </a:r>
            <a:endParaRPr kumimoji="1"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AAD0E8-07DE-E057-57A0-2DA1C2B3CC7F}"/>
              </a:ext>
            </a:extLst>
          </p:cNvPr>
          <p:cNvSpPr/>
          <p:nvPr/>
        </p:nvSpPr>
        <p:spPr>
          <a:xfrm>
            <a:off x="4606604" y="4149080"/>
            <a:ext cx="864096" cy="381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文件</a:t>
            </a:r>
            <a:r>
              <a:rPr kumimoji="1" lang="en-US" altLang="zh-CN" sz="1200" dirty="0"/>
              <a:t>n</a:t>
            </a:r>
            <a:endParaRPr kumimoji="1"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92E070-CCB0-9AF8-0E0C-C2512C6B2B12}"/>
              </a:ext>
            </a:extLst>
          </p:cNvPr>
          <p:cNvSpPr/>
          <p:nvPr/>
        </p:nvSpPr>
        <p:spPr>
          <a:xfrm>
            <a:off x="3257386" y="2603812"/>
            <a:ext cx="864096" cy="60916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文件系统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0682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5" r:link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67" r:link="rId6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63545" name="Rectangle 3"/>
          <p:cNvSpPr/>
          <p:nvPr>
            <p:custDataLst>
              <p:tags r:id="rId4"/>
            </p:custDataLst>
          </p:nvPr>
        </p:nvSpPr>
        <p:spPr>
          <a:xfrm>
            <a:off x="4921250" y="1524000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补贴</a:t>
            </a:r>
          </a:p>
        </p:txBody>
      </p:sp>
      <p:sp>
        <p:nvSpPr>
          <p:cNvPr id="63546" name="Rectangle 4"/>
          <p:cNvSpPr/>
          <p:nvPr>
            <p:custDataLst>
              <p:tags r:id="rId5"/>
            </p:custDataLst>
          </p:nvPr>
        </p:nvSpPr>
        <p:spPr>
          <a:xfrm>
            <a:off x="4051300" y="152400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63547" name="Rectangle 5"/>
          <p:cNvSpPr/>
          <p:nvPr>
            <p:custDataLst>
              <p:tags r:id="rId6"/>
            </p:custDataLst>
          </p:nvPr>
        </p:nvSpPr>
        <p:spPr>
          <a:xfrm>
            <a:off x="3181350" y="152400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63548" name="Rectangle 6"/>
          <p:cNvSpPr/>
          <p:nvPr>
            <p:custDataLst>
              <p:tags r:id="rId7"/>
            </p:custDataLst>
          </p:nvPr>
        </p:nvSpPr>
        <p:spPr>
          <a:xfrm>
            <a:off x="2310130" y="1524000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63549" name="Line 7"/>
          <p:cNvSpPr/>
          <p:nvPr>
            <p:custDataLst>
              <p:tags r:id="rId8"/>
            </p:custDataLst>
          </p:nvPr>
        </p:nvSpPr>
        <p:spPr>
          <a:xfrm>
            <a:off x="2310130" y="1524000"/>
            <a:ext cx="3482975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0" name="Line 8"/>
          <p:cNvSpPr/>
          <p:nvPr>
            <p:custDataLst>
              <p:tags r:id="rId9"/>
            </p:custDataLst>
          </p:nvPr>
        </p:nvSpPr>
        <p:spPr>
          <a:xfrm>
            <a:off x="2310130" y="1981200"/>
            <a:ext cx="3482975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1" name="Line 9"/>
          <p:cNvSpPr/>
          <p:nvPr>
            <p:custDataLst>
              <p:tags r:id="rId10"/>
            </p:custDataLst>
          </p:nvPr>
        </p:nvSpPr>
        <p:spPr>
          <a:xfrm>
            <a:off x="2310130" y="1524000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2" name="Line 10"/>
          <p:cNvSpPr/>
          <p:nvPr>
            <p:custDataLst>
              <p:tags r:id="rId11"/>
            </p:custDataLst>
          </p:nvPr>
        </p:nvSpPr>
        <p:spPr>
          <a:xfrm>
            <a:off x="3181350" y="152400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3" name="Line 11"/>
          <p:cNvSpPr/>
          <p:nvPr>
            <p:custDataLst>
              <p:tags r:id="rId12"/>
            </p:custDataLst>
          </p:nvPr>
        </p:nvSpPr>
        <p:spPr>
          <a:xfrm>
            <a:off x="4051300" y="152400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4" name="Line 12"/>
          <p:cNvSpPr/>
          <p:nvPr>
            <p:custDataLst>
              <p:tags r:id="rId13"/>
            </p:custDataLst>
          </p:nvPr>
        </p:nvSpPr>
        <p:spPr>
          <a:xfrm>
            <a:off x="4921250" y="152400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5" name="Line 13"/>
          <p:cNvSpPr/>
          <p:nvPr>
            <p:custDataLst>
              <p:tags r:id="rId14"/>
            </p:custDataLst>
          </p:nvPr>
        </p:nvSpPr>
        <p:spPr>
          <a:xfrm>
            <a:off x="5793105" y="1524000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56" name="Rectangle 14"/>
          <p:cNvSpPr/>
          <p:nvPr>
            <p:custDataLst>
              <p:tags r:id="rId15"/>
            </p:custDataLst>
          </p:nvPr>
        </p:nvSpPr>
        <p:spPr>
          <a:xfrm>
            <a:off x="390525" y="152400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财务科</a:t>
            </a:r>
          </a:p>
        </p:txBody>
      </p:sp>
      <p:pic>
        <p:nvPicPr>
          <p:cNvPr id="63557" name="Picture 15" descr="j02114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flipV="1">
            <a:off x="695325" y="91440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530" name="Rectangle 16"/>
          <p:cNvSpPr/>
          <p:nvPr>
            <p:custDataLst>
              <p:tags r:id="rId16"/>
            </p:custDataLst>
          </p:nvPr>
        </p:nvSpPr>
        <p:spPr>
          <a:xfrm>
            <a:off x="5770880" y="259844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住址</a:t>
            </a:r>
          </a:p>
        </p:txBody>
      </p:sp>
      <p:sp>
        <p:nvSpPr>
          <p:cNvPr id="63531" name="Rectangle 17"/>
          <p:cNvSpPr/>
          <p:nvPr>
            <p:custDataLst>
              <p:tags r:id="rId17"/>
            </p:custDataLst>
          </p:nvPr>
        </p:nvSpPr>
        <p:spPr>
          <a:xfrm>
            <a:off x="4900930" y="259844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63532" name="Rectangle 18"/>
          <p:cNvSpPr/>
          <p:nvPr>
            <p:custDataLst>
              <p:tags r:id="rId18"/>
            </p:custDataLst>
          </p:nvPr>
        </p:nvSpPr>
        <p:spPr>
          <a:xfrm>
            <a:off x="4029075" y="2598440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63533" name="Rectangle 19"/>
          <p:cNvSpPr/>
          <p:nvPr>
            <p:custDataLst>
              <p:tags r:id="rId19"/>
            </p:custDataLst>
          </p:nvPr>
        </p:nvSpPr>
        <p:spPr>
          <a:xfrm>
            <a:off x="3159125" y="2598440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63534" name="Rectangle 20"/>
          <p:cNvSpPr/>
          <p:nvPr>
            <p:custDataLst>
              <p:tags r:id="rId20"/>
            </p:custDataLst>
          </p:nvPr>
        </p:nvSpPr>
        <p:spPr>
          <a:xfrm>
            <a:off x="2287905" y="2598440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63535" name="Line 21"/>
          <p:cNvSpPr/>
          <p:nvPr>
            <p:custDataLst>
              <p:tags r:id="rId21"/>
            </p:custDataLst>
          </p:nvPr>
        </p:nvSpPr>
        <p:spPr>
          <a:xfrm>
            <a:off x="2287905" y="2598440"/>
            <a:ext cx="4352925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36" name="Line 22"/>
          <p:cNvSpPr/>
          <p:nvPr>
            <p:custDataLst>
              <p:tags r:id="rId22"/>
            </p:custDataLst>
          </p:nvPr>
        </p:nvSpPr>
        <p:spPr>
          <a:xfrm>
            <a:off x="2287905" y="3055640"/>
            <a:ext cx="4352925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37" name="Line 23"/>
          <p:cNvSpPr/>
          <p:nvPr>
            <p:custDataLst>
              <p:tags r:id="rId23"/>
            </p:custDataLst>
          </p:nvPr>
        </p:nvSpPr>
        <p:spPr>
          <a:xfrm>
            <a:off x="2287905" y="2598440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38" name="Line 24"/>
          <p:cNvSpPr/>
          <p:nvPr>
            <p:custDataLst>
              <p:tags r:id="rId24"/>
            </p:custDataLst>
          </p:nvPr>
        </p:nvSpPr>
        <p:spPr>
          <a:xfrm>
            <a:off x="3159125" y="259844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39" name="Line 25"/>
          <p:cNvSpPr/>
          <p:nvPr>
            <p:custDataLst>
              <p:tags r:id="rId25"/>
            </p:custDataLst>
          </p:nvPr>
        </p:nvSpPr>
        <p:spPr>
          <a:xfrm>
            <a:off x="4029075" y="259844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40" name="Line 26"/>
          <p:cNvSpPr/>
          <p:nvPr>
            <p:custDataLst>
              <p:tags r:id="rId26"/>
            </p:custDataLst>
          </p:nvPr>
        </p:nvSpPr>
        <p:spPr>
          <a:xfrm>
            <a:off x="4900930" y="259844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41" name="Line 27"/>
          <p:cNvSpPr/>
          <p:nvPr>
            <p:custDataLst>
              <p:tags r:id="rId27"/>
            </p:custDataLst>
          </p:nvPr>
        </p:nvSpPr>
        <p:spPr>
          <a:xfrm>
            <a:off x="5770880" y="2598440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42" name="Line 28"/>
          <p:cNvSpPr/>
          <p:nvPr>
            <p:custDataLst>
              <p:tags r:id="rId28"/>
            </p:custDataLst>
          </p:nvPr>
        </p:nvSpPr>
        <p:spPr>
          <a:xfrm>
            <a:off x="6640830" y="2598440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43" name="Rectangle 29"/>
          <p:cNvSpPr/>
          <p:nvPr>
            <p:custDataLst>
              <p:tags r:id="rId29"/>
            </p:custDataLst>
          </p:nvPr>
        </p:nvSpPr>
        <p:spPr>
          <a:xfrm>
            <a:off x="381000" y="259844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房产科</a:t>
            </a:r>
          </a:p>
        </p:txBody>
      </p:sp>
      <p:pic>
        <p:nvPicPr>
          <p:cNvPr id="63544" name="Picture 30" descr="j02114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flipV="1">
            <a:off x="685800" y="198884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515" name="Rectangle 31"/>
          <p:cNvSpPr/>
          <p:nvPr>
            <p:custDataLst>
              <p:tags r:id="rId30"/>
            </p:custDataLst>
          </p:nvPr>
        </p:nvSpPr>
        <p:spPr>
          <a:xfrm>
            <a:off x="5770880" y="3680048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学位</a:t>
            </a:r>
          </a:p>
        </p:txBody>
      </p:sp>
      <p:sp>
        <p:nvSpPr>
          <p:cNvPr id="63516" name="Rectangle 32"/>
          <p:cNvSpPr/>
          <p:nvPr>
            <p:custDataLst>
              <p:tags r:id="rId31"/>
            </p:custDataLst>
          </p:nvPr>
        </p:nvSpPr>
        <p:spPr>
          <a:xfrm>
            <a:off x="4899025" y="3680048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63517" name="Rectangle 33"/>
          <p:cNvSpPr/>
          <p:nvPr>
            <p:custDataLst>
              <p:tags r:id="rId32"/>
            </p:custDataLst>
          </p:nvPr>
        </p:nvSpPr>
        <p:spPr>
          <a:xfrm>
            <a:off x="4029075" y="3680048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63518" name="Rectangle 34"/>
          <p:cNvSpPr/>
          <p:nvPr>
            <p:custDataLst>
              <p:tags r:id="rId33"/>
            </p:custDataLst>
          </p:nvPr>
        </p:nvSpPr>
        <p:spPr>
          <a:xfrm>
            <a:off x="3159125" y="3680048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63519" name="Rectangle 35"/>
          <p:cNvSpPr/>
          <p:nvPr>
            <p:custDataLst>
              <p:tags r:id="rId34"/>
            </p:custDataLst>
          </p:nvPr>
        </p:nvSpPr>
        <p:spPr>
          <a:xfrm>
            <a:off x="2287905" y="3680048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63520" name="Line 36"/>
          <p:cNvSpPr/>
          <p:nvPr>
            <p:custDataLst>
              <p:tags r:id="rId35"/>
            </p:custDataLst>
          </p:nvPr>
        </p:nvSpPr>
        <p:spPr>
          <a:xfrm>
            <a:off x="2287905" y="3680048"/>
            <a:ext cx="4354830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1" name="Line 37"/>
          <p:cNvSpPr/>
          <p:nvPr>
            <p:custDataLst>
              <p:tags r:id="rId36"/>
            </p:custDataLst>
          </p:nvPr>
        </p:nvSpPr>
        <p:spPr>
          <a:xfrm>
            <a:off x="2287905" y="4137248"/>
            <a:ext cx="4354830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2" name="Line 38"/>
          <p:cNvSpPr/>
          <p:nvPr>
            <p:custDataLst>
              <p:tags r:id="rId37"/>
            </p:custDataLst>
          </p:nvPr>
        </p:nvSpPr>
        <p:spPr>
          <a:xfrm>
            <a:off x="2287905" y="3680048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3" name="Line 39"/>
          <p:cNvSpPr/>
          <p:nvPr>
            <p:custDataLst>
              <p:tags r:id="rId38"/>
            </p:custDataLst>
          </p:nvPr>
        </p:nvSpPr>
        <p:spPr>
          <a:xfrm>
            <a:off x="3159125" y="3680048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4" name="Line 40"/>
          <p:cNvSpPr/>
          <p:nvPr>
            <p:custDataLst>
              <p:tags r:id="rId39"/>
            </p:custDataLst>
          </p:nvPr>
        </p:nvSpPr>
        <p:spPr>
          <a:xfrm>
            <a:off x="4029075" y="3680048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5" name="Line 41"/>
          <p:cNvSpPr/>
          <p:nvPr>
            <p:custDataLst>
              <p:tags r:id="rId40"/>
            </p:custDataLst>
          </p:nvPr>
        </p:nvSpPr>
        <p:spPr>
          <a:xfrm>
            <a:off x="4899025" y="3680048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6" name="Line 42"/>
          <p:cNvSpPr/>
          <p:nvPr>
            <p:custDataLst>
              <p:tags r:id="rId41"/>
            </p:custDataLst>
          </p:nvPr>
        </p:nvSpPr>
        <p:spPr>
          <a:xfrm>
            <a:off x="5770880" y="3680048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7" name="Line 43"/>
          <p:cNvSpPr/>
          <p:nvPr>
            <p:custDataLst>
              <p:tags r:id="rId42"/>
            </p:custDataLst>
          </p:nvPr>
        </p:nvSpPr>
        <p:spPr>
          <a:xfrm>
            <a:off x="6642100" y="3680048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28" name="Rectangle 44"/>
          <p:cNvSpPr/>
          <p:nvPr>
            <p:custDataLst>
              <p:tags r:id="rId43"/>
            </p:custDataLst>
          </p:nvPr>
        </p:nvSpPr>
        <p:spPr>
          <a:xfrm>
            <a:off x="381000" y="3680048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学籍科</a:t>
            </a:r>
          </a:p>
        </p:txBody>
      </p:sp>
      <p:pic>
        <p:nvPicPr>
          <p:cNvPr id="63529" name="Picture 45" descr="j02114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flipV="1">
            <a:off x="685800" y="3070448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5" name="Rectangle 46"/>
          <p:cNvSpPr/>
          <p:nvPr>
            <p:custDataLst>
              <p:tags r:id="rId44"/>
            </p:custDataLst>
          </p:nvPr>
        </p:nvSpPr>
        <p:spPr>
          <a:xfrm>
            <a:off x="6564630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学位</a:t>
            </a:r>
          </a:p>
        </p:txBody>
      </p:sp>
      <p:sp>
        <p:nvSpPr>
          <p:cNvPr id="63496" name="Rectangle 47"/>
          <p:cNvSpPr/>
          <p:nvPr>
            <p:custDataLst>
              <p:tags r:id="rId45"/>
            </p:custDataLst>
          </p:nvPr>
        </p:nvSpPr>
        <p:spPr>
          <a:xfrm>
            <a:off x="7435850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63497" name="Rectangle 48"/>
          <p:cNvSpPr/>
          <p:nvPr>
            <p:custDataLst>
              <p:tags r:id="rId46"/>
            </p:custDataLst>
          </p:nvPr>
        </p:nvSpPr>
        <p:spPr>
          <a:xfrm>
            <a:off x="5692775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年龄</a:t>
            </a:r>
          </a:p>
        </p:txBody>
      </p:sp>
      <p:sp>
        <p:nvSpPr>
          <p:cNvPr id="63498" name="Rectangle 49"/>
          <p:cNvSpPr/>
          <p:nvPr>
            <p:custDataLst>
              <p:tags r:id="rId47"/>
            </p:custDataLst>
          </p:nvPr>
        </p:nvSpPr>
        <p:spPr>
          <a:xfrm>
            <a:off x="4822825" y="4686672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63499" name="Rectangle 50"/>
          <p:cNvSpPr/>
          <p:nvPr>
            <p:custDataLst>
              <p:tags r:id="rId48"/>
            </p:custDataLst>
          </p:nvPr>
        </p:nvSpPr>
        <p:spPr>
          <a:xfrm>
            <a:off x="3951605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63500" name="Rectangle 51"/>
          <p:cNvSpPr/>
          <p:nvPr>
            <p:custDataLst>
              <p:tags r:id="rId49"/>
            </p:custDataLst>
          </p:nvPr>
        </p:nvSpPr>
        <p:spPr>
          <a:xfrm>
            <a:off x="3081655" y="4686672"/>
            <a:ext cx="869950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63501" name="Rectangle 52"/>
          <p:cNvSpPr/>
          <p:nvPr>
            <p:custDataLst>
              <p:tags r:id="rId50"/>
            </p:custDataLst>
          </p:nvPr>
        </p:nvSpPr>
        <p:spPr>
          <a:xfrm>
            <a:off x="2209800" y="4686672"/>
            <a:ext cx="871855" cy="4572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63502" name="Line 53"/>
          <p:cNvSpPr/>
          <p:nvPr>
            <p:custDataLst>
              <p:tags r:id="rId51"/>
            </p:custDataLst>
          </p:nvPr>
        </p:nvSpPr>
        <p:spPr>
          <a:xfrm>
            <a:off x="2209800" y="4686672"/>
            <a:ext cx="6629400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3" name="Line 54"/>
          <p:cNvSpPr/>
          <p:nvPr>
            <p:custDataLst>
              <p:tags r:id="rId52"/>
            </p:custDataLst>
          </p:nvPr>
        </p:nvSpPr>
        <p:spPr>
          <a:xfrm>
            <a:off x="2209800" y="5143872"/>
            <a:ext cx="6629400" cy="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4" name="Line 55"/>
          <p:cNvSpPr/>
          <p:nvPr>
            <p:custDataLst>
              <p:tags r:id="rId53"/>
            </p:custDataLst>
          </p:nvPr>
        </p:nvSpPr>
        <p:spPr>
          <a:xfrm>
            <a:off x="2209800" y="4686672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5" name="Line 56"/>
          <p:cNvSpPr/>
          <p:nvPr>
            <p:custDataLst>
              <p:tags r:id="rId54"/>
            </p:custDataLst>
          </p:nvPr>
        </p:nvSpPr>
        <p:spPr>
          <a:xfrm>
            <a:off x="3081655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6" name="Line 57"/>
          <p:cNvSpPr/>
          <p:nvPr>
            <p:custDataLst>
              <p:tags r:id="rId55"/>
            </p:custDataLst>
          </p:nvPr>
        </p:nvSpPr>
        <p:spPr>
          <a:xfrm>
            <a:off x="3951605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7" name="Line 58"/>
          <p:cNvSpPr/>
          <p:nvPr>
            <p:custDataLst>
              <p:tags r:id="rId56"/>
            </p:custDataLst>
          </p:nvPr>
        </p:nvSpPr>
        <p:spPr>
          <a:xfrm>
            <a:off x="4822825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8" name="Line 59"/>
          <p:cNvSpPr/>
          <p:nvPr>
            <p:custDataLst>
              <p:tags r:id="rId57"/>
            </p:custDataLst>
          </p:nvPr>
        </p:nvSpPr>
        <p:spPr>
          <a:xfrm>
            <a:off x="5692775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09" name="Line 60"/>
          <p:cNvSpPr/>
          <p:nvPr>
            <p:custDataLst>
              <p:tags r:id="rId58"/>
            </p:custDataLst>
          </p:nvPr>
        </p:nvSpPr>
        <p:spPr>
          <a:xfrm>
            <a:off x="6564630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10" name="Line 61"/>
          <p:cNvSpPr/>
          <p:nvPr>
            <p:custDataLst>
              <p:tags r:id="rId59"/>
            </p:custDataLst>
          </p:nvPr>
        </p:nvSpPr>
        <p:spPr>
          <a:xfrm>
            <a:off x="8307705" y="4686672"/>
            <a:ext cx="0" cy="457200"/>
          </a:xfrm>
          <a:prstGeom prst="line">
            <a:avLst/>
          </a:prstGeom>
          <a:ln w="28575" cap="sq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11" name="Line 62"/>
          <p:cNvSpPr/>
          <p:nvPr>
            <p:custDataLst>
              <p:tags r:id="rId60"/>
            </p:custDataLst>
          </p:nvPr>
        </p:nvSpPr>
        <p:spPr>
          <a:xfrm>
            <a:off x="7435850" y="4686672"/>
            <a:ext cx="0" cy="457200"/>
          </a:xfrm>
          <a:prstGeom prst="line">
            <a:avLst/>
          </a:prstGeom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512" name="Rectangle 63"/>
          <p:cNvSpPr/>
          <p:nvPr>
            <p:custDataLst>
              <p:tags r:id="rId61"/>
            </p:custDataLst>
          </p:nvPr>
        </p:nvSpPr>
        <p:spPr>
          <a:xfrm>
            <a:off x="381000" y="4686672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人事科</a:t>
            </a:r>
          </a:p>
        </p:txBody>
      </p:sp>
      <p:pic>
        <p:nvPicPr>
          <p:cNvPr id="63513" name="Picture 64" descr="j02114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flipV="1">
            <a:off x="685800" y="4077072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514" name="Rectangle 65"/>
          <p:cNvSpPr/>
          <p:nvPr>
            <p:custDataLst>
              <p:tags r:id="rId62"/>
            </p:custDataLst>
          </p:nvPr>
        </p:nvSpPr>
        <p:spPr>
          <a:xfrm>
            <a:off x="8228964" y="4686672"/>
            <a:ext cx="86994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籍贯</a:t>
            </a:r>
          </a:p>
        </p:txBody>
      </p:sp>
      <p:sp>
        <p:nvSpPr>
          <p:cNvPr id="63494" name="Rectangle 66"/>
          <p:cNvSpPr/>
          <p:nvPr/>
        </p:nvSpPr>
        <p:spPr>
          <a:xfrm>
            <a:off x="482917" y="222328"/>
            <a:ext cx="6828236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举例：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“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学生”数据的文件设计方法</a:t>
            </a:r>
            <a:endParaRPr lang="zh-CN" altLang="en-US" sz="4400" b="1" dirty="0">
              <a:solidFill>
                <a:schemeClr val="accent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</a:t>
            </a: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、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数据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库</a:t>
            </a: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C8E3984-69AA-62B2-C70D-40FA97E65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50" y="764704"/>
            <a:ext cx="8540750" cy="4757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ª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数据管理的问题：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A077C-1DBD-7F62-B7A6-252CD3FEA057}"/>
              </a:ext>
            </a:extLst>
          </p:cNvPr>
          <p:cNvSpPr txBox="1"/>
          <p:nvPr/>
        </p:nvSpPr>
        <p:spPr>
          <a:xfrm>
            <a:off x="467544" y="1805915"/>
            <a:ext cx="7123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、数据库管理系统 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(60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charset="-122"/>
              </a:rPr>
              <a:t>年代后期开始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charset="-122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4D6506-4ACB-74DB-4504-752CD2C84A3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293962" y="2354660"/>
            <a:ext cx="18288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F16E6F3-06CC-3721-9F48-3774AF8773B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293962" y="2964260"/>
            <a:ext cx="18288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7D6E6074-9EF8-865F-C5B0-E5EF3C3DE09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93962" y="3573860"/>
            <a:ext cx="18288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应用程序</a:t>
            </a:r>
            <a:r>
              <a: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9A538C8-EC9A-8F3A-CE74-034698F290A2}"/>
              </a:ext>
            </a:extLst>
          </p:cNvPr>
          <p:cNvSpPr/>
          <p:nvPr/>
        </p:nvSpPr>
        <p:spPr>
          <a:xfrm>
            <a:off x="4499992" y="2659460"/>
            <a:ext cx="990600" cy="1219200"/>
          </a:xfrm>
          <a:prstGeom prst="ellipse">
            <a:avLst/>
          </a:prstGeom>
          <a:solidFill>
            <a:srgbClr val="FFFF00"/>
          </a:solidFill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DBMS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D40E40CE-5435-12CF-3541-F0F011318FC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22762" y="2507060"/>
            <a:ext cx="457200" cy="381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4F73B4A8-436E-6803-0AB0-C00EC1F0683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122762" y="3116660"/>
            <a:ext cx="381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5F64B288-B105-6844-DD17-8D19EB664FA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flipV="1">
            <a:off x="4122762" y="3573860"/>
            <a:ext cx="457200" cy="2286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13809FB8-6F32-F43C-7895-DCFCEFE528D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494362" y="3269060"/>
            <a:ext cx="9144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76958786-765C-18E9-AEBA-95DB987C5285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08762" y="2735660"/>
            <a:ext cx="1143000" cy="1066800"/>
          </a:xfrm>
          <a:prstGeom prst="flowChartMagneticDisk">
            <a:avLst/>
          </a:prstGeom>
          <a:solidFill>
            <a:schemeClr val="dk2"/>
          </a:solidFill>
          <a:ln w="12700">
            <a:solidFill>
              <a:schemeClr val="dk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数据库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F7EF7467-DE8C-584C-30BD-F3A430C4489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074762" y="2354660"/>
            <a:ext cx="8382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C0CFF3B9-B9ED-656A-CBEA-0D53C8025F8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74762" y="2964260"/>
            <a:ext cx="8382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6BFCEAEB-E25E-CA38-4F9E-7A21971D9D5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74762" y="3573860"/>
            <a:ext cx="838200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用户</a:t>
            </a:r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0D458F32-4DE1-4260-634E-F7441A23EC5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912962" y="2583260"/>
            <a:ext cx="381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EEFFBDA4-7B95-93EE-6E2A-3FCC80EECD6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912962" y="3192860"/>
            <a:ext cx="381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114B47D6-9241-BD20-65FD-8F364B33741A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912962" y="3802460"/>
            <a:ext cx="3810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4DFF67F-BFDE-2556-3F7A-7C239F461918}"/>
              </a:ext>
            </a:extLst>
          </p:cNvPr>
          <p:cNvSpPr txBox="1"/>
          <p:nvPr/>
        </p:nvSpPr>
        <p:spPr>
          <a:xfrm>
            <a:off x="3995936" y="4037002"/>
            <a:ext cx="52527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solidFill>
                  <a:srgbClr val="000000"/>
                </a:solidFill>
                <a:ea typeface="楷体" panose="02010609060101010101" charset="-122"/>
              </a:rPr>
              <a:t>数据库管理系统 </a:t>
            </a:r>
            <a:r>
              <a:rPr kumimoji="1" lang="en-US" altLang="zh-CN" sz="1800" dirty="0">
                <a:solidFill>
                  <a:srgbClr val="000000"/>
                </a:solidFill>
                <a:ea typeface="楷体" panose="02010609060101010101" charset="-122"/>
              </a:rPr>
              <a:t>Database Management System</a:t>
            </a:r>
            <a:endParaRPr kumimoji="1" lang="zh-CN" altLang="en-US" sz="2000" dirty="0">
              <a:solidFill>
                <a:srgbClr val="000000"/>
              </a:solidFill>
              <a:ea typeface="楷体" panose="02010609060101010101" charset="-122"/>
            </a:endParaRPr>
          </a:p>
        </p:txBody>
      </p:sp>
      <p:sp>
        <p:nvSpPr>
          <p:cNvPr id="28" name="Text Box 22">
            <a:extLst>
              <a:ext uri="{FF2B5EF4-FFF2-40B4-BE49-F238E27FC236}">
                <a16:creationId xmlns:a16="http://schemas.microsoft.com/office/drawing/2014/main" id="{6F46EE43-A9A1-9938-1189-21DEB69CC662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725" y="4259659"/>
            <a:ext cx="9144000" cy="24160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特点：</a:t>
            </a:r>
            <a:endParaRPr lang="en-US" altLang="zh-CN" sz="1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①数据结构化：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在文件系统中，文件中的记录内部具有结构，但是</a:t>
            </a:r>
            <a:r>
              <a:rPr lang="zh-CN" altLang="en-US" sz="17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记录的结构和记录之间的联系被固化在程序中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。数据库系统实现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整体数据的结构化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，数据库中的数据</a:t>
            </a:r>
            <a:r>
              <a:rPr lang="zh-CN" altLang="en-US" sz="1700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不再针对某一个应用，而是面向整个组织或企业</a:t>
            </a:r>
            <a:endParaRPr lang="en-US" altLang="zh-CN" sz="1700" u="sng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②数据的共享性高，冗余度低且易扩充：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数据面向整个系统，是有结构的数据，可被多个应用共享使用，也容易增加新的应用</a:t>
            </a:r>
            <a:endParaRPr lang="en-US" altLang="zh-CN" sz="17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③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数据独立性高：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包括物理独立性，用户的应用程序与数据库中数据的物理存储是相互独立的；逻辑独立性，用户的应用程序与数据库的逻辑结构是相互独立的</a:t>
            </a:r>
            <a:endParaRPr lang="en-US" altLang="zh-CN" sz="17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782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6" r:link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8" r:link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4754" name="Oval 2"/>
          <p:cNvSpPr/>
          <p:nvPr>
            <p:custDataLst>
              <p:tags r:id="rId4"/>
            </p:custDataLst>
          </p:nvPr>
        </p:nvSpPr>
        <p:spPr>
          <a:xfrm>
            <a:off x="2146300" y="2443163"/>
            <a:ext cx="4800600" cy="2819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55" name="Oval 10"/>
          <p:cNvSpPr/>
          <p:nvPr>
            <p:custDataLst>
              <p:tags r:id="rId5"/>
            </p:custDataLst>
          </p:nvPr>
        </p:nvSpPr>
        <p:spPr>
          <a:xfrm>
            <a:off x="5880100" y="3128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学位</a:t>
            </a:r>
          </a:p>
        </p:txBody>
      </p:sp>
      <p:sp>
        <p:nvSpPr>
          <p:cNvPr id="74756" name="Oval 11"/>
          <p:cNvSpPr/>
          <p:nvPr>
            <p:custDataLst>
              <p:tags r:id="rId6"/>
            </p:custDataLst>
          </p:nvPr>
        </p:nvSpPr>
        <p:spPr>
          <a:xfrm>
            <a:off x="58801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74757" name="Oval 32"/>
          <p:cNvSpPr/>
          <p:nvPr>
            <p:custDataLst>
              <p:tags r:id="rId7"/>
            </p:custDataLst>
          </p:nvPr>
        </p:nvSpPr>
        <p:spPr>
          <a:xfrm>
            <a:off x="2146300" y="2443163"/>
            <a:ext cx="4800600" cy="2819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58" name="Oval 40"/>
          <p:cNvSpPr/>
          <p:nvPr>
            <p:custDataLst>
              <p:tags r:id="rId8"/>
            </p:custDataLst>
          </p:nvPr>
        </p:nvSpPr>
        <p:spPr>
          <a:xfrm>
            <a:off x="5880100" y="3128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学位</a:t>
            </a:r>
          </a:p>
        </p:txBody>
      </p:sp>
      <p:sp>
        <p:nvSpPr>
          <p:cNvPr id="74759" name="Oval 41"/>
          <p:cNvSpPr/>
          <p:nvPr>
            <p:custDataLst>
              <p:tags r:id="rId9"/>
            </p:custDataLst>
          </p:nvPr>
        </p:nvSpPr>
        <p:spPr>
          <a:xfrm>
            <a:off x="58801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学分</a:t>
            </a:r>
          </a:p>
        </p:txBody>
      </p:sp>
      <p:sp>
        <p:nvSpPr>
          <p:cNvPr id="74789" name="Freeform 55"/>
          <p:cNvSpPr/>
          <p:nvPr>
            <p:custDataLst>
              <p:tags r:id="rId10"/>
            </p:custDataLst>
          </p:nvPr>
        </p:nvSpPr>
        <p:spPr>
          <a:xfrm>
            <a:off x="3352800" y="2541905"/>
            <a:ext cx="5234305" cy="2619375"/>
          </a:xfrm>
          <a:custGeom>
            <a:avLst/>
            <a:gdLst/>
            <a:ahLst/>
            <a:cxnLst>
              <a:cxn ang="0">
                <a:pos x="4875" y="1627"/>
              </a:cxn>
              <a:cxn ang="0">
                <a:pos x="4615" y="1650"/>
              </a:cxn>
              <a:cxn ang="0">
                <a:pos x="4185" y="1627"/>
              </a:cxn>
              <a:cxn ang="0">
                <a:pos x="3966" y="1579"/>
              </a:cxn>
              <a:cxn ang="0">
                <a:pos x="3734" y="1508"/>
              </a:cxn>
              <a:cxn ang="0">
                <a:pos x="3225" y="1335"/>
              </a:cxn>
              <a:cxn ang="0">
                <a:pos x="3145" y="1279"/>
              </a:cxn>
              <a:cxn ang="0">
                <a:pos x="2858" y="1074"/>
              </a:cxn>
              <a:cxn ang="0">
                <a:pos x="2659" y="1035"/>
              </a:cxn>
              <a:cxn ang="0">
                <a:pos x="1771" y="1027"/>
              </a:cxn>
              <a:cxn ang="0">
                <a:pos x="894" y="995"/>
              </a:cxn>
              <a:cxn ang="0">
                <a:pos x="302" y="909"/>
              </a:cxn>
              <a:cxn ang="0">
                <a:pos x="194" y="869"/>
              </a:cxn>
              <a:cxn ang="0">
                <a:pos x="16" y="751"/>
              </a:cxn>
              <a:cxn ang="0">
                <a:pos x="16" y="546"/>
              </a:cxn>
              <a:cxn ang="0">
                <a:pos x="223" y="175"/>
              </a:cxn>
              <a:cxn ang="0">
                <a:pos x="496" y="41"/>
              </a:cxn>
              <a:cxn ang="0">
                <a:pos x="865" y="25"/>
              </a:cxn>
              <a:cxn ang="0">
                <a:pos x="962" y="41"/>
              </a:cxn>
              <a:cxn ang="0">
                <a:pos x="1005" y="48"/>
              </a:cxn>
              <a:cxn ang="0">
                <a:pos x="1102" y="64"/>
              </a:cxn>
              <a:cxn ang="0">
                <a:pos x="1311" y="143"/>
              </a:cxn>
              <a:cxn ang="0">
                <a:pos x="1486" y="285"/>
              </a:cxn>
              <a:cxn ang="0">
                <a:pos x="1885" y="514"/>
              </a:cxn>
              <a:cxn ang="0">
                <a:pos x="2010" y="546"/>
              </a:cxn>
              <a:cxn ang="0">
                <a:pos x="2222" y="577"/>
              </a:cxn>
              <a:cxn ang="0">
                <a:pos x="2413" y="593"/>
              </a:cxn>
              <a:cxn ang="0">
                <a:pos x="2710" y="577"/>
              </a:cxn>
              <a:cxn ang="0">
                <a:pos x="2842" y="546"/>
              </a:cxn>
              <a:cxn ang="0">
                <a:pos x="3591" y="325"/>
              </a:cxn>
              <a:cxn ang="0">
                <a:pos x="4550" y="348"/>
              </a:cxn>
              <a:cxn ang="0">
                <a:pos x="4663" y="372"/>
              </a:cxn>
              <a:cxn ang="0">
                <a:pos x="5081" y="459"/>
              </a:cxn>
              <a:cxn ang="0">
                <a:pos x="5398" y="506"/>
              </a:cxn>
              <a:cxn ang="0">
                <a:pos x="5828" y="617"/>
              </a:cxn>
              <a:cxn ang="0">
                <a:pos x="6054" y="695"/>
              </a:cxn>
              <a:cxn ang="0">
                <a:pos x="6260" y="814"/>
              </a:cxn>
              <a:cxn ang="0">
                <a:pos x="6361" y="861"/>
              </a:cxn>
              <a:cxn ang="0">
                <a:pos x="6500" y="1074"/>
              </a:cxn>
              <a:cxn ang="0">
                <a:pos x="6487" y="1374"/>
              </a:cxn>
              <a:cxn ang="0">
                <a:pos x="6325" y="1477"/>
              </a:cxn>
              <a:cxn ang="0">
                <a:pos x="5652" y="1563"/>
              </a:cxn>
              <a:cxn ang="0">
                <a:pos x="5160" y="1595"/>
              </a:cxn>
              <a:cxn ang="0">
                <a:pos x="4875" y="1627"/>
              </a:cxn>
            </a:cxnLst>
            <a:rect l="0" t="0" r="0" b="0"/>
            <a:pathLst>
              <a:path w="3212" h="1650">
                <a:moveTo>
                  <a:pt x="2407" y="1627"/>
                </a:moveTo>
                <a:cubicBezTo>
                  <a:pt x="2366" y="1639"/>
                  <a:pt x="2322" y="1643"/>
                  <a:pt x="2280" y="1650"/>
                </a:cubicBezTo>
                <a:cubicBezTo>
                  <a:pt x="2197" y="1645"/>
                  <a:pt x="2143" y="1638"/>
                  <a:pt x="2067" y="1627"/>
                </a:cubicBezTo>
                <a:cubicBezTo>
                  <a:pt x="2029" y="1614"/>
                  <a:pt x="1993" y="1597"/>
                  <a:pt x="1957" y="1579"/>
                </a:cubicBezTo>
                <a:cubicBezTo>
                  <a:pt x="1920" y="1560"/>
                  <a:pt x="1884" y="1521"/>
                  <a:pt x="1846" y="1508"/>
                </a:cubicBezTo>
                <a:cubicBezTo>
                  <a:pt x="1741" y="1472"/>
                  <a:pt x="1673" y="1410"/>
                  <a:pt x="1594" y="1335"/>
                </a:cubicBezTo>
                <a:cubicBezTo>
                  <a:pt x="1560" y="1302"/>
                  <a:pt x="1580" y="1310"/>
                  <a:pt x="1555" y="1279"/>
                </a:cubicBezTo>
                <a:cubicBezTo>
                  <a:pt x="1502" y="1215"/>
                  <a:pt x="1472" y="1134"/>
                  <a:pt x="1413" y="1074"/>
                </a:cubicBezTo>
                <a:cubicBezTo>
                  <a:pt x="1388" y="1048"/>
                  <a:pt x="1342" y="1046"/>
                  <a:pt x="1310" y="1035"/>
                </a:cubicBezTo>
                <a:cubicBezTo>
                  <a:pt x="1161" y="1041"/>
                  <a:pt x="1023" y="1036"/>
                  <a:pt x="876" y="1027"/>
                </a:cubicBezTo>
                <a:cubicBezTo>
                  <a:pt x="732" y="1019"/>
                  <a:pt x="584" y="1024"/>
                  <a:pt x="442" y="995"/>
                </a:cubicBezTo>
                <a:cubicBezTo>
                  <a:pt x="339" y="974"/>
                  <a:pt x="248" y="938"/>
                  <a:pt x="150" y="909"/>
                </a:cubicBezTo>
                <a:cubicBezTo>
                  <a:pt x="87" y="846"/>
                  <a:pt x="168" y="922"/>
                  <a:pt x="95" y="869"/>
                </a:cubicBezTo>
                <a:cubicBezTo>
                  <a:pt x="58" y="842"/>
                  <a:pt x="31" y="793"/>
                  <a:pt x="16" y="751"/>
                </a:cubicBezTo>
                <a:cubicBezTo>
                  <a:pt x="0" y="653"/>
                  <a:pt x="6" y="713"/>
                  <a:pt x="16" y="546"/>
                </a:cubicBezTo>
                <a:cubicBezTo>
                  <a:pt x="23" y="422"/>
                  <a:pt x="38" y="280"/>
                  <a:pt x="111" y="175"/>
                </a:cubicBezTo>
                <a:cubicBezTo>
                  <a:pt x="128" y="117"/>
                  <a:pt x="187" y="58"/>
                  <a:pt x="245" y="41"/>
                </a:cubicBezTo>
                <a:cubicBezTo>
                  <a:pt x="304" y="0"/>
                  <a:pt x="346" y="20"/>
                  <a:pt x="426" y="25"/>
                </a:cubicBezTo>
                <a:cubicBezTo>
                  <a:pt x="442" y="30"/>
                  <a:pt x="458" y="36"/>
                  <a:pt x="474" y="41"/>
                </a:cubicBezTo>
                <a:cubicBezTo>
                  <a:pt x="482" y="43"/>
                  <a:pt x="489" y="46"/>
                  <a:pt x="497" y="48"/>
                </a:cubicBezTo>
                <a:cubicBezTo>
                  <a:pt x="513" y="53"/>
                  <a:pt x="545" y="64"/>
                  <a:pt x="545" y="64"/>
                </a:cubicBezTo>
                <a:cubicBezTo>
                  <a:pt x="579" y="90"/>
                  <a:pt x="620" y="109"/>
                  <a:pt x="647" y="143"/>
                </a:cubicBezTo>
                <a:cubicBezTo>
                  <a:pt x="682" y="187"/>
                  <a:pt x="703" y="240"/>
                  <a:pt x="734" y="285"/>
                </a:cubicBezTo>
                <a:cubicBezTo>
                  <a:pt x="769" y="389"/>
                  <a:pt x="830" y="467"/>
                  <a:pt x="931" y="514"/>
                </a:cubicBezTo>
                <a:cubicBezTo>
                  <a:pt x="952" y="524"/>
                  <a:pt x="971" y="539"/>
                  <a:pt x="994" y="546"/>
                </a:cubicBezTo>
                <a:cubicBezTo>
                  <a:pt x="1028" y="556"/>
                  <a:pt x="1062" y="570"/>
                  <a:pt x="1097" y="577"/>
                </a:cubicBezTo>
                <a:cubicBezTo>
                  <a:pt x="1128" y="583"/>
                  <a:pt x="1192" y="593"/>
                  <a:pt x="1192" y="593"/>
                </a:cubicBezTo>
                <a:cubicBezTo>
                  <a:pt x="1241" y="590"/>
                  <a:pt x="1295" y="598"/>
                  <a:pt x="1341" y="577"/>
                </a:cubicBezTo>
                <a:cubicBezTo>
                  <a:pt x="1363" y="567"/>
                  <a:pt x="1405" y="546"/>
                  <a:pt x="1405" y="546"/>
                </a:cubicBezTo>
                <a:cubicBezTo>
                  <a:pt x="1523" y="425"/>
                  <a:pt x="1608" y="359"/>
                  <a:pt x="1775" y="325"/>
                </a:cubicBezTo>
                <a:cubicBezTo>
                  <a:pt x="1903" y="328"/>
                  <a:pt x="2103" y="315"/>
                  <a:pt x="2249" y="348"/>
                </a:cubicBezTo>
                <a:cubicBezTo>
                  <a:pt x="2277" y="354"/>
                  <a:pt x="2276" y="360"/>
                  <a:pt x="2304" y="372"/>
                </a:cubicBezTo>
                <a:cubicBezTo>
                  <a:pt x="2373" y="402"/>
                  <a:pt x="2442" y="425"/>
                  <a:pt x="2509" y="459"/>
                </a:cubicBezTo>
                <a:cubicBezTo>
                  <a:pt x="2557" y="484"/>
                  <a:pt x="2617" y="483"/>
                  <a:pt x="2667" y="506"/>
                </a:cubicBezTo>
                <a:cubicBezTo>
                  <a:pt x="2738" y="539"/>
                  <a:pt x="2816" y="572"/>
                  <a:pt x="2880" y="617"/>
                </a:cubicBezTo>
                <a:cubicBezTo>
                  <a:pt x="2910" y="638"/>
                  <a:pt x="2954" y="684"/>
                  <a:pt x="2991" y="695"/>
                </a:cubicBezTo>
                <a:cubicBezTo>
                  <a:pt x="3035" y="726"/>
                  <a:pt x="3057" y="775"/>
                  <a:pt x="3093" y="814"/>
                </a:cubicBezTo>
                <a:cubicBezTo>
                  <a:pt x="3108" y="831"/>
                  <a:pt x="3125" y="845"/>
                  <a:pt x="3141" y="861"/>
                </a:cubicBezTo>
                <a:cubicBezTo>
                  <a:pt x="3193" y="912"/>
                  <a:pt x="3201" y="1008"/>
                  <a:pt x="3212" y="1074"/>
                </a:cubicBezTo>
                <a:cubicBezTo>
                  <a:pt x="3209" y="1174"/>
                  <a:pt x="3209" y="1274"/>
                  <a:pt x="3204" y="1374"/>
                </a:cubicBezTo>
                <a:cubicBezTo>
                  <a:pt x="3201" y="1432"/>
                  <a:pt x="3169" y="1453"/>
                  <a:pt x="3125" y="1477"/>
                </a:cubicBezTo>
                <a:cubicBezTo>
                  <a:pt x="3018" y="1536"/>
                  <a:pt x="2917" y="1553"/>
                  <a:pt x="2793" y="1563"/>
                </a:cubicBezTo>
                <a:cubicBezTo>
                  <a:pt x="2712" y="1577"/>
                  <a:pt x="2630" y="1579"/>
                  <a:pt x="2549" y="1595"/>
                </a:cubicBezTo>
                <a:cubicBezTo>
                  <a:pt x="2499" y="1605"/>
                  <a:pt x="2459" y="1627"/>
                  <a:pt x="2407" y="1627"/>
                </a:cubicBezTo>
                <a:close/>
              </a:path>
            </a:pathLst>
          </a:custGeom>
          <a:noFill/>
          <a:ln w="28575" cap="flat" cmpd="sng">
            <a:solidFill>
              <a:schemeClr val="hlink">
                <a:alpha val="100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90" name="Rectangle 56"/>
          <p:cNvSpPr/>
          <p:nvPr>
            <p:custDataLst>
              <p:tags r:id="rId11"/>
            </p:custDataLst>
          </p:nvPr>
        </p:nvSpPr>
        <p:spPr>
          <a:xfrm>
            <a:off x="6910705" y="427228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学籍科</a:t>
            </a:r>
          </a:p>
        </p:txBody>
      </p:sp>
      <p:pic>
        <p:nvPicPr>
          <p:cNvPr id="74791" name="Picture 57" descr="j021147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flipV="1">
            <a:off x="7215505" y="366268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86" name="Rectangle 59"/>
          <p:cNvSpPr/>
          <p:nvPr>
            <p:custDataLst>
              <p:tags r:id="rId12"/>
            </p:custDataLst>
          </p:nvPr>
        </p:nvSpPr>
        <p:spPr>
          <a:xfrm>
            <a:off x="5194300" y="168148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人事科</a:t>
            </a:r>
          </a:p>
        </p:txBody>
      </p:sp>
      <p:pic>
        <p:nvPicPr>
          <p:cNvPr id="74787" name="Picture 60" descr="j021147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flipV="1">
            <a:off x="5499100" y="107188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88" name="Freeform 61"/>
          <p:cNvSpPr/>
          <p:nvPr>
            <p:custDataLst>
              <p:tags r:id="rId13"/>
            </p:custDataLst>
          </p:nvPr>
        </p:nvSpPr>
        <p:spPr>
          <a:xfrm>
            <a:off x="3289300" y="990600"/>
            <a:ext cx="3721100" cy="4221480"/>
          </a:xfrm>
          <a:custGeom>
            <a:avLst/>
            <a:gdLst/>
            <a:ahLst/>
            <a:cxnLst>
              <a:cxn ang="0">
                <a:pos x="1680" y="8"/>
              </a:cxn>
              <a:cxn ang="0">
                <a:pos x="1475" y="31"/>
              </a:cxn>
              <a:cxn ang="0">
                <a:pos x="1404" y="55"/>
              </a:cxn>
              <a:cxn ang="0">
                <a:pos x="1380" y="63"/>
              </a:cxn>
              <a:cxn ang="0">
                <a:pos x="1293" y="94"/>
              </a:cxn>
              <a:cxn ang="0">
                <a:pos x="1136" y="213"/>
              </a:cxn>
              <a:cxn ang="0">
                <a:pos x="1104" y="268"/>
              </a:cxn>
              <a:cxn ang="0">
                <a:pos x="1088" y="315"/>
              </a:cxn>
              <a:cxn ang="0">
                <a:pos x="1104" y="505"/>
              </a:cxn>
              <a:cxn ang="0">
                <a:pos x="1167" y="710"/>
              </a:cxn>
              <a:cxn ang="0">
                <a:pos x="1136" y="899"/>
              </a:cxn>
              <a:cxn ang="0">
                <a:pos x="1041" y="1041"/>
              </a:cxn>
              <a:cxn ang="0">
                <a:pos x="962" y="1120"/>
              </a:cxn>
              <a:cxn ang="0">
                <a:pos x="796" y="1160"/>
              </a:cxn>
              <a:cxn ang="0">
                <a:pos x="702" y="1096"/>
              </a:cxn>
              <a:cxn ang="0">
                <a:pos x="512" y="986"/>
              </a:cxn>
              <a:cxn ang="0">
                <a:pos x="339" y="970"/>
              </a:cxn>
              <a:cxn ang="0">
                <a:pos x="244" y="994"/>
              </a:cxn>
              <a:cxn ang="0">
                <a:pos x="220" y="1002"/>
              </a:cxn>
              <a:cxn ang="0">
                <a:pos x="102" y="1049"/>
              </a:cxn>
              <a:cxn ang="0">
                <a:pos x="31" y="1096"/>
              </a:cxn>
              <a:cxn ang="0">
                <a:pos x="7" y="1144"/>
              </a:cxn>
              <a:cxn ang="0">
                <a:pos x="110" y="1381"/>
              </a:cxn>
              <a:cxn ang="0">
                <a:pos x="276" y="1483"/>
              </a:cxn>
              <a:cxn ang="0">
                <a:pos x="307" y="1530"/>
              </a:cxn>
              <a:cxn ang="0">
                <a:pos x="252" y="1641"/>
              </a:cxn>
              <a:cxn ang="0">
                <a:pos x="157" y="1759"/>
              </a:cxn>
              <a:cxn ang="0">
                <a:pos x="118" y="1830"/>
              </a:cxn>
              <a:cxn ang="0">
                <a:pos x="86" y="1941"/>
              </a:cxn>
              <a:cxn ang="0">
                <a:pos x="94" y="2272"/>
              </a:cxn>
              <a:cxn ang="0">
                <a:pos x="126" y="2485"/>
              </a:cxn>
              <a:cxn ang="0">
                <a:pos x="189" y="2548"/>
              </a:cxn>
              <a:cxn ang="0">
                <a:pos x="591" y="2651"/>
              </a:cxn>
              <a:cxn ang="0">
                <a:pos x="686" y="2659"/>
              </a:cxn>
              <a:cxn ang="0">
                <a:pos x="1286" y="2627"/>
              </a:cxn>
              <a:cxn ang="0">
                <a:pos x="1380" y="2596"/>
              </a:cxn>
              <a:cxn ang="0">
                <a:pos x="1459" y="2556"/>
              </a:cxn>
              <a:cxn ang="0">
                <a:pos x="1530" y="2462"/>
              </a:cxn>
              <a:cxn ang="0">
                <a:pos x="1767" y="2422"/>
              </a:cxn>
              <a:cxn ang="0">
                <a:pos x="1933" y="2367"/>
              </a:cxn>
              <a:cxn ang="0">
                <a:pos x="1964" y="2343"/>
              </a:cxn>
              <a:cxn ang="0">
                <a:pos x="2012" y="2296"/>
              </a:cxn>
              <a:cxn ang="0">
                <a:pos x="2083" y="2170"/>
              </a:cxn>
              <a:cxn ang="0">
                <a:pos x="2059" y="1783"/>
              </a:cxn>
              <a:cxn ang="0">
                <a:pos x="2004" y="1420"/>
              </a:cxn>
              <a:cxn ang="0">
                <a:pos x="1917" y="1278"/>
              </a:cxn>
              <a:cxn ang="0">
                <a:pos x="1940" y="1175"/>
              </a:cxn>
              <a:cxn ang="0">
                <a:pos x="1988" y="1128"/>
              </a:cxn>
              <a:cxn ang="0">
                <a:pos x="2035" y="1096"/>
              </a:cxn>
              <a:cxn ang="0">
                <a:pos x="2075" y="1057"/>
              </a:cxn>
              <a:cxn ang="0">
                <a:pos x="2114" y="1018"/>
              </a:cxn>
              <a:cxn ang="0">
                <a:pos x="2201" y="931"/>
              </a:cxn>
              <a:cxn ang="0">
                <a:pos x="2288" y="797"/>
              </a:cxn>
              <a:cxn ang="0">
                <a:pos x="2311" y="718"/>
              </a:cxn>
              <a:cxn ang="0">
                <a:pos x="2327" y="670"/>
              </a:cxn>
              <a:cxn ang="0">
                <a:pos x="2319" y="363"/>
              </a:cxn>
              <a:cxn ang="0">
                <a:pos x="1940" y="39"/>
              </a:cxn>
              <a:cxn ang="0">
                <a:pos x="1791" y="0"/>
              </a:cxn>
              <a:cxn ang="0">
                <a:pos x="1680" y="8"/>
              </a:cxn>
            </a:cxnLst>
            <a:rect l="0" t="0" r="0" b="0"/>
            <a:pathLst>
              <a:path w="2344" h="2659">
                <a:moveTo>
                  <a:pt x="1680" y="8"/>
                </a:moveTo>
                <a:cubicBezTo>
                  <a:pt x="1516" y="16"/>
                  <a:pt x="1584" y="3"/>
                  <a:pt x="1475" y="31"/>
                </a:cubicBezTo>
                <a:cubicBezTo>
                  <a:pt x="1451" y="37"/>
                  <a:pt x="1428" y="47"/>
                  <a:pt x="1404" y="55"/>
                </a:cubicBezTo>
                <a:cubicBezTo>
                  <a:pt x="1396" y="58"/>
                  <a:pt x="1380" y="63"/>
                  <a:pt x="1380" y="63"/>
                </a:cubicBezTo>
                <a:cubicBezTo>
                  <a:pt x="1352" y="83"/>
                  <a:pt x="1326" y="87"/>
                  <a:pt x="1293" y="94"/>
                </a:cubicBezTo>
                <a:cubicBezTo>
                  <a:pt x="1233" y="125"/>
                  <a:pt x="1183" y="165"/>
                  <a:pt x="1136" y="213"/>
                </a:cubicBezTo>
                <a:cubicBezTo>
                  <a:pt x="1125" y="224"/>
                  <a:pt x="1109" y="255"/>
                  <a:pt x="1104" y="268"/>
                </a:cubicBezTo>
                <a:cubicBezTo>
                  <a:pt x="1098" y="283"/>
                  <a:pt x="1088" y="315"/>
                  <a:pt x="1088" y="315"/>
                </a:cubicBezTo>
                <a:cubicBezTo>
                  <a:pt x="1093" y="405"/>
                  <a:pt x="1090" y="433"/>
                  <a:pt x="1104" y="505"/>
                </a:cubicBezTo>
                <a:cubicBezTo>
                  <a:pt x="1118" y="575"/>
                  <a:pt x="1150" y="641"/>
                  <a:pt x="1167" y="710"/>
                </a:cubicBezTo>
                <a:cubicBezTo>
                  <a:pt x="1162" y="764"/>
                  <a:pt x="1165" y="847"/>
                  <a:pt x="1136" y="899"/>
                </a:cubicBezTo>
                <a:cubicBezTo>
                  <a:pt x="1109" y="947"/>
                  <a:pt x="1074" y="1000"/>
                  <a:pt x="1041" y="1041"/>
                </a:cubicBezTo>
                <a:cubicBezTo>
                  <a:pt x="1010" y="1080"/>
                  <a:pt x="1014" y="1102"/>
                  <a:pt x="962" y="1120"/>
                </a:cubicBezTo>
                <a:cubicBezTo>
                  <a:pt x="907" y="1139"/>
                  <a:pt x="854" y="1152"/>
                  <a:pt x="796" y="1160"/>
                </a:cubicBezTo>
                <a:cubicBezTo>
                  <a:pt x="761" y="1148"/>
                  <a:pt x="733" y="1117"/>
                  <a:pt x="702" y="1096"/>
                </a:cubicBezTo>
                <a:cubicBezTo>
                  <a:pt x="643" y="1056"/>
                  <a:pt x="580" y="1009"/>
                  <a:pt x="512" y="986"/>
                </a:cubicBezTo>
                <a:cubicBezTo>
                  <a:pt x="452" y="944"/>
                  <a:pt x="431" y="964"/>
                  <a:pt x="339" y="970"/>
                </a:cubicBezTo>
                <a:cubicBezTo>
                  <a:pt x="274" y="981"/>
                  <a:pt x="307" y="973"/>
                  <a:pt x="244" y="994"/>
                </a:cubicBezTo>
                <a:cubicBezTo>
                  <a:pt x="236" y="997"/>
                  <a:pt x="220" y="1002"/>
                  <a:pt x="220" y="1002"/>
                </a:cubicBezTo>
                <a:cubicBezTo>
                  <a:pt x="185" y="1027"/>
                  <a:pt x="137" y="1026"/>
                  <a:pt x="102" y="1049"/>
                </a:cubicBezTo>
                <a:cubicBezTo>
                  <a:pt x="47" y="1086"/>
                  <a:pt x="71" y="1071"/>
                  <a:pt x="31" y="1096"/>
                </a:cubicBezTo>
                <a:cubicBezTo>
                  <a:pt x="25" y="1113"/>
                  <a:pt x="9" y="1126"/>
                  <a:pt x="7" y="1144"/>
                </a:cubicBezTo>
                <a:cubicBezTo>
                  <a:pt x="0" y="1222"/>
                  <a:pt x="44" y="1337"/>
                  <a:pt x="110" y="1381"/>
                </a:cubicBezTo>
                <a:cubicBezTo>
                  <a:pt x="148" y="1436"/>
                  <a:pt x="222" y="1447"/>
                  <a:pt x="276" y="1483"/>
                </a:cubicBezTo>
                <a:cubicBezTo>
                  <a:pt x="286" y="1499"/>
                  <a:pt x="305" y="1511"/>
                  <a:pt x="307" y="1530"/>
                </a:cubicBezTo>
                <a:cubicBezTo>
                  <a:pt x="313" y="1577"/>
                  <a:pt x="277" y="1609"/>
                  <a:pt x="252" y="1641"/>
                </a:cubicBezTo>
                <a:cubicBezTo>
                  <a:pt x="220" y="1682"/>
                  <a:pt x="195" y="1723"/>
                  <a:pt x="157" y="1759"/>
                </a:cubicBezTo>
                <a:cubicBezTo>
                  <a:pt x="148" y="1786"/>
                  <a:pt x="134" y="1806"/>
                  <a:pt x="118" y="1830"/>
                </a:cubicBezTo>
                <a:cubicBezTo>
                  <a:pt x="105" y="1869"/>
                  <a:pt x="94" y="1901"/>
                  <a:pt x="86" y="1941"/>
                </a:cubicBezTo>
                <a:cubicBezTo>
                  <a:pt x="71" y="2114"/>
                  <a:pt x="76" y="2003"/>
                  <a:pt x="94" y="2272"/>
                </a:cubicBezTo>
                <a:cubicBezTo>
                  <a:pt x="100" y="2355"/>
                  <a:pt x="100" y="2409"/>
                  <a:pt x="126" y="2485"/>
                </a:cubicBezTo>
                <a:cubicBezTo>
                  <a:pt x="135" y="2510"/>
                  <a:pt x="169" y="2532"/>
                  <a:pt x="189" y="2548"/>
                </a:cubicBezTo>
                <a:cubicBezTo>
                  <a:pt x="296" y="2633"/>
                  <a:pt x="460" y="2638"/>
                  <a:pt x="591" y="2651"/>
                </a:cubicBezTo>
                <a:cubicBezTo>
                  <a:pt x="623" y="2654"/>
                  <a:pt x="654" y="2656"/>
                  <a:pt x="686" y="2659"/>
                </a:cubicBezTo>
                <a:cubicBezTo>
                  <a:pt x="887" y="2655"/>
                  <a:pt x="1087" y="2655"/>
                  <a:pt x="1286" y="2627"/>
                </a:cubicBezTo>
                <a:cubicBezTo>
                  <a:pt x="1313" y="2618"/>
                  <a:pt x="1354" y="2609"/>
                  <a:pt x="1380" y="2596"/>
                </a:cubicBezTo>
                <a:cubicBezTo>
                  <a:pt x="1407" y="2582"/>
                  <a:pt x="1430" y="2566"/>
                  <a:pt x="1459" y="2556"/>
                </a:cubicBezTo>
                <a:cubicBezTo>
                  <a:pt x="1474" y="2534"/>
                  <a:pt x="1511" y="2477"/>
                  <a:pt x="1530" y="2462"/>
                </a:cubicBezTo>
                <a:cubicBezTo>
                  <a:pt x="1590" y="2414"/>
                  <a:pt x="1708" y="2425"/>
                  <a:pt x="1767" y="2422"/>
                </a:cubicBezTo>
                <a:cubicBezTo>
                  <a:pt x="1827" y="2412"/>
                  <a:pt x="1882" y="2404"/>
                  <a:pt x="1933" y="2367"/>
                </a:cubicBezTo>
                <a:cubicBezTo>
                  <a:pt x="1944" y="2359"/>
                  <a:pt x="1954" y="2352"/>
                  <a:pt x="1964" y="2343"/>
                </a:cubicBezTo>
                <a:cubicBezTo>
                  <a:pt x="1981" y="2328"/>
                  <a:pt x="2012" y="2296"/>
                  <a:pt x="2012" y="2296"/>
                </a:cubicBezTo>
                <a:cubicBezTo>
                  <a:pt x="2033" y="2252"/>
                  <a:pt x="2067" y="2216"/>
                  <a:pt x="2083" y="2170"/>
                </a:cubicBezTo>
                <a:cubicBezTo>
                  <a:pt x="2078" y="2035"/>
                  <a:pt x="2066" y="1916"/>
                  <a:pt x="2059" y="1783"/>
                </a:cubicBezTo>
                <a:cubicBezTo>
                  <a:pt x="2052" y="1651"/>
                  <a:pt x="2043" y="1543"/>
                  <a:pt x="2004" y="1420"/>
                </a:cubicBezTo>
                <a:cubicBezTo>
                  <a:pt x="1987" y="1368"/>
                  <a:pt x="1947" y="1323"/>
                  <a:pt x="1917" y="1278"/>
                </a:cubicBezTo>
                <a:cubicBezTo>
                  <a:pt x="1922" y="1233"/>
                  <a:pt x="1913" y="1206"/>
                  <a:pt x="1940" y="1175"/>
                </a:cubicBezTo>
                <a:cubicBezTo>
                  <a:pt x="1955" y="1158"/>
                  <a:pt x="1972" y="1144"/>
                  <a:pt x="1988" y="1128"/>
                </a:cubicBezTo>
                <a:cubicBezTo>
                  <a:pt x="2002" y="1115"/>
                  <a:pt x="2035" y="1096"/>
                  <a:pt x="2035" y="1096"/>
                </a:cubicBezTo>
                <a:cubicBezTo>
                  <a:pt x="2083" y="1026"/>
                  <a:pt x="2016" y="1118"/>
                  <a:pt x="2075" y="1057"/>
                </a:cubicBezTo>
                <a:cubicBezTo>
                  <a:pt x="2124" y="1007"/>
                  <a:pt x="2053" y="1056"/>
                  <a:pt x="2114" y="1018"/>
                </a:cubicBezTo>
                <a:cubicBezTo>
                  <a:pt x="2136" y="986"/>
                  <a:pt x="2169" y="953"/>
                  <a:pt x="2201" y="931"/>
                </a:cubicBezTo>
                <a:cubicBezTo>
                  <a:pt x="2230" y="886"/>
                  <a:pt x="2258" y="841"/>
                  <a:pt x="2288" y="797"/>
                </a:cubicBezTo>
                <a:cubicBezTo>
                  <a:pt x="2297" y="771"/>
                  <a:pt x="2303" y="744"/>
                  <a:pt x="2311" y="718"/>
                </a:cubicBezTo>
                <a:cubicBezTo>
                  <a:pt x="2316" y="702"/>
                  <a:pt x="2327" y="670"/>
                  <a:pt x="2327" y="670"/>
                </a:cubicBezTo>
                <a:cubicBezTo>
                  <a:pt x="2338" y="569"/>
                  <a:pt x="2344" y="463"/>
                  <a:pt x="2319" y="363"/>
                </a:cubicBezTo>
                <a:cubicBezTo>
                  <a:pt x="2274" y="184"/>
                  <a:pt x="2118" y="59"/>
                  <a:pt x="1940" y="39"/>
                </a:cubicBezTo>
                <a:cubicBezTo>
                  <a:pt x="1917" y="33"/>
                  <a:pt x="1812" y="0"/>
                  <a:pt x="1791" y="0"/>
                </a:cubicBezTo>
                <a:cubicBezTo>
                  <a:pt x="1754" y="0"/>
                  <a:pt x="1717" y="5"/>
                  <a:pt x="1680" y="8"/>
                </a:cubicBezTo>
                <a:close/>
              </a:path>
            </a:pathLst>
          </a:custGeom>
          <a:noFill/>
          <a:ln w="28575" cap="flat" cmpd="sng">
            <a:solidFill>
              <a:srgbClr val="FFFF00">
                <a:alpha val="100000"/>
              </a:srgbClr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83" name="Rectangle 63"/>
          <p:cNvSpPr/>
          <p:nvPr>
            <p:custDataLst>
              <p:tags r:id="rId14"/>
            </p:custDataLst>
          </p:nvPr>
        </p:nvSpPr>
        <p:spPr>
          <a:xfrm>
            <a:off x="698500" y="244348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财务科</a:t>
            </a:r>
          </a:p>
        </p:txBody>
      </p:sp>
      <p:pic>
        <p:nvPicPr>
          <p:cNvPr id="74784" name="Picture 64" descr="j021147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flipV="1">
            <a:off x="1003300" y="1833880"/>
            <a:ext cx="838200" cy="8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85" name="Freeform 65"/>
          <p:cNvSpPr/>
          <p:nvPr>
            <p:custDataLst>
              <p:tags r:id="rId15"/>
            </p:custDataLst>
          </p:nvPr>
        </p:nvSpPr>
        <p:spPr>
          <a:xfrm>
            <a:off x="501650" y="1598930"/>
            <a:ext cx="5118100" cy="2747645"/>
          </a:xfrm>
          <a:custGeom>
            <a:avLst/>
            <a:gdLst/>
            <a:ahLst/>
            <a:cxnLst>
              <a:cxn ang="0">
                <a:pos x="28" y="556"/>
              </a:cxn>
              <a:cxn ang="0">
                <a:pos x="28" y="769"/>
              </a:cxn>
              <a:cxn ang="0">
                <a:pos x="60" y="919"/>
              </a:cxn>
              <a:cxn ang="0">
                <a:pos x="328" y="1005"/>
              </a:cxn>
              <a:cxn ang="0">
                <a:pos x="525" y="1013"/>
              </a:cxn>
              <a:cxn ang="0">
                <a:pos x="667" y="1021"/>
              </a:cxn>
              <a:cxn ang="0">
                <a:pos x="999" y="1076"/>
              </a:cxn>
              <a:cxn ang="0">
                <a:pos x="1180" y="1147"/>
              </a:cxn>
              <a:cxn ang="0">
                <a:pos x="1275" y="1203"/>
              </a:cxn>
              <a:cxn ang="0">
                <a:pos x="1314" y="1234"/>
              </a:cxn>
              <a:cxn ang="0">
                <a:pos x="1385" y="1289"/>
              </a:cxn>
              <a:cxn ang="0">
                <a:pos x="1432" y="1305"/>
              </a:cxn>
              <a:cxn ang="0">
                <a:pos x="1464" y="1321"/>
              </a:cxn>
              <a:cxn ang="0">
                <a:pos x="1488" y="1337"/>
              </a:cxn>
              <a:cxn ang="0">
                <a:pos x="1646" y="1384"/>
              </a:cxn>
              <a:cxn ang="0">
                <a:pos x="1788" y="1439"/>
              </a:cxn>
              <a:cxn ang="0">
                <a:pos x="1843" y="1463"/>
              </a:cxn>
              <a:cxn ang="0">
                <a:pos x="1898" y="1487"/>
              </a:cxn>
              <a:cxn ang="0">
                <a:pos x="1930" y="1503"/>
              </a:cxn>
              <a:cxn ang="0">
                <a:pos x="1953" y="1518"/>
              </a:cxn>
              <a:cxn ang="0">
                <a:pos x="2001" y="1534"/>
              </a:cxn>
              <a:cxn ang="0">
                <a:pos x="2174" y="1621"/>
              </a:cxn>
              <a:cxn ang="0">
                <a:pos x="2332" y="1668"/>
              </a:cxn>
              <a:cxn ang="0">
                <a:pos x="2821" y="1731"/>
              </a:cxn>
              <a:cxn ang="0">
                <a:pos x="3097" y="1708"/>
              </a:cxn>
              <a:cxn ang="0">
                <a:pos x="3200" y="1605"/>
              </a:cxn>
              <a:cxn ang="0">
                <a:pos x="3224" y="1526"/>
              </a:cxn>
              <a:cxn ang="0">
                <a:pos x="3168" y="1353"/>
              </a:cxn>
              <a:cxn ang="0">
                <a:pos x="3097" y="1274"/>
              </a:cxn>
              <a:cxn ang="0">
                <a:pos x="3058" y="1234"/>
              </a:cxn>
              <a:cxn ang="0">
                <a:pos x="2995" y="1171"/>
              </a:cxn>
              <a:cxn ang="0">
                <a:pos x="2766" y="990"/>
              </a:cxn>
              <a:cxn ang="0">
                <a:pos x="2703" y="927"/>
              </a:cxn>
              <a:cxn ang="0">
                <a:pos x="2419" y="611"/>
              </a:cxn>
              <a:cxn ang="0">
                <a:pos x="2300" y="532"/>
              </a:cxn>
              <a:cxn ang="0">
                <a:pos x="2087" y="406"/>
              </a:cxn>
              <a:cxn ang="0">
                <a:pos x="2016" y="358"/>
              </a:cxn>
              <a:cxn ang="0">
                <a:pos x="1969" y="343"/>
              </a:cxn>
              <a:cxn ang="0">
                <a:pos x="1630" y="193"/>
              </a:cxn>
              <a:cxn ang="0">
                <a:pos x="1567" y="161"/>
              </a:cxn>
              <a:cxn ang="0">
                <a:pos x="1543" y="145"/>
              </a:cxn>
              <a:cxn ang="0">
                <a:pos x="1425" y="106"/>
              </a:cxn>
              <a:cxn ang="0">
                <a:pos x="1188" y="35"/>
              </a:cxn>
              <a:cxn ang="0">
                <a:pos x="849" y="11"/>
              </a:cxn>
              <a:cxn ang="0">
                <a:pos x="383" y="35"/>
              </a:cxn>
              <a:cxn ang="0">
                <a:pos x="288" y="106"/>
              </a:cxn>
              <a:cxn ang="0">
                <a:pos x="154" y="224"/>
              </a:cxn>
              <a:cxn ang="0">
                <a:pos x="4" y="532"/>
              </a:cxn>
              <a:cxn ang="0">
                <a:pos x="12" y="571"/>
              </a:cxn>
              <a:cxn ang="0">
                <a:pos x="36" y="587"/>
              </a:cxn>
              <a:cxn ang="0">
                <a:pos x="28" y="556"/>
              </a:cxn>
            </a:cxnLst>
            <a:rect l="0" t="0" r="0" b="0"/>
            <a:pathLst>
              <a:path w="3224" h="1731">
                <a:moveTo>
                  <a:pt x="28" y="556"/>
                </a:moveTo>
                <a:cubicBezTo>
                  <a:pt x="0" y="638"/>
                  <a:pt x="16" y="581"/>
                  <a:pt x="28" y="769"/>
                </a:cubicBezTo>
                <a:cubicBezTo>
                  <a:pt x="31" y="812"/>
                  <a:pt x="35" y="881"/>
                  <a:pt x="60" y="919"/>
                </a:cubicBezTo>
                <a:cubicBezTo>
                  <a:pt x="109" y="994"/>
                  <a:pt x="252" y="1001"/>
                  <a:pt x="328" y="1005"/>
                </a:cubicBezTo>
                <a:cubicBezTo>
                  <a:pt x="394" y="1009"/>
                  <a:pt x="459" y="1010"/>
                  <a:pt x="525" y="1013"/>
                </a:cubicBezTo>
                <a:cubicBezTo>
                  <a:pt x="572" y="1015"/>
                  <a:pt x="620" y="1017"/>
                  <a:pt x="667" y="1021"/>
                </a:cubicBezTo>
                <a:cubicBezTo>
                  <a:pt x="776" y="1029"/>
                  <a:pt x="894" y="1043"/>
                  <a:pt x="999" y="1076"/>
                </a:cubicBezTo>
                <a:cubicBezTo>
                  <a:pt x="1060" y="1095"/>
                  <a:pt x="1117" y="1133"/>
                  <a:pt x="1180" y="1147"/>
                </a:cubicBezTo>
                <a:cubicBezTo>
                  <a:pt x="1213" y="1170"/>
                  <a:pt x="1243" y="1182"/>
                  <a:pt x="1275" y="1203"/>
                </a:cubicBezTo>
                <a:cubicBezTo>
                  <a:pt x="1308" y="1254"/>
                  <a:pt x="1269" y="1204"/>
                  <a:pt x="1314" y="1234"/>
                </a:cubicBezTo>
                <a:cubicBezTo>
                  <a:pt x="1339" y="1251"/>
                  <a:pt x="1356" y="1276"/>
                  <a:pt x="1385" y="1289"/>
                </a:cubicBezTo>
                <a:cubicBezTo>
                  <a:pt x="1400" y="1296"/>
                  <a:pt x="1417" y="1298"/>
                  <a:pt x="1432" y="1305"/>
                </a:cubicBezTo>
                <a:cubicBezTo>
                  <a:pt x="1443" y="1310"/>
                  <a:pt x="1454" y="1315"/>
                  <a:pt x="1464" y="1321"/>
                </a:cubicBezTo>
                <a:cubicBezTo>
                  <a:pt x="1472" y="1326"/>
                  <a:pt x="1479" y="1333"/>
                  <a:pt x="1488" y="1337"/>
                </a:cubicBezTo>
                <a:cubicBezTo>
                  <a:pt x="1530" y="1359"/>
                  <a:pt x="1598" y="1372"/>
                  <a:pt x="1646" y="1384"/>
                </a:cubicBezTo>
                <a:cubicBezTo>
                  <a:pt x="1689" y="1414"/>
                  <a:pt x="1741" y="1419"/>
                  <a:pt x="1788" y="1439"/>
                </a:cubicBezTo>
                <a:cubicBezTo>
                  <a:pt x="1871" y="1474"/>
                  <a:pt x="1776" y="1441"/>
                  <a:pt x="1843" y="1463"/>
                </a:cubicBezTo>
                <a:cubicBezTo>
                  <a:pt x="1889" y="1495"/>
                  <a:pt x="1841" y="1466"/>
                  <a:pt x="1898" y="1487"/>
                </a:cubicBezTo>
                <a:cubicBezTo>
                  <a:pt x="1909" y="1491"/>
                  <a:pt x="1920" y="1497"/>
                  <a:pt x="1930" y="1503"/>
                </a:cubicBezTo>
                <a:cubicBezTo>
                  <a:pt x="1938" y="1507"/>
                  <a:pt x="1945" y="1514"/>
                  <a:pt x="1953" y="1518"/>
                </a:cubicBezTo>
                <a:cubicBezTo>
                  <a:pt x="1968" y="1525"/>
                  <a:pt x="2001" y="1534"/>
                  <a:pt x="2001" y="1534"/>
                </a:cubicBezTo>
                <a:cubicBezTo>
                  <a:pt x="2048" y="1567"/>
                  <a:pt x="2117" y="1606"/>
                  <a:pt x="2174" y="1621"/>
                </a:cubicBezTo>
                <a:cubicBezTo>
                  <a:pt x="2220" y="1652"/>
                  <a:pt x="2278" y="1656"/>
                  <a:pt x="2332" y="1668"/>
                </a:cubicBezTo>
                <a:cubicBezTo>
                  <a:pt x="2492" y="1703"/>
                  <a:pt x="2658" y="1716"/>
                  <a:pt x="2821" y="1731"/>
                </a:cubicBezTo>
                <a:cubicBezTo>
                  <a:pt x="2977" y="1725"/>
                  <a:pt x="2990" y="1730"/>
                  <a:pt x="3097" y="1708"/>
                </a:cubicBezTo>
                <a:cubicBezTo>
                  <a:pt x="3137" y="1681"/>
                  <a:pt x="3178" y="1650"/>
                  <a:pt x="3200" y="1605"/>
                </a:cubicBezTo>
                <a:cubicBezTo>
                  <a:pt x="3212" y="1581"/>
                  <a:pt x="3216" y="1551"/>
                  <a:pt x="3224" y="1526"/>
                </a:cubicBezTo>
                <a:cubicBezTo>
                  <a:pt x="3216" y="1468"/>
                  <a:pt x="3201" y="1403"/>
                  <a:pt x="3168" y="1353"/>
                </a:cubicBezTo>
                <a:cubicBezTo>
                  <a:pt x="3149" y="1324"/>
                  <a:pt x="3119" y="1300"/>
                  <a:pt x="3097" y="1274"/>
                </a:cubicBezTo>
                <a:cubicBezTo>
                  <a:pt x="3062" y="1232"/>
                  <a:pt x="3105" y="1265"/>
                  <a:pt x="3058" y="1234"/>
                </a:cubicBezTo>
                <a:cubicBezTo>
                  <a:pt x="3040" y="1208"/>
                  <a:pt x="3021" y="1189"/>
                  <a:pt x="2995" y="1171"/>
                </a:cubicBezTo>
                <a:cubicBezTo>
                  <a:pt x="2955" y="1111"/>
                  <a:pt x="2828" y="1034"/>
                  <a:pt x="2766" y="990"/>
                </a:cubicBezTo>
                <a:cubicBezTo>
                  <a:pt x="2739" y="970"/>
                  <a:pt x="2732" y="945"/>
                  <a:pt x="2703" y="927"/>
                </a:cubicBezTo>
                <a:cubicBezTo>
                  <a:pt x="2615" y="810"/>
                  <a:pt x="2537" y="699"/>
                  <a:pt x="2419" y="611"/>
                </a:cubicBezTo>
                <a:cubicBezTo>
                  <a:pt x="2381" y="583"/>
                  <a:pt x="2345" y="547"/>
                  <a:pt x="2300" y="532"/>
                </a:cubicBezTo>
                <a:cubicBezTo>
                  <a:pt x="2235" y="482"/>
                  <a:pt x="2158" y="446"/>
                  <a:pt x="2087" y="406"/>
                </a:cubicBezTo>
                <a:cubicBezTo>
                  <a:pt x="2021" y="369"/>
                  <a:pt x="2094" y="393"/>
                  <a:pt x="2016" y="358"/>
                </a:cubicBezTo>
                <a:cubicBezTo>
                  <a:pt x="2001" y="351"/>
                  <a:pt x="1969" y="343"/>
                  <a:pt x="1969" y="343"/>
                </a:cubicBezTo>
                <a:cubicBezTo>
                  <a:pt x="1876" y="273"/>
                  <a:pt x="1736" y="242"/>
                  <a:pt x="1630" y="193"/>
                </a:cubicBezTo>
                <a:cubicBezTo>
                  <a:pt x="1609" y="183"/>
                  <a:pt x="1587" y="174"/>
                  <a:pt x="1567" y="161"/>
                </a:cubicBezTo>
                <a:cubicBezTo>
                  <a:pt x="1559" y="156"/>
                  <a:pt x="1552" y="149"/>
                  <a:pt x="1543" y="145"/>
                </a:cubicBezTo>
                <a:cubicBezTo>
                  <a:pt x="1506" y="127"/>
                  <a:pt x="1463" y="120"/>
                  <a:pt x="1425" y="106"/>
                </a:cubicBezTo>
                <a:cubicBezTo>
                  <a:pt x="1346" y="77"/>
                  <a:pt x="1270" y="52"/>
                  <a:pt x="1188" y="35"/>
                </a:cubicBezTo>
                <a:cubicBezTo>
                  <a:pt x="1079" y="13"/>
                  <a:pt x="958" y="15"/>
                  <a:pt x="849" y="11"/>
                </a:cubicBezTo>
                <a:cubicBezTo>
                  <a:pt x="560" y="17"/>
                  <a:pt x="557" y="0"/>
                  <a:pt x="383" y="35"/>
                </a:cubicBezTo>
                <a:cubicBezTo>
                  <a:pt x="349" y="58"/>
                  <a:pt x="322" y="84"/>
                  <a:pt x="288" y="106"/>
                </a:cubicBezTo>
                <a:cubicBezTo>
                  <a:pt x="256" y="158"/>
                  <a:pt x="194" y="179"/>
                  <a:pt x="154" y="224"/>
                </a:cubicBezTo>
                <a:cubicBezTo>
                  <a:pt x="84" y="302"/>
                  <a:pt x="29" y="431"/>
                  <a:pt x="4" y="532"/>
                </a:cubicBezTo>
                <a:cubicBezTo>
                  <a:pt x="7" y="545"/>
                  <a:pt x="5" y="560"/>
                  <a:pt x="12" y="571"/>
                </a:cubicBezTo>
                <a:cubicBezTo>
                  <a:pt x="17" y="579"/>
                  <a:pt x="29" y="594"/>
                  <a:pt x="36" y="587"/>
                </a:cubicBezTo>
                <a:cubicBezTo>
                  <a:pt x="44" y="580"/>
                  <a:pt x="31" y="566"/>
                  <a:pt x="28" y="556"/>
                </a:cubicBezTo>
                <a:close/>
              </a:path>
            </a:pathLst>
          </a:custGeom>
          <a:noFill/>
          <a:ln w="28575" cap="flat" cmpd="sng">
            <a:solidFill>
              <a:schemeClr val="dk1">
                <a:alpha val="100000"/>
              </a:schemeClr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63" name="Oval 3"/>
          <p:cNvSpPr/>
          <p:nvPr>
            <p:custDataLst>
              <p:tags r:id="rId16"/>
            </p:custDataLst>
          </p:nvPr>
        </p:nvSpPr>
        <p:spPr>
          <a:xfrm>
            <a:off x="37465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74764" name="Oval 4"/>
          <p:cNvSpPr/>
          <p:nvPr>
            <p:custDataLst>
              <p:tags r:id="rId17"/>
            </p:custDataLst>
          </p:nvPr>
        </p:nvSpPr>
        <p:spPr>
          <a:xfrm>
            <a:off x="47371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74765" name="Oval 5"/>
          <p:cNvSpPr/>
          <p:nvPr>
            <p:custDataLst>
              <p:tags r:id="rId18"/>
            </p:custDataLst>
          </p:nvPr>
        </p:nvSpPr>
        <p:spPr>
          <a:xfrm>
            <a:off x="3594100" y="4500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74766" name="Oval 6"/>
          <p:cNvSpPr/>
          <p:nvPr>
            <p:custDataLst>
              <p:tags r:id="rId19"/>
            </p:custDataLst>
          </p:nvPr>
        </p:nvSpPr>
        <p:spPr>
          <a:xfrm>
            <a:off x="3594100" y="2595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74767" name="Oval 7"/>
          <p:cNvSpPr/>
          <p:nvPr>
            <p:custDataLst>
              <p:tags r:id="rId20"/>
            </p:custDataLst>
          </p:nvPr>
        </p:nvSpPr>
        <p:spPr>
          <a:xfrm>
            <a:off x="4965700" y="26717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年龄</a:t>
            </a:r>
          </a:p>
        </p:txBody>
      </p:sp>
      <p:sp>
        <p:nvSpPr>
          <p:cNvPr id="74768" name="Oval 8"/>
          <p:cNvSpPr/>
          <p:nvPr>
            <p:custDataLst>
              <p:tags r:id="rId21"/>
            </p:custDataLst>
          </p:nvPr>
        </p:nvSpPr>
        <p:spPr>
          <a:xfrm>
            <a:off x="26035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住址</a:t>
            </a:r>
          </a:p>
        </p:txBody>
      </p:sp>
      <p:sp>
        <p:nvSpPr>
          <p:cNvPr id="74769" name="Oval 9"/>
          <p:cNvSpPr/>
          <p:nvPr>
            <p:custDataLst>
              <p:tags r:id="rId22"/>
            </p:custDataLst>
          </p:nvPr>
        </p:nvSpPr>
        <p:spPr>
          <a:xfrm>
            <a:off x="4965700" y="4500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籍贯</a:t>
            </a:r>
          </a:p>
        </p:txBody>
      </p:sp>
      <p:sp>
        <p:nvSpPr>
          <p:cNvPr id="74770" name="Oval 12"/>
          <p:cNvSpPr/>
          <p:nvPr>
            <p:custDataLst>
              <p:tags r:id="rId23"/>
            </p:custDataLst>
          </p:nvPr>
        </p:nvSpPr>
        <p:spPr>
          <a:xfrm>
            <a:off x="2603500" y="30527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补贴</a:t>
            </a:r>
          </a:p>
        </p:txBody>
      </p:sp>
      <p:sp>
        <p:nvSpPr>
          <p:cNvPr id="74771" name="Oval 33"/>
          <p:cNvSpPr/>
          <p:nvPr>
            <p:custDataLst>
              <p:tags r:id="rId24"/>
            </p:custDataLst>
          </p:nvPr>
        </p:nvSpPr>
        <p:spPr>
          <a:xfrm>
            <a:off x="37465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学号</a:t>
            </a:r>
          </a:p>
        </p:txBody>
      </p:sp>
      <p:sp>
        <p:nvSpPr>
          <p:cNvPr id="74772" name="Oval 34"/>
          <p:cNvSpPr/>
          <p:nvPr>
            <p:custDataLst>
              <p:tags r:id="rId25"/>
            </p:custDataLst>
          </p:nvPr>
        </p:nvSpPr>
        <p:spPr>
          <a:xfrm>
            <a:off x="47371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74773" name="Oval 35"/>
          <p:cNvSpPr/>
          <p:nvPr>
            <p:custDataLst>
              <p:tags r:id="rId26"/>
            </p:custDataLst>
          </p:nvPr>
        </p:nvSpPr>
        <p:spPr>
          <a:xfrm>
            <a:off x="3594100" y="4500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性别</a:t>
            </a:r>
          </a:p>
        </p:txBody>
      </p:sp>
      <p:sp>
        <p:nvSpPr>
          <p:cNvPr id="74774" name="Oval 36"/>
          <p:cNvSpPr/>
          <p:nvPr>
            <p:custDataLst>
              <p:tags r:id="rId27"/>
            </p:custDataLst>
          </p:nvPr>
        </p:nvSpPr>
        <p:spPr>
          <a:xfrm>
            <a:off x="3594100" y="2595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系别</a:t>
            </a:r>
          </a:p>
        </p:txBody>
      </p:sp>
      <p:sp>
        <p:nvSpPr>
          <p:cNvPr id="74775" name="Oval 37"/>
          <p:cNvSpPr/>
          <p:nvPr>
            <p:custDataLst>
              <p:tags r:id="rId28"/>
            </p:custDataLst>
          </p:nvPr>
        </p:nvSpPr>
        <p:spPr>
          <a:xfrm>
            <a:off x="4965700" y="26717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年龄</a:t>
            </a:r>
          </a:p>
        </p:txBody>
      </p:sp>
      <p:sp>
        <p:nvSpPr>
          <p:cNvPr id="74776" name="Oval 38"/>
          <p:cNvSpPr/>
          <p:nvPr>
            <p:custDataLst>
              <p:tags r:id="rId29"/>
            </p:custDataLst>
          </p:nvPr>
        </p:nvSpPr>
        <p:spPr>
          <a:xfrm>
            <a:off x="26035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住址</a:t>
            </a:r>
          </a:p>
        </p:txBody>
      </p:sp>
      <p:sp>
        <p:nvSpPr>
          <p:cNvPr id="74777" name="Oval 39"/>
          <p:cNvSpPr/>
          <p:nvPr>
            <p:custDataLst>
              <p:tags r:id="rId30"/>
            </p:custDataLst>
          </p:nvPr>
        </p:nvSpPr>
        <p:spPr>
          <a:xfrm>
            <a:off x="4965700" y="4500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籍贯</a:t>
            </a:r>
          </a:p>
        </p:txBody>
      </p:sp>
      <p:sp>
        <p:nvSpPr>
          <p:cNvPr id="74778" name="Oval 42"/>
          <p:cNvSpPr/>
          <p:nvPr>
            <p:custDataLst>
              <p:tags r:id="rId31"/>
            </p:custDataLst>
          </p:nvPr>
        </p:nvSpPr>
        <p:spPr>
          <a:xfrm>
            <a:off x="2603500" y="30527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补贴</a:t>
            </a:r>
          </a:p>
        </p:txBody>
      </p:sp>
      <p:sp>
        <p:nvSpPr>
          <p:cNvPr id="74780" name="Freeform 70"/>
          <p:cNvSpPr/>
          <p:nvPr>
            <p:custDataLst>
              <p:tags r:id="rId32"/>
            </p:custDataLst>
          </p:nvPr>
        </p:nvSpPr>
        <p:spPr>
          <a:xfrm>
            <a:off x="1122680" y="2492375"/>
            <a:ext cx="4371975" cy="3768725"/>
          </a:xfrm>
          <a:custGeom>
            <a:avLst/>
            <a:gdLst/>
            <a:ahLst/>
            <a:cxnLst>
              <a:cxn ang="0">
                <a:pos x="142" y="1720"/>
              </a:cxn>
              <a:cxn ang="0">
                <a:pos x="197" y="1665"/>
              </a:cxn>
              <a:cxn ang="0">
                <a:pos x="363" y="1507"/>
              </a:cxn>
              <a:cxn ang="0">
                <a:pos x="434" y="1460"/>
              </a:cxn>
              <a:cxn ang="0">
                <a:pos x="599" y="1310"/>
              </a:cxn>
              <a:cxn ang="0">
                <a:pos x="702" y="1168"/>
              </a:cxn>
              <a:cxn ang="0">
                <a:pos x="891" y="1066"/>
              </a:cxn>
              <a:cxn ang="0">
                <a:pos x="1128" y="963"/>
              </a:cxn>
              <a:cxn ang="0">
                <a:pos x="1199" y="916"/>
              </a:cxn>
              <a:cxn ang="0">
                <a:pos x="1294" y="829"/>
              </a:cxn>
              <a:cxn ang="0">
                <a:pos x="1349" y="750"/>
              </a:cxn>
              <a:cxn ang="0">
                <a:pos x="1373" y="679"/>
              </a:cxn>
              <a:cxn ang="0">
                <a:pos x="1420" y="497"/>
              </a:cxn>
              <a:cxn ang="0">
                <a:pos x="1507" y="190"/>
              </a:cxn>
              <a:cxn ang="0">
                <a:pos x="1665" y="56"/>
              </a:cxn>
              <a:cxn ang="0">
                <a:pos x="1822" y="0"/>
              </a:cxn>
              <a:cxn ang="0">
                <a:pos x="1980" y="71"/>
              </a:cxn>
              <a:cxn ang="0">
                <a:pos x="2012" y="119"/>
              </a:cxn>
              <a:cxn ang="0">
                <a:pos x="2028" y="142"/>
              </a:cxn>
              <a:cxn ang="0">
                <a:pos x="2067" y="348"/>
              </a:cxn>
              <a:cxn ang="0">
                <a:pos x="2083" y="466"/>
              </a:cxn>
              <a:cxn ang="0">
                <a:pos x="2122" y="505"/>
              </a:cxn>
              <a:cxn ang="0">
                <a:pos x="2383" y="600"/>
              </a:cxn>
              <a:cxn ang="0">
                <a:pos x="2517" y="663"/>
              </a:cxn>
              <a:cxn ang="0">
                <a:pos x="2596" y="703"/>
              </a:cxn>
              <a:cxn ang="0">
                <a:pos x="2714" y="766"/>
              </a:cxn>
              <a:cxn ang="0">
                <a:pos x="2753" y="853"/>
              </a:cxn>
              <a:cxn ang="0">
                <a:pos x="2714" y="1050"/>
              </a:cxn>
              <a:cxn ang="0">
                <a:pos x="2517" y="1208"/>
              </a:cxn>
              <a:cxn ang="0">
                <a:pos x="2398" y="1286"/>
              </a:cxn>
              <a:cxn ang="0">
                <a:pos x="2177" y="1373"/>
              </a:cxn>
              <a:cxn ang="0">
                <a:pos x="2154" y="1389"/>
              </a:cxn>
              <a:cxn ang="0">
                <a:pos x="2106" y="1405"/>
              </a:cxn>
              <a:cxn ang="0">
                <a:pos x="2035" y="1444"/>
              </a:cxn>
              <a:cxn ang="0">
                <a:pos x="1941" y="1563"/>
              </a:cxn>
              <a:cxn ang="0">
                <a:pos x="1870" y="1634"/>
              </a:cxn>
              <a:cxn ang="0">
                <a:pos x="1736" y="1728"/>
              </a:cxn>
              <a:cxn ang="0">
                <a:pos x="1633" y="1815"/>
              </a:cxn>
              <a:cxn ang="0">
                <a:pos x="1436" y="2012"/>
              </a:cxn>
              <a:cxn ang="0">
                <a:pos x="1262" y="2178"/>
              </a:cxn>
              <a:cxn ang="0">
                <a:pos x="1168" y="2233"/>
              </a:cxn>
              <a:cxn ang="0">
                <a:pos x="883" y="2336"/>
              </a:cxn>
              <a:cxn ang="0">
                <a:pos x="284" y="2265"/>
              </a:cxn>
              <a:cxn ang="0">
                <a:pos x="94" y="2107"/>
              </a:cxn>
              <a:cxn ang="0">
                <a:pos x="31" y="2028"/>
              </a:cxn>
              <a:cxn ang="0">
                <a:pos x="87" y="1776"/>
              </a:cxn>
              <a:cxn ang="0">
                <a:pos x="150" y="1720"/>
              </a:cxn>
              <a:cxn ang="0">
                <a:pos x="173" y="1713"/>
              </a:cxn>
              <a:cxn ang="0">
                <a:pos x="142" y="1720"/>
              </a:cxn>
            </a:cxnLst>
            <a:rect l="0" t="0" r="0" b="0"/>
            <a:pathLst>
              <a:path w="2754" h="2374">
                <a:moveTo>
                  <a:pt x="142" y="1720"/>
                </a:moveTo>
                <a:cubicBezTo>
                  <a:pt x="178" y="1668"/>
                  <a:pt x="132" y="1730"/>
                  <a:pt x="197" y="1665"/>
                </a:cubicBezTo>
                <a:cubicBezTo>
                  <a:pt x="253" y="1609"/>
                  <a:pt x="299" y="1554"/>
                  <a:pt x="363" y="1507"/>
                </a:cubicBezTo>
                <a:cubicBezTo>
                  <a:pt x="386" y="1490"/>
                  <a:pt x="414" y="1480"/>
                  <a:pt x="434" y="1460"/>
                </a:cubicBezTo>
                <a:cubicBezTo>
                  <a:pt x="487" y="1407"/>
                  <a:pt x="542" y="1358"/>
                  <a:pt x="599" y="1310"/>
                </a:cubicBezTo>
                <a:cubicBezTo>
                  <a:pt x="646" y="1270"/>
                  <a:pt x="660" y="1210"/>
                  <a:pt x="702" y="1168"/>
                </a:cubicBezTo>
                <a:cubicBezTo>
                  <a:pt x="753" y="1117"/>
                  <a:pt x="823" y="1087"/>
                  <a:pt x="891" y="1066"/>
                </a:cubicBezTo>
                <a:cubicBezTo>
                  <a:pt x="962" y="1019"/>
                  <a:pt x="1057" y="1012"/>
                  <a:pt x="1128" y="963"/>
                </a:cubicBezTo>
                <a:cubicBezTo>
                  <a:pt x="1151" y="947"/>
                  <a:pt x="1178" y="935"/>
                  <a:pt x="1199" y="916"/>
                </a:cubicBezTo>
                <a:cubicBezTo>
                  <a:pt x="1233" y="886"/>
                  <a:pt x="1257" y="854"/>
                  <a:pt x="1294" y="829"/>
                </a:cubicBezTo>
                <a:cubicBezTo>
                  <a:pt x="1339" y="766"/>
                  <a:pt x="1321" y="793"/>
                  <a:pt x="1349" y="750"/>
                </a:cubicBezTo>
                <a:cubicBezTo>
                  <a:pt x="1350" y="749"/>
                  <a:pt x="1369" y="691"/>
                  <a:pt x="1373" y="679"/>
                </a:cubicBezTo>
                <a:cubicBezTo>
                  <a:pt x="1393" y="619"/>
                  <a:pt x="1407" y="559"/>
                  <a:pt x="1420" y="497"/>
                </a:cubicBezTo>
                <a:cubicBezTo>
                  <a:pt x="1440" y="398"/>
                  <a:pt x="1447" y="276"/>
                  <a:pt x="1507" y="190"/>
                </a:cubicBezTo>
                <a:cubicBezTo>
                  <a:pt x="1531" y="118"/>
                  <a:pt x="1595" y="76"/>
                  <a:pt x="1665" y="56"/>
                </a:cubicBezTo>
                <a:cubicBezTo>
                  <a:pt x="1710" y="25"/>
                  <a:pt x="1770" y="13"/>
                  <a:pt x="1822" y="0"/>
                </a:cubicBezTo>
                <a:cubicBezTo>
                  <a:pt x="1917" y="12"/>
                  <a:pt x="1907" y="24"/>
                  <a:pt x="1980" y="71"/>
                </a:cubicBezTo>
                <a:cubicBezTo>
                  <a:pt x="1991" y="87"/>
                  <a:pt x="2001" y="103"/>
                  <a:pt x="2012" y="119"/>
                </a:cubicBezTo>
                <a:cubicBezTo>
                  <a:pt x="2017" y="127"/>
                  <a:pt x="2028" y="142"/>
                  <a:pt x="2028" y="142"/>
                </a:cubicBezTo>
                <a:cubicBezTo>
                  <a:pt x="2048" y="210"/>
                  <a:pt x="2060" y="277"/>
                  <a:pt x="2067" y="348"/>
                </a:cubicBezTo>
                <a:cubicBezTo>
                  <a:pt x="2068" y="362"/>
                  <a:pt x="2071" y="438"/>
                  <a:pt x="2083" y="466"/>
                </a:cubicBezTo>
                <a:cubicBezTo>
                  <a:pt x="2096" y="497"/>
                  <a:pt x="2098" y="485"/>
                  <a:pt x="2122" y="505"/>
                </a:cubicBezTo>
                <a:cubicBezTo>
                  <a:pt x="2195" y="566"/>
                  <a:pt x="2294" y="570"/>
                  <a:pt x="2383" y="600"/>
                </a:cubicBezTo>
                <a:cubicBezTo>
                  <a:pt x="2423" y="628"/>
                  <a:pt x="2474" y="639"/>
                  <a:pt x="2517" y="663"/>
                </a:cubicBezTo>
                <a:cubicBezTo>
                  <a:pt x="2597" y="707"/>
                  <a:pt x="2532" y="687"/>
                  <a:pt x="2596" y="703"/>
                </a:cubicBezTo>
                <a:cubicBezTo>
                  <a:pt x="2634" y="728"/>
                  <a:pt x="2676" y="741"/>
                  <a:pt x="2714" y="766"/>
                </a:cubicBezTo>
                <a:cubicBezTo>
                  <a:pt x="2754" y="824"/>
                  <a:pt x="2743" y="794"/>
                  <a:pt x="2753" y="853"/>
                </a:cubicBezTo>
                <a:cubicBezTo>
                  <a:pt x="2749" y="909"/>
                  <a:pt x="2752" y="998"/>
                  <a:pt x="2714" y="1050"/>
                </a:cubicBezTo>
                <a:cubicBezTo>
                  <a:pt x="2665" y="1118"/>
                  <a:pt x="2589" y="1165"/>
                  <a:pt x="2517" y="1208"/>
                </a:cubicBezTo>
                <a:cubicBezTo>
                  <a:pt x="2481" y="1229"/>
                  <a:pt x="2438" y="1272"/>
                  <a:pt x="2398" y="1286"/>
                </a:cubicBezTo>
                <a:cubicBezTo>
                  <a:pt x="2323" y="1312"/>
                  <a:pt x="2255" y="1354"/>
                  <a:pt x="2177" y="1373"/>
                </a:cubicBezTo>
                <a:cubicBezTo>
                  <a:pt x="2169" y="1378"/>
                  <a:pt x="2163" y="1385"/>
                  <a:pt x="2154" y="1389"/>
                </a:cubicBezTo>
                <a:cubicBezTo>
                  <a:pt x="2139" y="1396"/>
                  <a:pt x="2106" y="1405"/>
                  <a:pt x="2106" y="1405"/>
                </a:cubicBezTo>
                <a:cubicBezTo>
                  <a:pt x="2083" y="1421"/>
                  <a:pt x="2055" y="1426"/>
                  <a:pt x="2035" y="1444"/>
                </a:cubicBezTo>
                <a:cubicBezTo>
                  <a:pt x="1992" y="1482"/>
                  <a:pt x="1972" y="1515"/>
                  <a:pt x="1941" y="1563"/>
                </a:cubicBezTo>
                <a:cubicBezTo>
                  <a:pt x="1923" y="1591"/>
                  <a:pt x="1894" y="1610"/>
                  <a:pt x="1870" y="1634"/>
                </a:cubicBezTo>
                <a:cubicBezTo>
                  <a:pt x="1830" y="1674"/>
                  <a:pt x="1781" y="1698"/>
                  <a:pt x="1736" y="1728"/>
                </a:cubicBezTo>
                <a:cubicBezTo>
                  <a:pt x="1692" y="1757"/>
                  <a:pt x="1673" y="1788"/>
                  <a:pt x="1633" y="1815"/>
                </a:cubicBezTo>
                <a:cubicBezTo>
                  <a:pt x="1593" y="1875"/>
                  <a:pt x="1497" y="1972"/>
                  <a:pt x="1436" y="2012"/>
                </a:cubicBezTo>
                <a:cubicBezTo>
                  <a:pt x="1395" y="2074"/>
                  <a:pt x="1336" y="2153"/>
                  <a:pt x="1262" y="2178"/>
                </a:cubicBezTo>
                <a:cubicBezTo>
                  <a:pt x="1230" y="2200"/>
                  <a:pt x="1204" y="2220"/>
                  <a:pt x="1168" y="2233"/>
                </a:cubicBezTo>
                <a:cubicBezTo>
                  <a:pt x="1085" y="2295"/>
                  <a:pt x="985" y="2321"/>
                  <a:pt x="883" y="2336"/>
                </a:cubicBezTo>
                <a:cubicBezTo>
                  <a:pt x="774" y="2374"/>
                  <a:pt x="428" y="2351"/>
                  <a:pt x="284" y="2265"/>
                </a:cubicBezTo>
                <a:cubicBezTo>
                  <a:pt x="212" y="2222"/>
                  <a:pt x="163" y="2153"/>
                  <a:pt x="94" y="2107"/>
                </a:cubicBezTo>
                <a:cubicBezTo>
                  <a:pt x="76" y="2077"/>
                  <a:pt x="56" y="2053"/>
                  <a:pt x="31" y="2028"/>
                </a:cubicBezTo>
                <a:cubicBezTo>
                  <a:pt x="0" y="1938"/>
                  <a:pt x="39" y="1852"/>
                  <a:pt x="87" y="1776"/>
                </a:cubicBezTo>
                <a:cubicBezTo>
                  <a:pt x="112" y="1736"/>
                  <a:pt x="94" y="1757"/>
                  <a:pt x="150" y="1720"/>
                </a:cubicBezTo>
                <a:cubicBezTo>
                  <a:pt x="157" y="1716"/>
                  <a:pt x="181" y="1713"/>
                  <a:pt x="173" y="1713"/>
                </a:cubicBezTo>
                <a:cubicBezTo>
                  <a:pt x="162" y="1713"/>
                  <a:pt x="152" y="1718"/>
                  <a:pt x="142" y="1720"/>
                </a:cubicBezTo>
                <a:close/>
              </a:path>
            </a:pathLst>
          </a:custGeom>
          <a:noFill/>
          <a:ln w="28575" cap="flat" cmpd="sng">
            <a:solidFill>
              <a:srgbClr val="FF00FF">
                <a:alpha val="100000"/>
              </a:srgbClr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81" name="Rectangle 71"/>
          <p:cNvSpPr/>
          <p:nvPr>
            <p:custDataLst>
              <p:tags r:id="rId33"/>
            </p:custDataLst>
          </p:nvPr>
        </p:nvSpPr>
        <p:spPr>
          <a:xfrm>
            <a:off x="1536700" y="5339080"/>
            <a:ext cx="1447800" cy="6096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房产科</a:t>
            </a:r>
          </a:p>
        </p:txBody>
      </p:sp>
      <p:pic>
        <p:nvPicPr>
          <p:cNvPr id="74782" name="Picture 72" descr="j021147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flipV="1">
            <a:off x="1841500" y="4729480"/>
            <a:ext cx="838200" cy="8032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333375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3</a:t>
            </a: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、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数据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库</a:t>
            </a: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0771528-BDC5-595F-71E8-813DAB443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4" y="1340768"/>
            <a:ext cx="8540750" cy="4757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ª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anose="05000000000000000000" pitchFamily="2" charset="2"/>
              <a:buChar char="w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数据库：是以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一定的组织方式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存贮在一起的相关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数据的集合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。它能以最佳的方式、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最少的数据冗余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为多种应用服务，程序与数据具有较高的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独立性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w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0120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6802" name="Text Box 2"/>
          <p:cNvSpPr txBox="1"/>
          <p:nvPr/>
        </p:nvSpPr>
        <p:spPr>
          <a:xfrm>
            <a:off x="453177" y="625929"/>
            <a:ext cx="41154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两种数据管理方式的对比</a:t>
            </a:r>
          </a:p>
        </p:txBody>
      </p:sp>
      <p:graphicFrame>
        <p:nvGraphicFramePr>
          <p:cNvPr id="3" name="Group 3"/>
          <p:cNvGraphicFramePr/>
          <p:nvPr>
            <p:extLst>
              <p:ext uri="{D42A27DB-BD31-4B8C-83A1-F6EECF244321}">
                <p14:modId xmlns:p14="http://schemas.microsoft.com/office/powerpoint/2010/main" val="2345300964"/>
              </p:ext>
            </p:extLst>
          </p:nvPr>
        </p:nvGraphicFramePr>
        <p:xfrm>
          <a:off x="456979" y="1381150"/>
          <a:ext cx="7980487" cy="4994380"/>
        </p:xfrm>
        <a:graphic>
          <a:graphicData uri="http://schemas.openxmlformats.org/drawingml/2006/table">
            <a:tbl>
              <a:tblPr/>
              <a:tblGrid>
                <a:gridCol w="1916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2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2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6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对比方面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文件系统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数据库系统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数据的管理者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文件系统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数据库管理系统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数据面向的对象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某一应用程序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整个应用系统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数据的共享程度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共享性差，冗余度大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共享性高，冗余度小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数据的独立性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独立性差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高度的物理独立性和逻辑独立性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1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数据的结构化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记录内有结构</a:t>
                      </a:r>
                      <a:endParaRPr kumimoji="0" lang="en-US" altLang="zh-CN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（在文件系统中，独立文件内部的数据一般是有结构的，但文件之间不存在联系，因此，从数据的整体来说是没有结构的）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4320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4798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4876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48768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整体结构化，用</a:t>
                      </a:r>
                      <a:r>
                        <a:rPr kumimoji="0" lang="zh-CN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数据模型描述</a:t>
                      </a:r>
                      <a:endParaRPr kumimoji="0" lang="en-US" altLang="zh-CN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（数据库系统虽然也常常分成许多单独的数据文件，并且文件内部也具有完整的数据结构，但是它更注意同一数据库中各数据文件之间的相互联系）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8850" name="Text Box 3"/>
          <p:cNvSpPr txBox="1"/>
          <p:nvPr/>
        </p:nvSpPr>
        <p:spPr>
          <a:xfrm>
            <a:off x="2071688" y="549275"/>
            <a:ext cx="3725862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银行文件处理系统</a:t>
            </a:r>
          </a:p>
        </p:txBody>
      </p:sp>
      <p:sp>
        <p:nvSpPr>
          <p:cNvPr id="78851" name="AutoShape 4"/>
          <p:cNvSpPr/>
          <p:nvPr>
            <p:custDataLst>
              <p:tags r:id="rId4"/>
            </p:custDataLst>
          </p:nvPr>
        </p:nvSpPr>
        <p:spPr>
          <a:xfrm>
            <a:off x="5802313" y="1328738"/>
            <a:ext cx="1006475" cy="701675"/>
          </a:xfrm>
          <a:prstGeom prst="flowChartMultidocument">
            <a:avLst/>
          </a:prstGeom>
          <a:solidFill>
            <a:srgbClr val="CC66FF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客户财务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报表</a:t>
            </a:r>
          </a:p>
        </p:txBody>
      </p:sp>
      <p:sp>
        <p:nvSpPr>
          <p:cNvPr id="78852" name="AutoShape 5"/>
          <p:cNvSpPr/>
          <p:nvPr>
            <p:custDataLst>
              <p:tags r:id="rId5"/>
            </p:custDataLst>
          </p:nvPr>
        </p:nvSpPr>
        <p:spPr>
          <a:xfrm>
            <a:off x="2697163" y="5380038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分期贷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款程序</a:t>
            </a:r>
          </a:p>
        </p:txBody>
      </p:sp>
      <p:sp>
        <p:nvSpPr>
          <p:cNvPr id="78853" name="AutoShape 6"/>
          <p:cNvSpPr/>
          <p:nvPr>
            <p:custDataLst>
              <p:tags r:id="rId6"/>
            </p:custDataLst>
          </p:nvPr>
        </p:nvSpPr>
        <p:spPr>
          <a:xfrm>
            <a:off x="3452813" y="1406525"/>
            <a:ext cx="1090612" cy="544513"/>
          </a:xfrm>
          <a:prstGeom prst="flowChartProcess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帐户核对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</a:t>
            </a:r>
          </a:p>
        </p:txBody>
      </p:sp>
      <p:sp>
        <p:nvSpPr>
          <p:cNvPr id="78854" name="AutoShape 7"/>
          <p:cNvSpPr/>
          <p:nvPr>
            <p:custDataLst>
              <p:tags r:id="rId7"/>
            </p:custDataLst>
          </p:nvPr>
        </p:nvSpPr>
        <p:spPr>
          <a:xfrm>
            <a:off x="3452813" y="3043238"/>
            <a:ext cx="1090612" cy="544512"/>
          </a:xfrm>
          <a:prstGeom prst="flowChartProcess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存款处理</a:t>
            </a:r>
          </a:p>
        </p:txBody>
      </p:sp>
      <p:sp>
        <p:nvSpPr>
          <p:cNvPr id="78855" name="AutoShape 8"/>
          <p:cNvSpPr/>
          <p:nvPr>
            <p:custDataLst>
              <p:tags r:id="rId8"/>
            </p:custDataLst>
          </p:nvPr>
        </p:nvSpPr>
        <p:spPr>
          <a:xfrm>
            <a:off x="3452813" y="4678363"/>
            <a:ext cx="1090612" cy="546100"/>
          </a:xfrm>
          <a:prstGeom prst="flowChartProcess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分期贷款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处理</a:t>
            </a:r>
          </a:p>
        </p:txBody>
      </p:sp>
      <p:sp>
        <p:nvSpPr>
          <p:cNvPr id="78856" name="AutoShape 9"/>
          <p:cNvSpPr/>
          <p:nvPr>
            <p:custDataLst>
              <p:tags r:id="rId9"/>
            </p:custDataLst>
          </p:nvPr>
        </p:nvSpPr>
        <p:spPr>
          <a:xfrm>
            <a:off x="5886450" y="4600575"/>
            <a:ext cx="1006475" cy="701675"/>
          </a:xfrm>
          <a:prstGeom prst="flowChartMultidocument">
            <a:avLst/>
          </a:prstGeom>
          <a:solidFill>
            <a:srgbClr val="CC66FF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贷款分析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报告</a:t>
            </a:r>
          </a:p>
        </p:txBody>
      </p:sp>
      <p:sp>
        <p:nvSpPr>
          <p:cNvPr id="78857" name="AutoShape 10"/>
          <p:cNvSpPr/>
          <p:nvPr>
            <p:custDataLst>
              <p:tags r:id="rId10"/>
            </p:custDataLst>
          </p:nvPr>
        </p:nvSpPr>
        <p:spPr>
          <a:xfrm>
            <a:off x="5886450" y="2965450"/>
            <a:ext cx="1006475" cy="700088"/>
          </a:xfrm>
          <a:prstGeom prst="flowChartMultidocument">
            <a:avLst/>
          </a:prstGeom>
          <a:solidFill>
            <a:srgbClr val="CC66FF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lt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客户票据</a:t>
            </a:r>
          </a:p>
        </p:txBody>
      </p:sp>
      <p:sp>
        <p:nvSpPr>
          <p:cNvPr id="78858" name="AutoShape 11"/>
          <p:cNvSpPr/>
          <p:nvPr>
            <p:custDataLst>
              <p:tags r:id="rId11"/>
            </p:custDataLst>
          </p:nvPr>
        </p:nvSpPr>
        <p:spPr>
          <a:xfrm>
            <a:off x="4459288" y="3743325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存款文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件修改</a:t>
            </a:r>
          </a:p>
        </p:txBody>
      </p:sp>
      <p:sp>
        <p:nvSpPr>
          <p:cNvPr id="78859" name="AutoShape 12"/>
          <p:cNvSpPr/>
          <p:nvPr>
            <p:custDataLst>
              <p:tags r:id="rId12"/>
            </p:custDataLst>
          </p:nvPr>
        </p:nvSpPr>
        <p:spPr>
          <a:xfrm>
            <a:off x="4375150" y="2108200"/>
            <a:ext cx="839788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文件修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改核对</a:t>
            </a:r>
          </a:p>
        </p:txBody>
      </p:sp>
      <p:sp>
        <p:nvSpPr>
          <p:cNvPr id="78860" name="AutoShape 13"/>
          <p:cNvSpPr/>
          <p:nvPr>
            <p:custDataLst>
              <p:tags r:id="rId13"/>
            </p:custDataLst>
          </p:nvPr>
        </p:nvSpPr>
        <p:spPr>
          <a:xfrm>
            <a:off x="2697163" y="2108200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帐户核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对程序</a:t>
            </a:r>
          </a:p>
        </p:txBody>
      </p:sp>
      <p:sp>
        <p:nvSpPr>
          <p:cNvPr id="78861" name="AutoShape 14"/>
          <p:cNvSpPr/>
          <p:nvPr>
            <p:custDataLst>
              <p:tags r:id="rId14"/>
            </p:custDataLst>
          </p:nvPr>
        </p:nvSpPr>
        <p:spPr>
          <a:xfrm>
            <a:off x="4459288" y="5380038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分期贷款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文件修改</a:t>
            </a:r>
          </a:p>
        </p:txBody>
      </p:sp>
      <p:sp>
        <p:nvSpPr>
          <p:cNvPr id="78862" name="AutoShape 15"/>
          <p:cNvSpPr/>
          <p:nvPr>
            <p:custDataLst>
              <p:tags r:id="rId15"/>
            </p:custDataLst>
          </p:nvPr>
        </p:nvSpPr>
        <p:spPr>
          <a:xfrm>
            <a:off x="2697163" y="3743325"/>
            <a:ext cx="839787" cy="857250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存款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程序</a:t>
            </a:r>
          </a:p>
        </p:txBody>
      </p:sp>
      <p:sp>
        <p:nvSpPr>
          <p:cNvPr id="78863" name="Rectangle 16"/>
          <p:cNvSpPr/>
          <p:nvPr>
            <p:custDataLst>
              <p:tags r:id="rId16"/>
            </p:custDataLst>
          </p:nvPr>
        </p:nvSpPr>
        <p:spPr>
          <a:xfrm>
            <a:off x="684213" y="3043238"/>
            <a:ext cx="1174750" cy="544512"/>
          </a:xfrm>
          <a:prstGeom prst="rect">
            <a:avLst/>
          </a:prstGeom>
          <a:solidFill>
            <a:schemeClr val="folHlink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  <a:effectLst>
            <a:outerShdw dist="107763" dir="18900000" algn="ctr" rotWithShape="0">
              <a:srgbClr val="808080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客户交易</a:t>
            </a:r>
          </a:p>
        </p:txBody>
      </p:sp>
      <p:sp>
        <p:nvSpPr>
          <p:cNvPr id="78864" name="Line 17"/>
          <p:cNvSpPr/>
          <p:nvPr>
            <p:custDataLst>
              <p:tags r:id="rId17"/>
            </p:custDataLst>
          </p:nvPr>
        </p:nvSpPr>
        <p:spPr>
          <a:xfrm flipV="1">
            <a:off x="3452813" y="1951038"/>
            <a:ext cx="334962" cy="23495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5" name="Line 18"/>
          <p:cNvSpPr/>
          <p:nvPr>
            <p:custDataLst>
              <p:tags r:id="rId18"/>
            </p:custDataLst>
          </p:nvPr>
        </p:nvSpPr>
        <p:spPr>
          <a:xfrm flipH="1" flipV="1">
            <a:off x="4208463" y="1951038"/>
            <a:ext cx="250825" cy="23495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8866" name="Line 19"/>
          <p:cNvSpPr/>
          <p:nvPr>
            <p:custDataLst>
              <p:tags r:id="rId19"/>
            </p:custDataLst>
          </p:nvPr>
        </p:nvSpPr>
        <p:spPr>
          <a:xfrm>
            <a:off x="4543425" y="1639888"/>
            <a:ext cx="1258888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7" name="Line 20"/>
          <p:cNvSpPr/>
          <p:nvPr>
            <p:custDataLst>
              <p:tags r:id="rId20"/>
            </p:custDataLst>
          </p:nvPr>
        </p:nvSpPr>
        <p:spPr>
          <a:xfrm>
            <a:off x="1858963" y="3276600"/>
            <a:ext cx="1593850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8" name="Line 21"/>
          <p:cNvSpPr/>
          <p:nvPr>
            <p:custDataLst>
              <p:tags r:id="rId21"/>
            </p:custDataLst>
          </p:nvPr>
        </p:nvSpPr>
        <p:spPr>
          <a:xfrm>
            <a:off x="4543425" y="3276600"/>
            <a:ext cx="1343025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9" name="Line 22"/>
          <p:cNvSpPr/>
          <p:nvPr>
            <p:custDataLst>
              <p:tags r:id="rId22"/>
            </p:custDataLst>
          </p:nvPr>
        </p:nvSpPr>
        <p:spPr>
          <a:xfrm>
            <a:off x="4543425" y="4913313"/>
            <a:ext cx="1343025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0" name="Line 23"/>
          <p:cNvSpPr/>
          <p:nvPr>
            <p:custDataLst>
              <p:tags r:id="rId23"/>
            </p:custDataLst>
          </p:nvPr>
        </p:nvSpPr>
        <p:spPr>
          <a:xfrm flipV="1">
            <a:off x="3452813" y="3587750"/>
            <a:ext cx="334962" cy="233363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1" name="Line 24"/>
          <p:cNvSpPr/>
          <p:nvPr>
            <p:custDataLst>
              <p:tags r:id="rId24"/>
            </p:custDataLst>
          </p:nvPr>
        </p:nvSpPr>
        <p:spPr>
          <a:xfrm>
            <a:off x="2446338" y="1639888"/>
            <a:ext cx="1006475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2" name="Line 25"/>
          <p:cNvSpPr/>
          <p:nvPr>
            <p:custDataLst>
              <p:tags r:id="rId25"/>
            </p:custDataLst>
          </p:nvPr>
        </p:nvSpPr>
        <p:spPr>
          <a:xfrm flipH="1" flipV="1">
            <a:off x="4208463" y="3587750"/>
            <a:ext cx="334962" cy="233363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8873" name="Line 26"/>
          <p:cNvSpPr/>
          <p:nvPr>
            <p:custDataLst>
              <p:tags r:id="rId26"/>
            </p:custDataLst>
          </p:nvPr>
        </p:nvSpPr>
        <p:spPr>
          <a:xfrm>
            <a:off x="2446338" y="4913313"/>
            <a:ext cx="1006475" cy="0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4" name="Line 27"/>
          <p:cNvSpPr/>
          <p:nvPr>
            <p:custDataLst>
              <p:tags r:id="rId27"/>
            </p:custDataLst>
          </p:nvPr>
        </p:nvSpPr>
        <p:spPr>
          <a:xfrm flipV="1">
            <a:off x="2446338" y="1639888"/>
            <a:ext cx="0" cy="3273425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8875" name="Line 28"/>
          <p:cNvSpPr/>
          <p:nvPr>
            <p:custDataLst>
              <p:tags r:id="rId28"/>
            </p:custDataLst>
          </p:nvPr>
        </p:nvSpPr>
        <p:spPr>
          <a:xfrm flipV="1">
            <a:off x="3452813" y="5224463"/>
            <a:ext cx="252412" cy="233362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76" name="Line 29"/>
          <p:cNvSpPr/>
          <p:nvPr>
            <p:custDataLst>
              <p:tags r:id="rId29"/>
            </p:custDataLst>
          </p:nvPr>
        </p:nvSpPr>
        <p:spPr>
          <a:xfrm flipH="1" flipV="1">
            <a:off x="4292600" y="5224463"/>
            <a:ext cx="334963" cy="233362"/>
          </a:xfrm>
          <a:prstGeom prst="line">
            <a:avLst/>
          </a:prstGeom>
          <a:ln w="28575" cap="flat" cmpd="sng">
            <a:solidFill>
              <a:schemeClr val="dk1"/>
            </a:solidFill>
            <a:prstDash val="solid"/>
            <a:headEnd type="triangle" w="sm" len="sm"/>
            <a:tailEnd type="triangle" w="sm" len="sm"/>
          </a:ln>
        </p:spPr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7" r:link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79874" name="Text Box 2"/>
          <p:cNvSpPr txBox="1"/>
          <p:nvPr/>
        </p:nvSpPr>
        <p:spPr>
          <a:xfrm>
            <a:off x="1492250" y="692150"/>
            <a:ext cx="5622925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银行数据库处理系统</a:t>
            </a:r>
          </a:p>
        </p:txBody>
      </p:sp>
      <p:sp>
        <p:nvSpPr>
          <p:cNvPr id="79875" name="AutoShape 3"/>
          <p:cNvSpPr/>
          <p:nvPr>
            <p:custDataLst>
              <p:tags r:id="rId4"/>
            </p:custDataLst>
          </p:nvPr>
        </p:nvSpPr>
        <p:spPr>
          <a:xfrm>
            <a:off x="2924175" y="2187575"/>
            <a:ext cx="4600575" cy="528638"/>
          </a:xfrm>
          <a:prstGeom prst="flowChartProcess">
            <a:avLst/>
          </a:prstGeom>
          <a:solidFill>
            <a:srgbClr val="FF99CC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客 户 交 易 处 理</a:t>
            </a:r>
          </a:p>
        </p:txBody>
      </p:sp>
      <p:sp>
        <p:nvSpPr>
          <p:cNvPr id="79876" name="AutoShape 4"/>
          <p:cNvSpPr/>
          <p:nvPr>
            <p:custDataLst>
              <p:tags r:id="rId5"/>
            </p:custDataLst>
          </p:nvPr>
        </p:nvSpPr>
        <p:spPr>
          <a:xfrm>
            <a:off x="900113" y="4564063"/>
            <a:ext cx="6408737" cy="527050"/>
          </a:xfrm>
          <a:prstGeom prst="flowChartProcess">
            <a:avLst/>
          </a:prstGeom>
          <a:solidFill>
            <a:srgbClr val="0099CC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 据 库 管 理 系 统</a:t>
            </a:r>
          </a:p>
        </p:txBody>
      </p:sp>
      <p:sp>
        <p:nvSpPr>
          <p:cNvPr id="79877" name="AutoShape 5"/>
          <p:cNvSpPr/>
          <p:nvPr>
            <p:custDataLst>
              <p:tags r:id="rId6"/>
            </p:custDataLst>
          </p:nvPr>
        </p:nvSpPr>
        <p:spPr>
          <a:xfrm>
            <a:off x="2924175" y="3155950"/>
            <a:ext cx="1123950" cy="968375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核对帐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户程序</a:t>
            </a:r>
          </a:p>
        </p:txBody>
      </p:sp>
      <p:sp>
        <p:nvSpPr>
          <p:cNvPr id="79878" name="AutoShape 6"/>
          <p:cNvSpPr/>
          <p:nvPr>
            <p:custDataLst>
              <p:tags r:id="rId7"/>
            </p:custDataLst>
          </p:nvPr>
        </p:nvSpPr>
        <p:spPr>
          <a:xfrm>
            <a:off x="4497388" y="3155950"/>
            <a:ext cx="1125537" cy="968375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存款帐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目程序</a:t>
            </a:r>
          </a:p>
        </p:txBody>
      </p:sp>
      <p:sp>
        <p:nvSpPr>
          <p:cNvPr id="79879" name="AutoShape 7"/>
          <p:cNvSpPr/>
          <p:nvPr>
            <p:custDataLst>
              <p:tags r:id="rId8"/>
            </p:custDataLst>
          </p:nvPr>
        </p:nvSpPr>
        <p:spPr>
          <a:xfrm>
            <a:off x="6072188" y="3155950"/>
            <a:ext cx="1123950" cy="968375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分期贷</a:t>
            </a: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款程序</a:t>
            </a:r>
          </a:p>
        </p:txBody>
      </p:sp>
      <p:sp>
        <p:nvSpPr>
          <p:cNvPr id="79880" name="Line 8"/>
          <p:cNvSpPr/>
          <p:nvPr/>
        </p:nvSpPr>
        <p:spPr>
          <a:xfrm>
            <a:off x="3486150" y="2716213"/>
            <a:ext cx="0" cy="43973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1" name="Line 9"/>
          <p:cNvSpPr/>
          <p:nvPr/>
        </p:nvSpPr>
        <p:spPr>
          <a:xfrm>
            <a:off x="5060950" y="2716213"/>
            <a:ext cx="0" cy="43973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2" name="Line 10"/>
          <p:cNvSpPr/>
          <p:nvPr/>
        </p:nvSpPr>
        <p:spPr>
          <a:xfrm>
            <a:off x="6634163" y="2716213"/>
            <a:ext cx="0" cy="43973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3" name="Line 11"/>
          <p:cNvSpPr/>
          <p:nvPr/>
        </p:nvSpPr>
        <p:spPr>
          <a:xfrm>
            <a:off x="3486150" y="4124325"/>
            <a:ext cx="0" cy="4397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4" name="Line 12"/>
          <p:cNvSpPr/>
          <p:nvPr/>
        </p:nvSpPr>
        <p:spPr>
          <a:xfrm>
            <a:off x="5060950" y="4124325"/>
            <a:ext cx="0" cy="4397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5" name="Line 13"/>
          <p:cNvSpPr/>
          <p:nvPr/>
        </p:nvSpPr>
        <p:spPr>
          <a:xfrm>
            <a:off x="6634163" y="4124325"/>
            <a:ext cx="0" cy="4397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6" name="Line 14"/>
          <p:cNvSpPr/>
          <p:nvPr/>
        </p:nvSpPr>
        <p:spPr>
          <a:xfrm>
            <a:off x="1574800" y="3155950"/>
            <a:ext cx="0" cy="1408113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9887" name="AutoShape 15"/>
          <p:cNvSpPr/>
          <p:nvPr>
            <p:custDataLst>
              <p:tags r:id="rId9"/>
            </p:custDataLst>
          </p:nvPr>
        </p:nvSpPr>
        <p:spPr>
          <a:xfrm>
            <a:off x="3486150" y="5532438"/>
            <a:ext cx="1574800" cy="703262"/>
          </a:xfrm>
          <a:prstGeom prst="flowChartMagneticDisk">
            <a:avLst/>
          </a:prstGeom>
          <a:solidFill>
            <a:srgbClr val="FF9900"/>
          </a:solidFill>
          <a:ln w="12700" cap="flat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客户数据库</a:t>
            </a:r>
          </a:p>
        </p:txBody>
      </p:sp>
      <p:sp>
        <p:nvSpPr>
          <p:cNvPr id="79888" name="Line 16"/>
          <p:cNvSpPr/>
          <p:nvPr/>
        </p:nvSpPr>
        <p:spPr>
          <a:xfrm>
            <a:off x="4273550" y="5091113"/>
            <a:ext cx="0" cy="61595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9889" name="Rectangle 17"/>
          <p:cNvSpPr/>
          <p:nvPr>
            <p:custDataLst>
              <p:tags r:id="rId10"/>
            </p:custDataLst>
          </p:nvPr>
        </p:nvSpPr>
        <p:spPr>
          <a:xfrm>
            <a:off x="1125538" y="2452688"/>
            <a:ext cx="785812" cy="439737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0" name="Rectangle 18"/>
          <p:cNvSpPr/>
          <p:nvPr>
            <p:custDataLst>
              <p:tags r:id="rId11"/>
            </p:custDataLst>
          </p:nvPr>
        </p:nvSpPr>
        <p:spPr>
          <a:xfrm>
            <a:off x="1236663" y="2540000"/>
            <a:ext cx="563562" cy="26352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1" name="Rectangle 19"/>
          <p:cNvSpPr/>
          <p:nvPr>
            <p:custDataLst>
              <p:tags r:id="rId12"/>
            </p:custDataLst>
          </p:nvPr>
        </p:nvSpPr>
        <p:spPr>
          <a:xfrm>
            <a:off x="1012825" y="2979738"/>
            <a:ext cx="1011238" cy="176212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2" name="AutoShape 20"/>
          <p:cNvSpPr/>
          <p:nvPr>
            <p:custDataLst>
              <p:tags r:id="rId13"/>
            </p:custDataLst>
          </p:nvPr>
        </p:nvSpPr>
        <p:spPr>
          <a:xfrm>
            <a:off x="1236663" y="2892425"/>
            <a:ext cx="563562" cy="87313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0"/>
            </a:schemeClr>
          </a:solidFill>
          <a:ln w="12700" cap="flat" cmpd="sng">
            <a:solidFill>
              <a:schemeClr val="dk1">
                <a:alpha val="10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3" name="Line 21"/>
          <p:cNvSpPr/>
          <p:nvPr/>
        </p:nvSpPr>
        <p:spPr>
          <a:xfrm>
            <a:off x="1687513" y="3068638"/>
            <a:ext cx="223837" cy="0"/>
          </a:xfrm>
          <a:prstGeom prst="line">
            <a:avLst/>
          </a:prstGeom>
          <a:ln w="28575" cap="flat" cmpd="sng">
            <a:solidFill>
              <a:srgbClr val="5F5F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894" name="Text Box 22"/>
          <p:cNvSpPr txBox="1"/>
          <p:nvPr/>
        </p:nvSpPr>
        <p:spPr>
          <a:xfrm>
            <a:off x="1111885" y="2644775"/>
            <a:ext cx="36068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..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762000" y="457200"/>
            <a:ext cx="7772400" cy="11430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buClrTx/>
              <a:buSzTx/>
              <a:buFontTx/>
              <a:defRPr/>
            </a:pPr>
            <a:r>
              <a:rPr lang="zh-CN" altLang="en-US" sz="4000" u="none" strike="noStrike" baseline="0" dirty="0"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</a:rPr>
              <a:t>第2章 信息系统技术基础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20483" name="Text Box 4"/>
          <p:cNvSpPr txBox="1"/>
          <p:nvPr>
            <p:custDataLst>
              <p:tags r:id="rId4"/>
            </p:custDataLst>
          </p:nvPr>
        </p:nvSpPr>
        <p:spPr>
          <a:xfrm>
            <a:off x="1763688" y="2276872"/>
            <a:ext cx="7216316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信息技术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微软雅黑" panose="020B0503020204020204" charset="-122"/>
              </a:rPr>
              <a:t>节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</a:rPr>
              <a:t>数据技术</a:t>
            </a:r>
            <a:endParaRPr lang="en-US" altLang="zh-CN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lvl="0" indent="0" eaLnBrk="1" hangingPunct="1">
              <a:spcBef>
                <a:spcPct val="100000"/>
              </a:spcBef>
              <a:buClr>
                <a:srgbClr val="FF0000"/>
              </a:buClr>
              <a:buSz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节  数据库技术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1480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CB39-8A53-FD5B-908F-37533702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9C91F28-350B-8073-4AB7-3F4BF989D487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183F25C-13AC-0963-6C63-4EBE7A6935C3}"/>
              </a:ext>
            </a:extLst>
          </p:cNvPr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BA0AF98-A505-35D0-4469-E8B353D234E2}"/>
              </a:ext>
            </a:extLst>
          </p:cNvPr>
          <p:cNvSpPr txBox="1"/>
          <p:nvPr/>
        </p:nvSpPr>
        <p:spPr>
          <a:xfrm>
            <a:off x="899592" y="908720"/>
            <a:ext cx="7560324" cy="3357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【</a:t>
            </a:r>
            <a:r>
              <a:rPr kumimoji="1" lang="zh-CN" altLang="en-US" dirty="0"/>
              <a:t>视频</a:t>
            </a:r>
            <a:r>
              <a:rPr kumimoji="1" lang="en-US" altLang="zh-CN" dirty="0"/>
              <a:t>】</a:t>
            </a:r>
            <a:r>
              <a:rPr kumimoji="1" lang="en-US" altLang="zh-CN" sz="1600" dirty="0">
                <a:hlinkClick r:id="rId10"/>
              </a:rPr>
              <a:t>https://www.bilibili.com/video/BV1t8vaB9Etz/?spm_id_from=333.337.search-card.all.click&amp;vd_source=8e2b796fc20cc6b35378c1386ab19593</a:t>
            </a:r>
            <a:endParaRPr kumimoji="1" lang="en-US" altLang="zh-CN" sz="1600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en-US" altLang="zh-CN" dirty="0"/>
              <a:t>【</a:t>
            </a:r>
            <a:r>
              <a:rPr kumimoji="1" lang="zh-CN" altLang="en-US" dirty="0"/>
              <a:t>思考题</a:t>
            </a:r>
            <a:r>
              <a:rPr kumimoji="1" lang="en-US" altLang="zh-CN" dirty="0"/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我们生活的现实世界，是如何让计算机可以模拟、再现、理解和运算的？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1111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4" r:link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6" r:link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3186" name="Rectangle 2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457200" y="304800"/>
            <a:ext cx="7772400" cy="685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40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1、信息的四种世界及其转换</a:t>
            </a:r>
          </a:p>
        </p:txBody>
      </p:sp>
      <p:sp>
        <p:nvSpPr>
          <p:cNvPr id="82949" name="Text Box 6"/>
          <p:cNvSpPr txBox="1"/>
          <p:nvPr>
            <p:custDataLst>
              <p:tags r:id="rId4"/>
            </p:custDataLst>
          </p:nvPr>
        </p:nvSpPr>
        <p:spPr>
          <a:xfrm>
            <a:off x="878818" y="5612243"/>
            <a:ext cx="1475084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计算机世界</a:t>
            </a:r>
          </a:p>
        </p:txBody>
      </p:sp>
      <p:sp>
        <p:nvSpPr>
          <p:cNvPr id="82950" name="Text Box 7"/>
          <p:cNvSpPr txBox="1"/>
          <p:nvPr>
            <p:custDataLst>
              <p:tags r:id="rId5"/>
            </p:custDataLst>
          </p:nvPr>
        </p:nvSpPr>
        <p:spPr>
          <a:xfrm>
            <a:off x="3473896" y="5619651"/>
            <a:ext cx="926857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DBMS</a:t>
            </a:r>
          </a:p>
        </p:txBody>
      </p:sp>
      <p:sp>
        <p:nvSpPr>
          <p:cNvPr id="82951" name="Text Box 8"/>
          <p:cNvSpPr txBox="1"/>
          <p:nvPr>
            <p:custDataLst>
              <p:tags r:id="rId6"/>
            </p:custDataLst>
          </p:nvPr>
        </p:nvSpPr>
        <p:spPr>
          <a:xfrm>
            <a:off x="5426960" y="5558096"/>
            <a:ext cx="1422184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数据世界</a:t>
            </a:r>
          </a:p>
        </p:txBody>
      </p:sp>
      <p:sp>
        <p:nvSpPr>
          <p:cNvPr id="82952" name="Oval 9"/>
          <p:cNvSpPr/>
          <p:nvPr>
            <p:custDataLst>
              <p:tags r:id="rId7"/>
            </p:custDataLst>
          </p:nvPr>
        </p:nvSpPr>
        <p:spPr>
          <a:xfrm>
            <a:off x="236247" y="2006501"/>
            <a:ext cx="2724465" cy="1066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客观 事物类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事物 相关性质集合</a:t>
            </a:r>
          </a:p>
        </p:txBody>
      </p:sp>
      <p:sp>
        <p:nvSpPr>
          <p:cNvPr id="82953" name="Oval 10"/>
          <p:cNvSpPr/>
          <p:nvPr>
            <p:custDataLst>
              <p:tags r:id="rId8"/>
            </p:custDataLst>
          </p:nvPr>
        </p:nvSpPr>
        <p:spPr>
          <a:xfrm>
            <a:off x="3626296" y="2006501"/>
            <a:ext cx="457200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</a:t>
            </a:r>
          </a:p>
        </p:txBody>
      </p:sp>
      <p:sp>
        <p:nvSpPr>
          <p:cNvPr id="82954" name="Rectangle 11"/>
          <p:cNvSpPr/>
          <p:nvPr>
            <p:custDataLst>
              <p:tags r:id="rId9"/>
            </p:custDataLst>
          </p:nvPr>
        </p:nvSpPr>
        <p:spPr>
          <a:xfrm>
            <a:off x="4845496" y="2036981"/>
            <a:ext cx="2362200" cy="960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   实体集合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及      实体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   相关属性集合 </a:t>
            </a:r>
          </a:p>
        </p:txBody>
      </p:sp>
      <p:sp>
        <p:nvSpPr>
          <p:cNvPr id="82955" name="Oval 12"/>
          <p:cNvSpPr/>
          <p:nvPr>
            <p:custDataLst>
              <p:tags r:id="rId10"/>
            </p:custDataLst>
          </p:nvPr>
        </p:nvSpPr>
        <p:spPr>
          <a:xfrm>
            <a:off x="4921696" y="3454301"/>
            <a:ext cx="19050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加工、转换</a:t>
            </a:r>
          </a:p>
        </p:txBody>
      </p:sp>
      <p:sp>
        <p:nvSpPr>
          <p:cNvPr id="82956" name="Rectangle 13"/>
          <p:cNvSpPr/>
          <p:nvPr>
            <p:custDataLst>
              <p:tags r:id="rId11"/>
            </p:custDataLst>
          </p:nvPr>
        </p:nvSpPr>
        <p:spPr>
          <a:xfrm>
            <a:off x="4921696" y="4552850"/>
            <a:ext cx="2362200" cy="9143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   文件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据   记录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库   相关数据项集合</a:t>
            </a:r>
          </a:p>
        </p:txBody>
      </p:sp>
      <p:sp>
        <p:nvSpPr>
          <p:cNvPr id="82957" name="Oval 14"/>
          <p:cNvSpPr/>
          <p:nvPr>
            <p:custDataLst>
              <p:tags r:id="rId12"/>
            </p:custDataLst>
          </p:nvPr>
        </p:nvSpPr>
        <p:spPr>
          <a:xfrm>
            <a:off x="3550096" y="4521101"/>
            <a:ext cx="685800" cy="990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加工 </a:t>
            </a:r>
            <a:endParaRPr lang="zh-CN" altLang="en-US" sz="1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转换</a:t>
            </a:r>
          </a:p>
        </p:txBody>
      </p:sp>
      <p:sp>
        <p:nvSpPr>
          <p:cNvPr id="82958" name="Rectangle 15"/>
          <p:cNvSpPr/>
          <p:nvPr>
            <p:custDataLst>
              <p:tags r:id="rId13"/>
            </p:custDataLst>
          </p:nvPr>
        </p:nvSpPr>
        <p:spPr>
          <a:xfrm>
            <a:off x="368424" y="4597301"/>
            <a:ext cx="2495872" cy="838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存储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  二进制数据集合 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结构</a:t>
            </a:r>
          </a:p>
        </p:txBody>
      </p:sp>
      <p:sp>
        <p:nvSpPr>
          <p:cNvPr id="82959" name="Line 16"/>
          <p:cNvSpPr/>
          <p:nvPr>
            <p:custDataLst>
              <p:tags r:id="rId14"/>
            </p:custDataLst>
          </p:nvPr>
        </p:nvSpPr>
        <p:spPr>
          <a:xfrm>
            <a:off x="1304528" y="2037358"/>
            <a:ext cx="0" cy="990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0" name="Line 17"/>
          <p:cNvSpPr/>
          <p:nvPr>
            <p:custDataLst>
              <p:tags r:id="rId15"/>
            </p:custDataLst>
          </p:nvPr>
        </p:nvSpPr>
        <p:spPr>
          <a:xfrm>
            <a:off x="5455096" y="2082701"/>
            <a:ext cx="0" cy="9144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1" name="Line 18"/>
          <p:cNvSpPr/>
          <p:nvPr>
            <p:custDataLst>
              <p:tags r:id="rId16"/>
            </p:custDataLst>
          </p:nvPr>
        </p:nvSpPr>
        <p:spPr>
          <a:xfrm>
            <a:off x="5378896" y="4561830"/>
            <a:ext cx="0" cy="9144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2" name="Line 19"/>
          <p:cNvSpPr/>
          <p:nvPr>
            <p:custDataLst>
              <p:tags r:id="rId17"/>
            </p:custDataLst>
          </p:nvPr>
        </p:nvSpPr>
        <p:spPr>
          <a:xfrm>
            <a:off x="1016496" y="4597301"/>
            <a:ext cx="0" cy="838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3" name="Line 20"/>
          <p:cNvSpPr/>
          <p:nvPr/>
        </p:nvSpPr>
        <p:spPr>
          <a:xfrm>
            <a:off x="2940496" y="2463701"/>
            <a:ext cx="6858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4" name="Line 21"/>
          <p:cNvSpPr/>
          <p:nvPr/>
        </p:nvSpPr>
        <p:spPr>
          <a:xfrm>
            <a:off x="4083496" y="2463701"/>
            <a:ext cx="762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5" name="Line 22"/>
          <p:cNvSpPr/>
          <p:nvPr/>
        </p:nvSpPr>
        <p:spPr>
          <a:xfrm>
            <a:off x="5836096" y="2997101"/>
            <a:ext cx="0" cy="4572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6" name="Line 23"/>
          <p:cNvSpPr/>
          <p:nvPr/>
        </p:nvSpPr>
        <p:spPr>
          <a:xfrm>
            <a:off x="5836096" y="4063901"/>
            <a:ext cx="0" cy="4572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7" name="Line 24"/>
          <p:cNvSpPr/>
          <p:nvPr/>
        </p:nvSpPr>
        <p:spPr>
          <a:xfrm flipH="1">
            <a:off x="4235896" y="4978301"/>
            <a:ext cx="6858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8" name="Line 25"/>
          <p:cNvSpPr/>
          <p:nvPr/>
        </p:nvSpPr>
        <p:spPr>
          <a:xfrm flipH="1">
            <a:off x="2864296" y="4978301"/>
            <a:ext cx="6858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2969" name="Text Box 26"/>
          <p:cNvSpPr txBox="1"/>
          <p:nvPr>
            <p:custDataLst>
              <p:tags r:id="rId18"/>
            </p:custDataLst>
          </p:nvPr>
        </p:nvSpPr>
        <p:spPr>
          <a:xfrm>
            <a:off x="6979097" y="3405158"/>
            <a:ext cx="1447799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DBMS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</a:t>
            </a:r>
            <a:endParaRPr lang="en-US" altLang="zh-CN" sz="20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数据模型</a:t>
            </a:r>
          </a:p>
        </p:txBody>
      </p:sp>
      <p:sp>
        <p:nvSpPr>
          <p:cNvPr id="82970" name="Text Box 27"/>
          <p:cNvSpPr txBox="1"/>
          <p:nvPr/>
        </p:nvSpPr>
        <p:spPr>
          <a:xfrm>
            <a:off x="7207696" y="2250976"/>
            <a:ext cx="14478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概念模型（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模型）</a:t>
            </a:r>
          </a:p>
        </p:txBody>
      </p:sp>
      <p:sp>
        <p:nvSpPr>
          <p:cNvPr id="82971" name="Text Box 28"/>
          <p:cNvSpPr txBox="1"/>
          <p:nvPr>
            <p:custDataLst>
              <p:tags r:id="rId19"/>
            </p:custDataLst>
          </p:nvPr>
        </p:nvSpPr>
        <p:spPr>
          <a:xfrm>
            <a:off x="959296" y="1412776"/>
            <a:ext cx="1524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现实世界</a:t>
            </a:r>
          </a:p>
        </p:txBody>
      </p:sp>
      <p:sp>
        <p:nvSpPr>
          <p:cNvPr id="82972" name="Text Box 29"/>
          <p:cNvSpPr txBox="1"/>
          <p:nvPr>
            <p:custDataLst>
              <p:tags r:id="rId20"/>
            </p:custDataLst>
          </p:nvPr>
        </p:nvSpPr>
        <p:spPr>
          <a:xfrm>
            <a:off x="3092896" y="1412776"/>
            <a:ext cx="1828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认识和描述</a:t>
            </a:r>
          </a:p>
        </p:txBody>
      </p:sp>
      <p:sp>
        <p:nvSpPr>
          <p:cNvPr id="82973" name="Text Box 30"/>
          <p:cNvSpPr txBox="1"/>
          <p:nvPr>
            <p:custDataLst>
              <p:tags r:id="rId21"/>
            </p:custDataLst>
          </p:nvPr>
        </p:nvSpPr>
        <p:spPr>
          <a:xfrm>
            <a:off x="5325144" y="1487463"/>
            <a:ext cx="15240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charset="-122"/>
              </a:rPr>
              <a:t>概念世界</a:t>
            </a:r>
          </a:p>
        </p:txBody>
      </p:sp>
      <p:sp>
        <p:nvSpPr>
          <p:cNvPr id="82974" name="Text Box 31"/>
          <p:cNvSpPr txBox="1"/>
          <p:nvPr/>
        </p:nvSpPr>
        <p:spPr>
          <a:xfrm>
            <a:off x="7207696" y="4644926"/>
            <a:ext cx="1828800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数据模型</a:t>
            </a:r>
          </a:p>
          <a:p>
            <a:pPr mar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（关系数据库）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graphicFrame>
        <p:nvGraphicFramePr>
          <p:cNvPr id="72706" name="Group 2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15447679"/>
              </p:ext>
            </p:extLst>
          </p:nvPr>
        </p:nvGraphicFramePr>
        <p:xfrm>
          <a:off x="540068" y="1792253"/>
          <a:ext cx="8162925" cy="2724302"/>
        </p:xfrm>
        <a:graphic>
          <a:graphicData uri="http://schemas.openxmlformats.org/drawingml/2006/table">
            <a:tbl>
              <a:tblPr/>
              <a:tblGrid>
                <a:gridCol w="2865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6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0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客观世界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概念世界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数据世界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组织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楷体" panose="02010609060101010101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（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ea typeface="楷体" panose="02010609060101010101" charset="-122"/>
                        </a:rPr>
                        <a:t>事物及其联系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）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实体及其联系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楷体" panose="02010609060101010101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（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ea typeface="楷体" panose="02010609060101010101" charset="-122"/>
                        </a:rPr>
                        <a:t>概念模型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）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数据库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楷体" panose="02010609060101010101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数据模型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  <a:cs typeface="微软雅黑" panose="020B0503020204020204" pitchFamily="34" charset="-122"/>
                        </a:rPr>
                        <a:t>）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事物类（总体）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实体集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文件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事物（对象、个体）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实体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记录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特征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属性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楷体" panose="02010609060101010101" charset="-122"/>
                        </a:rPr>
                        <a:t>数据项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732" name="Rectangle 28"/>
          <p:cNvSpPr>
            <a:spLocks noChangeArrowheads="1"/>
          </p:cNvSpPr>
          <p:nvPr/>
        </p:nvSpPr>
        <p:spPr bwMode="auto">
          <a:xfrm>
            <a:off x="981075" y="910273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三个不同世界的术语比较</a:t>
            </a: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4210" name="Rectangle 1026"/>
          <p:cNvSpPr>
            <a:spLocks noGrp="1" noChangeArrowheads="1"/>
          </p:cNvSpPr>
          <p:nvPr>
            <p:ph type="ctrTitle" sz="quarter" idx="4294967295"/>
          </p:nvPr>
        </p:nvSpPr>
        <p:spPr>
          <a:xfrm>
            <a:off x="457200" y="381000"/>
            <a:ext cx="7772400" cy="685800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4000" b="1" noProof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2、概念模型</a:t>
            </a:r>
          </a:p>
        </p:txBody>
      </p:sp>
      <p:sp>
        <p:nvSpPr>
          <p:cNvPr id="87043" name="Rectangle 1056"/>
          <p:cNvSpPr/>
          <p:nvPr>
            <p:custDataLst>
              <p:tags r:id="rId4"/>
            </p:custDataLst>
          </p:nvPr>
        </p:nvSpPr>
        <p:spPr>
          <a:xfrm>
            <a:off x="941784" y="3240360"/>
            <a:ext cx="7086600" cy="3429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buClrTx/>
              <a:buSzTx/>
              <a:buNone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实体（</a:t>
            </a:r>
            <a:r>
              <a:rPr lang="en-US" altLang="zh-CN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Entity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457200" lvl="1" indent="0" eaLnBrk="1" hangingPunct="1">
              <a:buClrTx/>
              <a:buSzTx/>
              <a:buNone/>
            </a:pPr>
            <a:endParaRPr lang="zh-CN" altLang="en-US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lvl="1" indent="0" eaLnBrk="1" hangingPunct="1">
              <a:buClrTx/>
              <a:buSzTx/>
              <a:buNone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属性（</a:t>
            </a:r>
            <a:r>
              <a:rPr lang="en-US" altLang="zh-CN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Attribute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457200" lvl="1" indent="0" eaLnBrk="1" hangingPunct="1">
              <a:buClrTx/>
              <a:buSzTx/>
              <a:buNone/>
            </a:pPr>
            <a:endParaRPr lang="zh-CN" altLang="en-US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lvl="1" indent="0" eaLnBrk="1" hangingPunct="1">
              <a:buClrTx/>
              <a:buSzTx/>
              <a:buNone/>
            </a:pP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联系（</a:t>
            </a:r>
            <a:r>
              <a:rPr lang="en-US" altLang="zh-CN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Relationship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914400" lvl="2" indent="0" algn="ctr" eaLnBrk="1" hangingPunct="1">
              <a:buClrTx/>
              <a:buFontTx/>
              <a:buNone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87044" name="Rectangle 1057"/>
          <p:cNvSpPr/>
          <p:nvPr>
            <p:custDataLst>
              <p:tags r:id="rId5"/>
            </p:custDataLst>
          </p:nvPr>
        </p:nvSpPr>
        <p:spPr>
          <a:xfrm>
            <a:off x="5970984" y="3316560"/>
            <a:ext cx="1295400" cy="45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实体集</a:t>
            </a:r>
          </a:p>
        </p:txBody>
      </p:sp>
      <p:sp>
        <p:nvSpPr>
          <p:cNvPr id="87045" name="Oval 1058"/>
          <p:cNvSpPr/>
          <p:nvPr>
            <p:custDataLst>
              <p:tags r:id="rId6"/>
            </p:custDataLst>
          </p:nvPr>
        </p:nvSpPr>
        <p:spPr>
          <a:xfrm>
            <a:off x="5970984" y="4354016"/>
            <a:ext cx="1295400" cy="45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属性</a:t>
            </a:r>
          </a:p>
        </p:txBody>
      </p:sp>
      <p:sp>
        <p:nvSpPr>
          <p:cNvPr id="87046" name="AutoShape 1059"/>
          <p:cNvSpPr/>
          <p:nvPr>
            <p:custDataLst>
              <p:tags r:id="rId7"/>
            </p:custDataLst>
          </p:nvPr>
        </p:nvSpPr>
        <p:spPr>
          <a:xfrm>
            <a:off x="5666184" y="5221560"/>
            <a:ext cx="1905000" cy="6858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联系集</a:t>
            </a:r>
          </a:p>
        </p:txBody>
      </p:sp>
      <p:sp>
        <p:nvSpPr>
          <p:cNvPr id="94246" name="Rectangle 106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40068" y="1290726"/>
            <a:ext cx="8162925" cy="181588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solidFill>
                  <a:schemeClr val="dk1"/>
                </a:solidFill>
                <a:ea typeface="楷体" panose="02010609060101010101" charset="-122"/>
              </a:rPr>
              <a:t>概念模型是用来描述现实世界的，它提供了表示</a:t>
            </a:r>
            <a:r>
              <a:rPr lang="zh-CN" altLang="en-US" sz="2800" b="1" u="sng" dirty="0">
                <a:solidFill>
                  <a:schemeClr val="dk1"/>
                </a:solidFill>
                <a:ea typeface="楷体" panose="02010609060101010101" charset="-122"/>
              </a:rPr>
              <a:t>实体、属性和联系</a:t>
            </a:r>
            <a:r>
              <a:rPr lang="zh-CN" altLang="en-US" sz="2800" b="1" dirty="0">
                <a:solidFill>
                  <a:schemeClr val="dk1"/>
                </a:solidFill>
                <a:ea typeface="楷体" panose="02010609060101010101" charset="-122"/>
              </a:rPr>
              <a:t>的方法，其表示方法是通过实体关系图（</a:t>
            </a:r>
            <a:r>
              <a:rPr lang="en" altLang="zh-CN" sz="2800" b="1" dirty="0">
                <a:solidFill>
                  <a:schemeClr val="dk1"/>
                </a:solidFill>
                <a:ea typeface="楷体" panose="02010609060101010101" charset="-122"/>
              </a:rPr>
              <a:t>Entity Relationship Diagram</a:t>
            </a:r>
            <a:r>
              <a:rPr lang="zh-CN" altLang="en-US" sz="2800" b="1" dirty="0">
                <a:solidFill>
                  <a:schemeClr val="dk1"/>
                </a:solidFill>
                <a:ea typeface="楷体" panose="02010609060101010101" charset="-122"/>
              </a:rPr>
              <a:t>，简称</a:t>
            </a:r>
            <a:r>
              <a:rPr lang="en-US" altLang="zh-CN" sz="2800" b="1" u="sng" dirty="0">
                <a:solidFill>
                  <a:schemeClr val="dk1"/>
                </a:solidFill>
                <a:ea typeface="楷体" panose="02010609060101010101" charset="-122"/>
              </a:rPr>
              <a:t>E-R</a:t>
            </a:r>
            <a:r>
              <a:rPr lang="zh-CN" altLang="en-US" sz="2800" b="1" u="sng" dirty="0">
                <a:solidFill>
                  <a:schemeClr val="dk1"/>
                </a:solidFill>
                <a:ea typeface="楷体" panose="02010609060101010101" charset="-122"/>
              </a:rPr>
              <a:t>图</a:t>
            </a:r>
            <a:r>
              <a:rPr lang="zh-CN" altLang="en-US" sz="2800" b="1" dirty="0">
                <a:solidFill>
                  <a:schemeClr val="dk1"/>
                </a:solidFill>
                <a:ea typeface="楷体" panose="02010609060101010101" charset="-122"/>
              </a:rPr>
              <a:t>）来表示的。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89090" name="Rectangle 2"/>
          <p:cNvSpPr/>
          <p:nvPr/>
        </p:nvSpPr>
        <p:spPr>
          <a:xfrm>
            <a:off x="602446" y="836712"/>
            <a:ext cx="8305800" cy="541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实体集（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Entity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是一个有着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一系列显著的、易辨认属性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的对象集合 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实体可以是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具体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的（物体、人物）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实体也可以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抽象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的（事、概念）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endParaRPr lang="zh-CN" altLang="en-US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  <a:buChar char="–"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用长方形表示实体集，长方形内写明实体集名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</a:t>
            </a: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2" name="Rectangle 1057">
            <a:extLst>
              <a:ext uri="{FF2B5EF4-FFF2-40B4-BE49-F238E27FC236}">
                <a16:creationId xmlns:a16="http://schemas.microsoft.com/office/drawing/2014/main" id="{C85BD544-294F-FF17-1441-424BEEC289D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95936" y="811560"/>
            <a:ext cx="1295400" cy="45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实体集</a:t>
            </a: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1138" name="Rectangle 2"/>
          <p:cNvSpPr/>
          <p:nvPr/>
        </p:nvSpPr>
        <p:spPr>
          <a:xfrm>
            <a:off x="533400" y="609600"/>
            <a:ext cx="8305800" cy="563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Attribute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实体的特性，它描述了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实体的一个部分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一个实体可由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若干个属性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来刻画。</a:t>
            </a:r>
          </a:p>
          <a:p>
            <a:pPr lvl="2" eaLnBrk="1" hangingPunct="1">
              <a:spcBef>
                <a:spcPct val="50000"/>
              </a:spcBef>
              <a:buClr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如学生的属性，包含学号，姓名，性别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用椭圆形表示实体集的属性，椭圆形内写明属性名，并用</a:t>
            </a:r>
            <a:r>
              <a:rPr lang="zh-CN" altLang="en-US" b="1" u="sng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线段</a:t>
            </a: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将其与相应的实体集连接起来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属性是</a:t>
            </a:r>
            <a:r>
              <a:rPr lang="zh-CN" altLang="en-US" b="1" u="sng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不可再分</a:t>
            </a: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的数据项，不能包含其它属性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属性</a:t>
            </a:r>
            <a:r>
              <a:rPr lang="zh-CN" altLang="en-US" b="1" u="sng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不能与其它实体有联系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BC23899-A9EE-7D3E-BE9E-99A3CF18166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33400" y="5301208"/>
            <a:ext cx="8610600" cy="3733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码（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Key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）： </a:t>
            </a:r>
            <a:r>
              <a:rPr lang="zh-CN" altLang="en-US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唯一标识实体的属性（集）。 </a:t>
            </a:r>
            <a:endParaRPr lang="en-US" altLang="zh-CN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lvl="2" eaLnBrk="1" hangingPunct="1">
              <a:spcBef>
                <a:spcPct val="50000"/>
              </a:spcBef>
              <a:buClr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如学号为学生的码 </a:t>
            </a:r>
          </a:p>
          <a:p>
            <a:pPr marL="1143000" lvl="2" indent="-228600" eaLnBrk="1" hangingPunct="1">
              <a:buClrTx/>
              <a:buFontTx/>
              <a:buChar char="•"/>
            </a:pPr>
            <a:endParaRPr lang="zh-CN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3" name="Oval 1058">
            <a:extLst>
              <a:ext uri="{FF2B5EF4-FFF2-40B4-BE49-F238E27FC236}">
                <a16:creationId xmlns:a16="http://schemas.microsoft.com/office/drawing/2014/main" id="{AE8B3D66-5B20-B1FC-B084-7DC9534246A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925416" y="623607"/>
            <a:ext cx="1295400" cy="45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属性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3186" name="Rectangle 2"/>
          <p:cNvSpPr/>
          <p:nvPr/>
        </p:nvSpPr>
        <p:spPr>
          <a:xfrm>
            <a:off x="900113" y="10668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Relationship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 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用菱形表示实体集间的联系，菱形内写上联系名，并用线段分别与有关实体集连接起来，同时在线段旁标出联系的类型；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如果联系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具有属性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，该属性仍用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椭圆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形表示，同时用线段将属性与其联系连接起来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联系的属性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必须在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图中标出</a:t>
            </a:r>
          </a:p>
          <a:p>
            <a:pPr marL="742950" lvl="1" indent="-285750" eaLnBrk="1" hangingPunct="1">
              <a:spcBef>
                <a:spcPct val="50000"/>
              </a:spcBef>
              <a:buClrTx/>
              <a:buSzTx/>
            </a:pP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图中所有的联系必须是实体集与实体集之间的联系</a:t>
            </a:r>
            <a:endParaRPr lang="en-US" altLang="zh-CN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【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思考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】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举例有哪些联系？</a:t>
            </a:r>
          </a:p>
        </p:txBody>
      </p:sp>
      <p:sp>
        <p:nvSpPr>
          <p:cNvPr id="2" name="AutoShape 1059">
            <a:extLst>
              <a:ext uri="{FF2B5EF4-FFF2-40B4-BE49-F238E27FC236}">
                <a16:creationId xmlns:a16="http://schemas.microsoft.com/office/drawing/2014/main" id="{B07C40FF-3871-92D6-C28B-867032E443B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862513" y="1028700"/>
            <a:ext cx="1905000" cy="6858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联系集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4210" name="Text Box 2"/>
          <p:cNvSpPr txBox="1"/>
          <p:nvPr>
            <p:custDataLst>
              <p:tags r:id="rId4"/>
            </p:custDataLst>
          </p:nvPr>
        </p:nvSpPr>
        <p:spPr>
          <a:xfrm>
            <a:off x="154144" y="1104059"/>
            <a:ext cx="8001000" cy="2461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两个实体集之间的联系</a:t>
            </a:r>
          </a:p>
          <a:p>
            <a:pPr marL="914400" lvl="2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一对一联系（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914400" lvl="2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一对多联系（ 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  <a:p>
            <a:pPr marL="914400" lvl="2" indent="0" eaLnBrk="1" hangingPunct="1">
              <a:spcBef>
                <a:spcPct val="50000"/>
              </a:spcBef>
              <a:buClr>
                <a:srgbClr val="FF0000"/>
              </a:buClr>
              <a:buSz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多对多联系（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 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757667" y="341808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微软雅黑" panose="020B0503020204020204" pitchFamily="34" charset="-122"/>
              </a:rPr>
              <a:t>实体联系的类型 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191967D9-80E3-4B0D-B13D-6A051CA3FD4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64257" y="2477914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学校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3771CCA4-C480-4C55-81C3-344A1F2F42C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588218" y="3316976"/>
            <a:ext cx="1477056" cy="78036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E785B163-CBEC-4489-98F4-2F123ACF91D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991278" y="3489982"/>
            <a:ext cx="87490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负责</a:t>
            </a: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A52F2CE3-52EE-45E2-B438-C22CD4A8607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26746" y="2878024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F8F2F677-E7FC-4E28-B6EF-B3EF3727407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650682" y="4536288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校长</a:t>
            </a:r>
          </a:p>
        </p:txBody>
      </p:sp>
      <p:sp>
        <p:nvSpPr>
          <p:cNvPr id="13" name="Line 8">
            <a:extLst>
              <a:ext uri="{FF2B5EF4-FFF2-40B4-BE49-F238E27FC236}">
                <a16:creationId xmlns:a16="http://schemas.microsoft.com/office/drawing/2014/main" id="{BCA984DE-70FA-4196-ACD9-004E586543E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330375" y="4097336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D44DDB23-5857-4694-93D0-27F5DE97FC6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453299" y="2902562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11247B71-124E-4746-A6A1-5A605AEDD7A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470459" y="4077072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5800F3AD-B972-4724-9936-9F4B442BFD0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167480" y="2488473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学校</a:t>
            </a:r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405D4205-161A-4347-8B7C-DAEB9F431BE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71644" y="3316976"/>
            <a:ext cx="1405803" cy="78036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0EB580A1-6594-40BC-9C63-8588DAD91945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97327" y="3429000"/>
            <a:ext cx="715832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工作</a:t>
            </a:r>
          </a:p>
        </p:txBody>
      </p:sp>
      <p:sp>
        <p:nvSpPr>
          <p:cNvPr id="19" name="Line 14">
            <a:extLst>
              <a:ext uri="{FF2B5EF4-FFF2-40B4-BE49-F238E27FC236}">
                <a16:creationId xmlns:a16="http://schemas.microsoft.com/office/drawing/2014/main" id="{812C04CE-CE97-4475-88E3-3C8F9D7A5B1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876256" y="2884874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" name="Text Box 15">
            <a:extLst>
              <a:ext uri="{FF2B5EF4-FFF2-40B4-BE49-F238E27FC236}">
                <a16:creationId xmlns:a16="http://schemas.microsoft.com/office/drawing/2014/main" id="{DA0F4A29-A6D1-47D1-8147-93A96AEC4FC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198481" y="4529714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</a:t>
            </a:r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5051DC5D-7544-4C96-9B23-282B275AE37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874545" y="4097336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34D40BA7-6C03-4437-8A41-FCEBC9FB996A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977802" y="2884874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C726A533-E959-414D-9008-3D8AF6726D03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963738" y="4054632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99518095-603D-4EBD-B5E2-0EB9B0D92D30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7670703" y="2490023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61529C29-F464-46EA-834C-51FCE9E0985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620375" y="3308441"/>
            <a:ext cx="1405803" cy="78036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21">
            <a:extLst>
              <a:ext uri="{FF2B5EF4-FFF2-40B4-BE49-F238E27FC236}">
                <a16:creationId xmlns:a16="http://schemas.microsoft.com/office/drawing/2014/main" id="{9A52BCEE-DDD5-4FF6-90AB-C7267EE415B2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7974910" y="3489982"/>
            <a:ext cx="87490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参加</a:t>
            </a:r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AC68A875-692A-4BE7-A9D0-888818956D00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323276" y="2902561"/>
            <a:ext cx="0" cy="40184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" name="Text Box 23">
            <a:extLst>
              <a:ext uri="{FF2B5EF4-FFF2-40B4-BE49-F238E27FC236}">
                <a16:creationId xmlns:a16="http://schemas.microsoft.com/office/drawing/2014/main" id="{52ED1CA2-B6E7-46EA-96FB-FD702A4D521D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683816" y="4529714"/>
            <a:ext cx="1352128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协会</a:t>
            </a:r>
          </a:p>
        </p:txBody>
      </p:sp>
      <p:sp>
        <p:nvSpPr>
          <p:cNvPr id="29" name="Line 24">
            <a:extLst>
              <a:ext uri="{FF2B5EF4-FFF2-40B4-BE49-F238E27FC236}">
                <a16:creationId xmlns:a16="http://schemas.microsoft.com/office/drawing/2014/main" id="{4837949F-13C5-4954-BD87-E19F0DD4683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8329528" y="4090762"/>
            <a:ext cx="0" cy="43895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" name="Text Box 25">
            <a:extLst>
              <a:ext uri="{FF2B5EF4-FFF2-40B4-BE49-F238E27FC236}">
                <a16:creationId xmlns:a16="http://schemas.microsoft.com/office/drawing/2014/main" id="{D9DAB2EC-011D-4B3B-AA82-8FBE0765EFC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8422787" y="2884874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31" name="Text Box 26">
            <a:extLst>
              <a:ext uri="{FF2B5EF4-FFF2-40B4-BE49-F238E27FC236}">
                <a16:creationId xmlns:a16="http://schemas.microsoft.com/office/drawing/2014/main" id="{873167AC-08F8-454C-9A0B-15181EBFA0AD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8422787" y="4054632"/>
            <a:ext cx="39768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EDC77B-114F-1547-B43D-E03E783F309B}"/>
              </a:ext>
            </a:extLst>
          </p:cNvPr>
          <p:cNvSpPr txBox="1"/>
          <p:nvPr/>
        </p:nvSpPr>
        <p:spPr>
          <a:xfrm>
            <a:off x="4154644" y="1389413"/>
            <a:ext cx="465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【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思考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】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这些联系</a:t>
            </a:r>
            <a:r>
              <a:rPr lang="zh-CN" altLang="en-US" b="1" dirty="0">
                <a:solidFill>
                  <a:srgbClr val="000000"/>
                </a:solidFill>
                <a:ea typeface="楷体" panose="02010609060101010101" charset="-122"/>
              </a:rPr>
              <a:t>有何区别？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/>
      <p:bldP spid="8" grpId="0" animBg="1"/>
      <p:bldP spid="9" grpId="0" animBg="1"/>
      <p:bldP spid="10" grpId="0"/>
      <p:bldP spid="12" grpId="0" animBg="1"/>
      <p:bldP spid="14" grpId="0"/>
      <p:bldP spid="15" grpId="0"/>
      <p:bldP spid="16" grpId="0" animBg="1"/>
      <p:bldP spid="17" grpId="0" animBg="1"/>
      <p:bldP spid="18" grpId="0"/>
      <p:bldP spid="20" grpId="0" animBg="1"/>
      <p:bldP spid="22" grpId="0"/>
      <p:bldP spid="23" grpId="0"/>
      <p:bldP spid="24" grpId="0" animBg="1"/>
      <p:bldP spid="25" grpId="0" animBg="1"/>
      <p:bldP spid="26" grpId="0"/>
      <p:bldP spid="28" grpId="0" animBg="1"/>
      <p:bldP spid="30" grpId="0"/>
      <p:bldP spid="31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6258" name="Text Box 2"/>
          <p:cNvSpPr txBox="1"/>
          <p:nvPr/>
        </p:nvSpPr>
        <p:spPr>
          <a:xfrm>
            <a:off x="685800" y="1143000"/>
            <a:ext cx="7414592" cy="44012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一对一联系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设有两个实体集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中至多有一个（也可以没有）实体与之联系；反之，对于实体集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中至多有一个实体与之联系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例如：在一个学校中只有一位校长，而一个校长也只能在一个学校任职，则学校与校长之间具有一对一联系，记作</a:t>
            </a: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：</a:t>
            </a: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7282" name="Text Box 2"/>
          <p:cNvSpPr txBox="1"/>
          <p:nvPr/>
        </p:nvSpPr>
        <p:spPr>
          <a:xfrm>
            <a:off x="914400" y="1295400"/>
            <a:ext cx="71628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一对多联系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中至少有一个或多个实体与之联系；而对于实体集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中至多有一个实体与之联系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例如：一个学校里有多名教师，而每个教师只能在一个学校里教书，则学校与教师之间具有一对多的关系，记作</a:t>
            </a: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1:n</a:t>
            </a: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8306" name="Text Box 2"/>
          <p:cNvSpPr txBox="1"/>
          <p:nvPr/>
        </p:nvSpPr>
        <p:spPr>
          <a:xfrm>
            <a:off x="914400" y="1295400"/>
            <a:ext cx="7162800" cy="43999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多对多联系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中至少有一个或多个实体与之联系；而对于实体集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中的每一个实体，在实体集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中也有一个或多个实体与之联系</a:t>
            </a:r>
          </a:p>
          <a:p>
            <a:pPr marL="457200" lvl="1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例如：学校里的一名学生可以参加多种协会组织，而一个协会也可以有多名学生，则协会与学生之间具有多对多的关系，记作</a:t>
            </a:r>
            <a:r>
              <a:rPr lang="en-US" altLang="zh-CN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m:n</a:t>
            </a: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0" r:link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2" r:link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99330" name="Text Box 3"/>
          <p:cNvSpPr txBox="1"/>
          <p:nvPr>
            <p:custDataLst>
              <p:tags r:id="rId4"/>
            </p:custDataLst>
          </p:nvPr>
        </p:nvSpPr>
        <p:spPr>
          <a:xfrm>
            <a:off x="1676400" y="1196752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学校</a:t>
            </a:r>
          </a:p>
        </p:txBody>
      </p:sp>
      <p:sp>
        <p:nvSpPr>
          <p:cNvPr id="99331" name="AutoShape 4"/>
          <p:cNvSpPr/>
          <p:nvPr>
            <p:custDataLst>
              <p:tags r:id="rId5"/>
            </p:custDataLst>
          </p:nvPr>
        </p:nvSpPr>
        <p:spPr>
          <a:xfrm>
            <a:off x="1447800" y="2438400"/>
            <a:ext cx="1752600" cy="12192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332" name="Text Box 5"/>
          <p:cNvSpPr txBox="1"/>
          <p:nvPr>
            <p:custDataLst>
              <p:tags r:id="rId6"/>
            </p:custDataLst>
          </p:nvPr>
        </p:nvSpPr>
        <p:spPr>
          <a:xfrm>
            <a:off x="1981200" y="2590800"/>
            <a:ext cx="8382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负责</a:t>
            </a:r>
          </a:p>
        </p:txBody>
      </p:sp>
      <p:sp>
        <p:nvSpPr>
          <p:cNvPr id="99333" name="Line 6"/>
          <p:cNvSpPr/>
          <p:nvPr>
            <p:custDataLst>
              <p:tags r:id="rId7"/>
            </p:custDataLst>
          </p:nvPr>
        </p:nvSpPr>
        <p:spPr>
          <a:xfrm>
            <a:off x="2286000" y="1752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34" name="Text Box 7"/>
          <p:cNvSpPr txBox="1"/>
          <p:nvPr>
            <p:custDataLst>
              <p:tags r:id="rId8"/>
            </p:custDataLst>
          </p:nvPr>
        </p:nvSpPr>
        <p:spPr>
          <a:xfrm>
            <a:off x="1600200" y="4365104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校长</a:t>
            </a:r>
          </a:p>
        </p:txBody>
      </p:sp>
      <p:sp>
        <p:nvSpPr>
          <p:cNvPr id="99335" name="Line 8"/>
          <p:cNvSpPr/>
          <p:nvPr>
            <p:custDataLst>
              <p:tags r:id="rId9"/>
            </p:custDataLst>
          </p:nvPr>
        </p:nvSpPr>
        <p:spPr>
          <a:xfrm>
            <a:off x="2209800" y="3657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36" name="Text Box 9"/>
          <p:cNvSpPr txBox="1"/>
          <p:nvPr>
            <p:custDataLst>
              <p:tags r:id="rId10"/>
            </p:custDataLst>
          </p:nvPr>
        </p:nvSpPr>
        <p:spPr>
          <a:xfrm>
            <a:off x="2209800" y="19812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99337" name="Text Box 10"/>
          <p:cNvSpPr txBox="1"/>
          <p:nvPr>
            <p:custDataLst>
              <p:tags r:id="rId11"/>
            </p:custDataLst>
          </p:nvPr>
        </p:nvSpPr>
        <p:spPr>
          <a:xfrm>
            <a:off x="2209800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99338" name="Text Box 11"/>
          <p:cNvSpPr txBox="1"/>
          <p:nvPr>
            <p:custDataLst>
              <p:tags r:id="rId12"/>
            </p:custDataLst>
          </p:nvPr>
        </p:nvSpPr>
        <p:spPr>
          <a:xfrm>
            <a:off x="3886200" y="1196752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学校</a:t>
            </a:r>
          </a:p>
        </p:txBody>
      </p:sp>
      <p:sp>
        <p:nvSpPr>
          <p:cNvPr id="99339" name="AutoShape 12"/>
          <p:cNvSpPr/>
          <p:nvPr>
            <p:custDataLst>
              <p:tags r:id="rId13"/>
            </p:custDataLst>
          </p:nvPr>
        </p:nvSpPr>
        <p:spPr>
          <a:xfrm>
            <a:off x="3581400" y="2438400"/>
            <a:ext cx="1752600" cy="12192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340" name="Text Box 13"/>
          <p:cNvSpPr txBox="1"/>
          <p:nvPr>
            <p:custDataLst>
              <p:tags r:id="rId14"/>
            </p:custDataLst>
          </p:nvPr>
        </p:nvSpPr>
        <p:spPr>
          <a:xfrm>
            <a:off x="4191000" y="2667000"/>
            <a:ext cx="6858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工作</a:t>
            </a:r>
          </a:p>
        </p:txBody>
      </p:sp>
      <p:sp>
        <p:nvSpPr>
          <p:cNvPr id="99341" name="Line 14"/>
          <p:cNvSpPr/>
          <p:nvPr>
            <p:custDataLst>
              <p:tags r:id="rId15"/>
            </p:custDataLst>
          </p:nvPr>
        </p:nvSpPr>
        <p:spPr>
          <a:xfrm>
            <a:off x="4495800" y="1752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42" name="Text Box 15"/>
          <p:cNvSpPr txBox="1"/>
          <p:nvPr>
            <p:custDataLst>
              <p:tags r:id="rId16"/>
            </p:custDataLst>
          </p:nvPr>
        </p:nvSpPr>
        <p:spPr>
          <a:xfrm>
            <a:off x="3810000" y="4365104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</a:t>
            </a:r>
          </a:p>
        </p:txBody>
      </p:sp>
      <p:sp>
        <p:nvSpPr>
          <p:cNvPr id="99343" name="Line 16"/>
          <p:cNvSpPr/>
          <p:nvPr>
            <p:custDataLst>
              <p:tags r:id="rId17"/>
            </p:custDataLst>
          </p:nvPr>
        </p:nvSpPr>
        <p:spPr>
          <a:xfrm>
            <a:off x="4419600" y="3657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44" name="Text Box 17"/>
          <p:cNvSpPr txBox="1"/>
          <p:nvPr>
            <p:custDataLst>
              <p:tags r:id="rId18"/>
            </p:custDataLst>
          </p:nvPr>
        </p:nvSpPr>
        <p:spPr>
          <a:xfrm>
            <a:off x="4419600" y="19812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99345" name="Text Box 18"/>
          <p:cNvSpPr txBox="1"/>
          <p:nvPr>
            <p:custDataLst>
              <p:tags r:id="rId19"/>
            </p:custDataLst>
          </p:nvPr>
        </p:nvSpPr>
        <p:spPr>
          <a:xfrm>
            <a:off x="4419600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99346" name="Text Box 19"/>
          <p:cNvSpPr txBox="1"/>
          <p:nvPr>
            <p:custDataLst>
              <p:tags r:id="rId20"/>
            </p:custDataLst>
          </p:nvPr>
        </p:nvSpPr>
        <p:spPr>
          <a:xfrm>
            <a:off x="6248400" y="1196752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学生</a:t>
            </a:r>
          </a:p>
        </p:txBody>
      </p:sp>
      <p:sp>
        <p:nvSpPr>
          <p:cNvPr id="99347" name="AutoShape 20"/>
          <p:cNvSpPr/>
          <p:nvPr>
            <p:custDataLst>
              <p:tags r:id="rId21"/>
            </p:custDataLst>
          </p:nvPr>
        </p:nvSpPr>
        <p:spPr>
          <a:xfrm>
            <a:off x="5943600" y="2438400"/>
            <a:ext cx="1752600" cy="12192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348" name="Text Box 21"/>
          <p:cNvSpPr txBox="1"/>
          <p:nvPr>
            <p:custDataLst>
              <p:tags r:id="rId22"/>
            </p:custDataLst>
          </p:nvPr>
        </p:nvSpPr>
        <p:spPr>
          <a:xfrm>
            <a:off x="6477000" y="2590800"/>
            <a:ext cx="8382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参加</a:t>
            </a:r>
          </a:p>
        </p:txBody>
      </p:sp>
      <p:sp>
        <p:nvSpPr>
          <p:cNvPr id="99349" name="Line 22"/>
          <p:cNvSpPr/>
          <p:nvPr>
            <p:custDataLst>
              <p:tags r:id="rId23"/>
            </p:custDataLst>
          </p:nvPr>
        </p:nvSpPr>
        <p:spPr>
          <a:xfrm>
            <a:off x="6858000" y="1752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50" name="Text Box 23"/>
          <p:cNvSpPr txBox="1"/>
          <p:nvPr>
            <p:custDataLst>
              <p:tags r:id="rId24"/>
            </p:custDataLst>
          </p:nvPr>
        </p:nvSpPr>
        <p:spPr>
          <a:xfrm>
            <a:off x="6172200" y="4365104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协会</a:t>
            </a:r>
          </a:p>
        </p:txBody>
      </p:sp>
      <p:sp>
        <p:nvSpPr>
          <p:cNvPr id="99351" name="Line 24"/>
          <p:cNvSpPr/>
          <p:nvPr>
            <p:custDataLst>
              <p:tags r:id="rId25"/>
            </p:custDataLst>
          </p:nvPr>
        </p:nvSpPr>
        <p:spPr>
          <a:xfrm>
            <a:off x="6781800" y="36576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9352" name="Text Box 25"/>
          <p:cNvSpPr txBox="1"/>
          <p:nvPr>
            <p:custDataLst>
              <p:tags r:id="rId26"/>
            </p:custDataLst>
          </p:nvPr>
        </p:nvSpPr>
        <p:spPr>
          <a:xfrm>
            <a:off x="6781800" y="19812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99353" name="Text Box 26"/>
          <p:cNvSpPr txBox="1"/>
          <p:nvPr>
            <p:custDataLst>
              <p:tags r:id="rId27"/>
            </p:custDataLst>
          </p:nvPr>
        </p:nvSpPr>
        <p:spPr>
          <a:xfrm>
            <a:off x="6781800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99354" name="Text Box 27"/>
          <p:cNvSpPr txBox="1"/>
          <p:nvPr>
            <p:custDataLst>
              <p:tags r:id="rId28"/>
            </p:custDataLst>
          </p:nvPr>
        </p:nvSpPr>
        <p:spPr>
          <a:xfrm>
            <a:off x="2590800" y="5410200"/>
            <a:ext cx="4038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两个实体集之间的联系</a:t>
            </a: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23" r:link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0354" name="Text Box 2"/>
          <p:cNvSpPr txBox="1"/>
          <p:nvPr>
            <p:custDataLst>
              <p:tags r:id="rId4"/>
            </p:custDataLst>
          </p:nvPr>
        </p:nvSpPr>
        <p:spPr>
          <a:xfrm>
            <a:off x="2219325" y="1905000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课程</a:t>
            </a:r>
          </a:p>
        </p:txBody>
      </p:sp>
      <p:sp>
        <p:nvSpPr>
          <p:cNvPr id="100355" name="AutoShape 3"/>
          <p:cNvSpPr/>
          <p:nvPr>
            <p:custDataLst>
              <p:tags r:id="rId5"/>
            </p:custDataLst>
          </p:nvPr>
        </p:nvSpPr>
        <p:spPr>
          <a:xfrm>
            <a:off x="1914525" y="3048000"/>
            <a:ext cx="1752600" cy="1219200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356" name="Text Box 4"/>
          <p:cNvSpPr txBox="1"/>
          <p:nvPr>
            <p:custDataLst>
              <p:tags r:id="rId6"/>
            </p:custDataLst>
          </p:nvPr>
        </p:nvSpPr>
        <p:spPr>
          <a:xfrm>
            <a:off x="2524125" y="3200400"/>
            <a:ext cx="8382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讲授</a:t>
            </a:r>
          </a:p>
        </p:txBody>
      </p:sp>
      <p:sp>
        <p:nvSpPr>
          <p:cNvPr id="100357" name="Line 5"/>
          <p:cNvSpPr/>
          <p:nvPr>
            <p:custDataLst>
              <p:tags r:id="rId7"/>
            </p:custDataLst>
          </p:nvPr>
        </p:nvSpPr>
        <p:spPr>
          <a:xfrm>
            <a:off x="2828925" y="2362200"/>
            <a:ext cx="0" cy="6858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58" name="Text Box 6"/>
          <p:cNvSpPr txBox="1"/>
          <p:nvPr>
            <p:custDataLst>
              <p:tags r:id="rId8"/>
            </p:custDataLst>
          </p:nvPr>
        </p:nvSpPr>
        <p:spPr>
          <a:xfrm>
            <a:off x="1000125" y="4791075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教师</a:t>
            </a:r>
          </a:p>
        </p:txBody>
      </p:sp>
      <p:sp>
        <p:nvSpPr>
          <p:cNvPr id="100359" name="Line 7"/>
          <p:cNvSpPr/>
          <p:nvPr>
            <p:custDataLst>
              <p:tags r:id="rId9"/>
            </p:custDataLst>
          </p:nvPr>
        </p:nvSpPr>
        <p:spPr>
          <a:xfrm>
            <a:off x="1609725" y="3657600"/>
            <a:ext cx="0" cy="1143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60" name="Text Box 8"/>
          <p:cNvSpPr txBox="1"/>
          <p:nvPr>
            <p:custDataLst>
              <p:tags r:id="rId10"/>
            </p:custDataLst>
          </p:nvPr>
        </p:nvSpPr>
        <p:spPr>
          <a:xfrm>
            <a:off x="2752725" y="25908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</a:p>
        </p:txBody>
      </p:sp>
      <p:sp>
        <p:nvSpPr>
          <p:cNvPr id="100361" name="Text Box 9"/>
          <p:cNvSpPr txBox="1"/>
          <p:nvPr>
            <p:custDataLst>
              <p:tags r:id="rId11"/>
            </p:custDataLst>
          </p:nvPr>
        </p:nvSpPr>
        <p:spPr>
          <a:xfrm>
            <a:off x="1609725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m</a:t>
            </a:r>
          </a:p>
        </p:txBody>
      </p:sp>
      <p:sp>
        <p:nvSpPr>
          <p:cNvPr id="100362" name="Line 10"/>
          <p:cNvSpPr/>
          <p:nvPr>
            <p:custDataLst>
              <p:tags r:id="rId12"/>
            </p:custDataLst>
          </p:nvPr>
        </p:nvSpPr>
        <p:spPr>
          <a:xfrm>
            <a:off x="1609725" y="3657600"/>
            <a:ext cx="3048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63" name="Line 11"/>
          <p:cNvSpPr/>
          <p:nvPr>
            <p:custDataLst>
              <p:tags r:id="rId13"/>
            </p:custDataLst>
          </p:nvPr>
        </p:nvSpPr>
        <p:spPr>
          <a:xfrm>
            <a:off x="3667125" y="3657600"/>
            <a:ext cx="304800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64" name="Text Box 12"/>
          <p:cNvSpPr txBox="1"/>
          <p:nvPr>
            <p:custDataLst>
              <p:tags r:id="rId14"/>
            </p:custDataLst>
          </p:nvPr>
        </p:nvSpPr>
        <p:spPr>
          <a:xfrm>
            <a:off x="3362325" y="4791075"/>
            <a:ext cx="1295400" cy="5219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参考书</a:t>
            </a:r>
          </a:p>
        </p:txBody>
      </p:sp>
      <p:sp>
        <p:nvSpPr>
          <p:cNvPr id="100365" name="Line 13"/>
          <p:cNvSpPr/>
          <p:nvPr>
            <p:custDataLst>
              <p:tags r:id="rId15"/>
            </p:custDataLst>
          </p:nvPr>
        </p:nvSpPr>
        <p:spPr>
          <a:xfrm>
            <a:off x="3971925" y="3657600"/>
            <a:ext cx="0" cy="114300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0366" name="Text Box 14"/>
          <p:cNvSpPr txBox="1"/>
          <p:nvPr>
            <p:custDataLst>
              <p:tags r:id="rId16"/>
            </p:custDataLst>
          </p:nvPr>
        </p:nvSpPr>
        <p:spPr>
          <a:xfrm>
            <a:off x="3971925" y="3810000"/>
            <a:ext cx="38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n</a:t>
            </a:r>
          </a:p>
        </p:txBody>
      </p:sp>
      <p:sp>
        <p:nvSpPr>
          <p:cNvPr id="100367" name="Text Box 15"/>
          <p:cNvSpPr txBox="1"/>
          <p:nvPr>
            <p:custDataLst>
              <p:tags r:id="rId17"/>
            </p:custDataLst>
          </p:nvPr>
        </p:nvSpPr>
        <p:spPr>
          <a:xfrm>
            <a:off x="5267325" y="2491541"/>
            <a:ext cx="3557340" cy="332398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一门课程可以由若干教师讲授，一个教师只讲授一门课程；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一门课程可以使用多种参考书，每一本参考书只供一门课程使用</a:t>
            </a:r>
          </a:p>
        </p:txBody>
      </p:sp>
      <p:sp>
        <p:nvSpPr>
          <p:cNvPr id="85008" name="Rectangle 16"/>
          <p:cNvSpPr>
            <a:spLocks noChangeArrowheads="1"/>
          </p:cNvSpPr>
          <p:nvPr/>
        </p:nvSpPr>
        <p:spPr bwMode="auto">
          <a:xfrm>
            <a:off x="838200" y="605473"/>
            <a:ext cx="8162925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楷体" panose="02010609060101010101" charset="-122"/>
                <a:cs typeface="+mn-cs"/>
              </a:rPr>
              <a:t>多个实体集之间的联系</a:t>
            </a:r>
          </a:p>
        </p:txBody>
      </p:sp>
      <p:sp>
        <p:nvSpPr>
          <p:cNvPr id="2" name="Text Box 27">
            <a:extLst>
              <a:ext uri="{FF2B5EF4-FFF2-40B4-BE49-F238E27FC236}">
                <a16:creationId xmlns:a16="http://schemas.microsoft.com/office/drawing/2014/main" id="{0349D168-1E4F-69E3-BA6B-80BF9433968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4352925" y="1771451"/>
            <a:ext cx="4038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什么含义？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6" r:link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8" r:link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40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609600"/>
            <a:ext cx="7772400" cy="587375"/>
          </a:xfr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hangingPunct="1">
              <a:buClrTx/>
              <a:buSzTx/>
              <a:buFontTx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E-</a:t>
            </a:r>
            <a:r>
              <a:rPr lang="en-US" altLang="zh-CN" sz="4000" b="1" noProof="0" dirty="0" err="1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R图</a:t>
            </a: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  <a:t>例</a:t>
            </a:r>
            <a:br>
              <a:rPr lang="en-US" altLang="zh-CN" sz="4000" b="1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汉仪旗黑-85S" charset="0"/>
                <a:sym typeface="+mn-ea"/>
              </a:rPr>
            </a:b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uLnTx/>
              <a:uFillTx/>
              <a:latin typeface="Times New Roman" panose="02020603050405020304" pitchFamily="18" charset="0"/>
              <a:ea typeface="楷体" panose="02010609060101010101" charset="-122"/>
              <a:cs typeface="汉仪旗黑-85S" charset="0"/>
              <a:sym typeface="+mn-ea"/>
            </a:endParaRPr>
          </a:p>
        </p:txBody>
      </p:sp>
      <p:sp>
        <p:nvSpPr>
          <p:cNvPr id="102405" name="Text Box 4"/>
          <p:cNvSpPr txBox="1"/>
          <p:nvPr>
            <p:custDataLst>
              <p:tags r:id="rId4"/>
            </p:custDataLst>
          </p:nvPr>
        </p:nvSpPr>
        <p:spPr>
          <a:xfrm>
            <a:off x="1806575" y="3141663"/>
            <a:ext cx="1081088" cy="460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图书</a:t>
            </a:r>
          </a:p>
        </p:txBody>
      </p:sp>
      <p:sp>
        <p:nvSpPr>
          <p:cNvPr id="102406" name="Text Box 5"/>
          <p:cNvSpPr txBox="1"/>
          <p:nvPr>
            <p:custDataLst>
              <p:tags r:id="rId5"/>
            </p:custDataLst>
          </p:nvPr>
        </p:nvSpPr>
        <p:spPr>
          <a:xfrm>
            <a:off x="6227763" y="3141663"/>
            <a:ext cx="1081087" cy="460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作者</a:t>
            </a:r>
          </a:p>
        </p:txBody>
      </p:sp>
      <p:sp>
        <p:nvSpPr>
          <p:cNvPr id="102407" name="AutoShape 6"/>
          <p:cNvSpPr/>
          <p:nvPr>
            <p:custDataLst>
              <p:tags r:id="rId6"/>
            </p:custDataLst>
          </p:nvPr>
        </p:nvSpPr>
        <p:spPr>
          <a:xfrm>
            <a:off x="3924300" y="3068638"/>
            <a:ext cx="1295400" cy="719137"/>
          </a:xfrm>
          <a:prstGeom prst="flowChartDecision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08" name="Text Box 7"/>
          <p:cNvSpPr txBox="1"/>
          <p:nvPr>
            <p:custDataLst>
              <p:tags r:id="rId7"/>
            </p:custDataLst>
          </p:nvPr>
        </p:nvSpPr>
        <p:spPr>
          <a:xfrm>
            <a:off x="4140200" y="3211513"/>
            <a:ext cx="863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写作</a:t>
            </a:r>
          </a:p>
        </p:txBody>
      </p:sp>
      <p:sp>
        <p:nvSpPr>
          <p:cNvPr id="102409" name="Line 8"/>
          <p:cNvSpPr/>
          <p:nvPr>
            <p:custDataLst>
              <p:tags r:id="rId8"/>
            </p:custDataLst>
          </p:nvPr>
        </p:nvSpPr>
        <p:spPr>
          <a:xfrm>
            <a:off x="2916238" y="3414713"/>
            <a:ext cx="1008062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10" name="Line 9"/>
          <p:cNvSpPr/>
          <p:nvPr>
            <p:custDataLst>
              <p:tags r:id="rId9"/>
            </p:custDataLst>
          </p:nvPr>
        </p:nvSpPr>
        <p:spPr>
          <a:xfrm>
            <a:off x="5219700" y="3414713"/>
            <a:ext cx="1008063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11" name="Oval 10"/>
          <p:cNvSpPr/>
          <p:nvPr>
            <p:custDataLst>
              <p:tags r:id="rId10"/>
            </p:custDataLst>
          </p:nvPr>
        </p:nvSpPr>
        <p:spPr>
          <a:xfrm>
            <a:off x="3708400" y="1917700"/>
            <a:ext cx="1655763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12" name="Text Box 11"/>
          <p:cNvSpPr txBox="1"/>
          <p:nvPr>
            <p:custDataLst>
              <p:tags r:id="rId11"/>
            </p:custDataLst>
          </p:nvPr>
        </p:nvSpPr>
        <p:spPr>
          <a:xfrm>
            <a:off x="3924300" y="1989138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定稿时间</a:t>
            </a:r>
          </a:p>
        </p:txBody>
      </p:sp>
      <p:sp>
        <p:nvSpPr>
          <p:cNvPr id="102413" name="Oval 13"/>
          <p:cNvSpPr/>
          <p:nvPr>
            <p:custDataLst>
              <p:tags r:id="rId12"/>
            </p:custDataLst>
          </p:nvPr>
        </p:nvSpPr>
        <p:spPr>
          <a:xfrm>
            <a:off x="179512" y="2205038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14" name="Text Box 14"/>
          <p:cNvSpPr txBox="1"/>
          <p:nvPr>
            <p:custDataLst>
              <p:tags r:id="rId13"/>
            </p:custDataLst>
          </p:nvPr>
        </p:nvSpPr>
        <p:spPr>
          <a:xfrm>
            <a:off x="250825" y="2276475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书名</a:t>
            </a:r>
          </a:p>
        </p:txBody>
      </p:sp>
      <p:sp>
        <p:nvSpPr>
          <p:cNvPr id="102415" name="Oval 15"/>
          <p:cNvSpPr/>
          <p:nvPr>
            <p:custDataLst>
              <p:tags r:id="rId14"/>
            </p:custDataLst>
          </p:nvPr>
        </p:nvSpPr>
        <p:spPr>
          <a:xfrm>
            <a:off x="1042988" y="1485900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16" name="Text Box 16"/>
          <p:cNvSpPr txBox="1"/>
          <p:nvPr>
            <p:custDataLst>
              <p:tags r:id="rId15"/>
            </p:custDataLst>
          </p:nvPr>
        </p:nvSpPr>
        <p:spPr>
          <a:xfrm>
            <a:off x="1042988" y="1557338"/>
            <a:ext cx="1081087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ISBN</a:t>
            </a:r>
          </a:p>
        </p:txBody>
      </p:sp>
      <p:sp>
        <p:nvSpPr>
          <p:cNvPr id="102417" name="Oval 17"/>
          <p:cNvSpPr/>
          <p:nvPr>
            <p:custDataLst>
              <p:tags r:id="rId16"/>
            </p:custDataLst>
          </p:nvPr>
        </p:nvSpPr>
        <p:spPr>
          <a:xfrm>
            <a:off x="2411413" y="1773238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18" name="Text Box 18"/>
          <p:cNvSpPr txBox="1"/>
          <p:nvPr>
            <p:custDataLst>
              <p:tags r:id="rId17"/>
            </p:custDataLst>
          </p:nvPr>
        </p:nvSpPr>
        <p:spPr>
          <a:xfrm>
            <a:off x="2411413" y="1844675"/>
            <a:ext cx="1081087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页数</a:t>
            </a:r>
          </a:p>
        </p:txBody>
      </p:sp>
      <p:sp>
        <p:nvSpPr>
          <p:cNvPr id="102419" name="Oval 19"/>
          <p:cNvSpPr/>
          <p:nvPr>
            <p:custDataLst>
              <p:tags r:id="rId18"/>
            </p:custDataLst>
          </p:nvPr>
        </p:nvSpPr>
        <p:spPr>
          <a:xfrm>
            <a:off x="179512" y="3286125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0" name="Text Box 20"/>
          <p:cNvSpPr txBox="1"/>
          <p:nvPr>
            <p:custDataLst>
              <p:tags r:id="rId19"/>
            </p:custDataLst>
          </p:nvPr>
        </p:nvSpPr>
        <p:spPr>
          <a:xfrm>
            <a:off x="250825" y="3357563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类别</a:t>
            </a:r>
          </a:p>
        </p:txBody>
      </p:sp>
      <p:sp>
        <p:nvSpPr>
          <p:cNvPr id="102421" name="Oval 21"/>
          <p:cNvSpPr/>
          <p:nvPr>
            <p:custDataLst>
              <p:tags r:id="rId20"/>
            </p:custDataLst>
          </p:nvPr>
        </p:nvSpPr>
        <p:spPr>
          <a:xfrm>
            <a:off x="755650" y="4365476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2" name="Text Box 22"/>
          <p:cNvSpPr txBox="1"/>
          <p:nvPr>
            <p:custDataLst>
              <p:tags r:id="rId21"/>
            </p:custDataLst>
          </p:nvPr>
        </p:nvSpPr>
        <p:spPr>
          <a:xfrm>
            <a:off x="755650" y="4480793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出版社</a:t>
            </a:r>
          </a:p>
        </p:txBody>
      </p:sp>
      <p:sp>
        <p:nvSpPr>
          <p:cNvPr id="102423" name="Oval 23"/>
          <p:cNvSpPr/>
          <p:nvPr>
            <p:custDataLst>
              <p:tags r:id="rId22"/>
            </p:custDataLst>
          </p:nvPr>
        </p:nvSpPr>
        <p:spPr>
          <a:xfrm>
            <a:off x="2339975" y="4437484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4" name="Text Box 24"/>
          <p:cNvSpPr txBox="1"/>
          <p:nvPr>
            <p:custDataLst>
              <p:tags r:id="rId23"/>
            </p:custDataLst>
          </p:nvPr>
        </p:nvSpPr>
        <p:spPr>
          <a:xfrm>
            <a:off x="2339975" y="4480793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价格</a:t>
            </a:r>
          </a:p>
        </p:txBody>
      </p:sp>
      <p:sp>
        <p:nvSpPr>
          <p:cNvPr id="102425" name="Oval 25"/>
          <p:cNvSpPr/>
          <p:nvPr>
            <p:custDataLst>
              <p:tags r:id="rId24"/>
            </p:custDataLst>
          </p:nvPr>
        </p:nvSpPr>
        <p:spPr>
          <a:xfrm>
            <a:off x="7667625" y="1772816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6" name="Text Box 26"/>
          <p:cNvSpPr txBox="1"/>
          <p:nvPr>
            <p:custDataLst>
              <p:tags r:id="rId25"/>
            </p:custDataLst>
          </p:nvPr>
        </p:nvSpPr>
        <p:spPr>
          <a:xfrm>
            <a:off x="7667625" y="1916113"/>
            <a:ext cx="1081088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单位</a:t>
            </a:r>
          </a:p>
        </p:txBody>
      </p:sp>
      <p:sp>
        <p:nvSpPr>
          <p:cNvPr id="102427" name="Oval 27"/>
          <p:cNvSpPr/>
          <p:nvPr>
            <p:custDataLst>
              <p:tags r:id="rId26"/>
            </p:custDataLst>
          </p:nvPr>
        </p:nvSpPr>
        <p:spPr>
          <a:xfrm>
            <a:off x="5795963" y="1628775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8" name="Text Box 28"/>
          <p:cNvSpPr txBox="1"/>
          <p:nvPr>
            <p:custDataLst>
              <p:tags r:id="rId27"/>
            </p:custDataLst>
          </p:nvPr>
        </p:nvSpPr>
        <p:spPr>
          <a:xfrm>
            <a:off x="5795963" y="1700213"/>
            <a:ext cx="1081087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姓名</a:t>
            </a:r>
          </a:p>
        </p:txBody>
      </p:sp>
      <p:sp>
        <p:nvSpPr>
          <p:cNvPr id="102429" name="Oval 31"/>
          <p:cNvSpPr/>
          <p:nvPr>
            <p:custDataLst>
              <p:tags r:id="rId28"/>
            </p:custDataLst>
          </p:nvPr>
        </p:nvSpPr>
        <p:spPr>
          <a:xfrm>
            <a:off x="7812088" y="3070225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30" name="Text Box 32"/>
          <p:cNvSpPr txBox="1"/>
          <p:nvPr>
            <p:custDataLst>
              <p:tags r:id="rId29"/>
            </p:custDataLst>
          </p:nvPr>
        </p:nvSpPr>
        <p:spPr>
          <a:xfrm>
            <a:off x="7812088" y="3141663"/>
            <a:ext cx="1081087" cy="4603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职称</a:t>
            </a:r>
          </a:p>
        </p:txBody>
      </p:sp>
      <p:sp>
        <p:nvSpPr>
          <p:cNvPr id="102431" name="Line 33"/>
          <p:cNvSpPr/>
          <p:nvPr>
            <p:custDataLst>
              <p:tags r:id="rId30"/>
            </p:custDataLst>
          </p:nvPr>
        </p:nvSpPr>
        <p:spPr>
          <a:xfrm>
            <a:off x="1259434" y="2708276"/>
            <a:ext cx="518566" cy="43338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2" name="Line 34"/>
          <p:cNvSpPr/>
          <p:nvPr>
            <p:custDataLst>
              <p:tags r:id="rId31"/>
            </p:custDataLst>
          </p:nvPr>
        </p:nvSpPr>
        <p:spPr>
          <a:xfrm>
            <a:off x="1835150" y="2133600"/>
            <a:ext cx="215900" cy="1008063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3" name="Line 35"/>
          <p:cNvSpPr/>
          <p:nvPr>
            <p:custDataLst>
              <p:tags r:id="rId32"/>
            </p:custDataLst>
          </p:nvPr>
        </p:nvSpPr>
        <p:spPr>
          <a:xfrm flipH="1">
            <a:off x="2484438" y="2420938"/>
            <a:ext cx="358775" cy="7207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4" name="Line 36"/>
          <p:cNvSpPr/>
          <p:nvPr>
            <p:custDataLst>
              <p:tags r:id="rId33"/>
            </p:custDataLst>
          </p:nvPr>
        </p:nvSpPr>
        <p:spPr>
          <a:xfrm flipH="1">
            <a:off x="1331913" y="3429000"/>
            <a:ext cx="431800" cy="714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5" name="Line 37"/>
          <p:cNvSpPr/>
          <p:nvPr>
            <p:custDataLst>
              <p:tags r:id="rId34"/>
            </p:custDataLst>
          </p:nvPr>
        </p:nvSpPr>
        <p:spPr>
          <a:xfrm flipH="1">
            <a:off x="1547664" y="3645967"/>
            <a:ext cx="431800" cy="719137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6" name="Line 38"/>
          <p:cNvSpPr/>
          <p:nvPr>
            <p:custDataLst>
              <p:tags r:id="rId35"/>
            </p:custDataLst>
          </p:nvPr>
        </p:nvSpPr>
        <p:spPr>
          <a:xfrm>
            <a:off x="2484438" y="3644950"/>
            <a:ext cx="358775" cy="792162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7" name="Line 39"/>
          <p:cNvSpPr/>
          <p:nvPr>
            <p:custDataLst>
              <p:tags r:id="rId36"/>
            </p:custDataLst>
          </p:nvPr>
        </p:nvSpPr>
        <p:spPr>
          <a:xfrm flipV="1">
            <a:off x="4572000" y="2565400"/>
            <a:ext cx="0" cy="50323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8" name="Line 40"/>
          <p:cNvSpPr/>
          <p:nvPr>
            <p:custDataLst>
              <p:tags r:id="rId37"/>
            </p:custDataLst>
          </p:nvPr>
        </p:nvSpPr>
        <p:spPr>
          <a:xfrm flipH="1" flipV="1">
            <a:off x="6443663" y="2276475"/>
            <a:ext cx="144462" cy="86518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9" name="Line 41"/>
          <p:cNvSpPr/>
          <p:nvPr>
            <p:custDataLst>
              <p:tags r:id="rId38"/>
            </p:custDataLst>
          </p:nvPr>
        </p:nvSpPr>
        <p:spPr>
          <a:xfrm flipV="1">
            <a:off x="7019925" y="2420938"/>
            <a:ext cx="1081088" cy="720725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40" name="Line 42"/>
          <p:cNvSpPr/>
          <p:nvPr>
            <p:custDataLst>
              <p:tags r:id="rId39"/>
            </p:custDataLst>
          </p:nvPr>
        </p:nvSpPr>
        <p:spPr>
          <a:xfrm>
            <a:off x="7308850" y="3429000"/>
            <a:ext cx="503238" cy="0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 Box 27">
            <a:extLst>
              <a:ext uri="{FF2B5EF4-FFF2-40B4-BE49-F238E27FC236}">
                <a16:creationId xmlns:a16="http://schemas.microsoft.com/office/drawing/2014/main" id="{1E832E89-1BFB-A166-282C-9628E3E178D7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1296194" y="5460835"/>
            <a:ext cx="4038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什么含义？</a:t>
            </a:r>
          </a:p>
        </p:txBody>
      </p:sp>
      <p:sp>
        <p:nvSpPr>
          <p:cNvPr id="3" name="Oval 27">
            <a:extLst>
              <a:ext uri="{FF2B5EF4-FFF2-40B4-BE49-F238E27FC236}">
                <a16:creationId xmlns:a16="http://schemas.microsoft.com/office/drawing/2014/main" id="{939CA8C9-08C3-610A-3623-73D2C4C028AA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6443663" y="4445591"/>
            <a:ext cx="1152525" cy="64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9B49EE14-5AAC-1FA0-C73A-48466D2E0F51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6443663" y="4517029"/>
            <a:ext cx="1081087" cy="46166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</a:rPr>
              <a:t>身份证</a:t>
            </a:r>
          </a:p>
        </p:txBody>
      </p:sp>
      <p:sp>
        <p:nvSpPr>
          <p:cNvPr id="5" name="Line 41">
            <a:extLst>
              <a:ext uri="{FF2B5EF4-FFF2-40B4-BE49-F238E27FC236}">
                <a16:creationId xmlns:a16="http://schemas.microsoft.com/office/drawing/2014/main" id="{2AD58D2C-139C-AEB9-8BBD-2683F657FF9F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6804025" y="3600447"/>
            <a:ext cx="144463" cy="866778"/>
          </a:xfrm>
          <a:prstGeom prst="line">
            <a:avLst/>
          </a:prstGeom>
          <a:ln w="9525" cap="flat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3" name="图片 2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4450" name="Text Box 2"/>
          <p:cNvSpPr txBox="1"/>
          <p:nvPr/>
        </p:nvSpPr>
        <p:spPr>
          <a:xfrm>
            <a:off x="519113" y="842963"/>
            <a:ext cx="822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构造</a:t>
            </a:r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图应注意的问题：</a:t>
            </a:r>
          </a:p>
        </p:txBody>
      </p:sp>
      <p:sp>
        <p:nvSpPr>
          <p:cNvPr id="5" name="Text Box 3"/>
          <p:cNvSpPr txBox="1"/>
          <p:nvPr/>
        </p:nvSpPr>
        <p:spPr>
          <a:xfrm>
            <a:off x="1023938" y="1792288"/>
            <a:ext cx="7508875" cy="7694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、注意标识实体属性中的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关键字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【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思考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】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：上图哪个是关键字？</a:t>
            </a:r>
          </a:p>
        </p:txBody>
      </p:sp>
      <p:sp>
        <p:nvSpPr>
          <p:cNvPr id="6" name="Text Box 4"/>
          <p:cNvSpPr txBox="1"/>
          <p:nvPr>
            <p:custDataLst>
              <p:tags r:id="rId4"/>
            </p:custDataLst>
          </p:nvPr>
        </p:nvSpPr>
        <p:spPr>
          <a:xfrm>
            <a:off x="1023937" y="2722024"/>
            <a:ext cx="7508875" cy="168424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、如果所处理的对象是一个比较大的系统，则应该先画出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各子系统的子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，然后再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合并同类实体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，消除冗余。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4B5B-4FD9-06E5-4BA0-8FDC8C8D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F2E5B84-A1FA-1D8D-331E-6BCF4D86D412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A2546DA-A3D9-8130-329B-841F81A9FE45}"/>
              </a:ext>
            </a:extLst>
          </p:cNvPr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4450" name="Text Box 2">
            <a:extLst>
              <a:ext uri="{FF2B5EF4-FFF2-40B4-BE49-F238E27FC236}">
                <a16:creationId xmlns:a16="http://schemas.microsoft.com/office/drawing/2014/main" id="{89446F25-1F9A-A0EC-C217-B6150A048CF2}"/>
              </a:ext>
            </a:extLst>
          </p:cNvPr>
          <p:cNvSpPr txBox="1"/>
          <p:nvPr/>
        </p:nvSpPr>
        <p:spPr>
          <a:xfrm>
            <a:off x="519113" y="842963"/>
            <a:ext cx="822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构造</a:t>
            </a:r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图应注意的问题：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92C6F18-8B7F-0C12-1569-56F728C056B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71600" y="1584289"/>
            <a:ext cx="7508875" cy="502567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、‌针对同一个现实世界中的业务场景或应用对象，在设计数据库概念结构时，可以构造出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多个不同的</a:t>
            </a:r>
            <a:r>
              <a:rPr lang="e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模型</a:t>
            </a:r>
            <a:r>
              <a:rPr lang="zh-CN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，且这些模型在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逻辑上都可能是正确的‌。</a:t>
            </a:r>
            <a:endParaRPr lang="en-US" altLang="zh-CN" sz="24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solidFill>
                <a:schemeClr val="dk1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例如：设计一个“学生选课系统”：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‌方案一‌：将“学生”和“课程”作为两个实体，“选课”作为连接它们的多对多关系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‌方案二‌：有人可能把“选课”也当作一个独立实体，并赋予其更多属性（如成绩、选课人数、选课时间等）。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两种方式都能正确表达业务逻辑，但</a:t>
            </a:r>
            <a:r>
              <a:rPr lang="en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图结构不同，说明‌</a:t>
            </a:r>
            <a:r>
              <a:rPr lang="en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模型不是唯一的‌。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735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5474" name="Text Box 4"/>
          <p:cNvSpPr txBox="1"/>
          <p:nvPr/>
        </p:nvSpPr>
        <p:spPr>
          <a:xfrm>
            <a:off x="900112" y="938213"/>
            <a:ext cx="7703819" cy="46166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：某公共管理学院下设四个系：行政管理系、城市管理系、土地管理系、数字公共治理系。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）每个系包括以下属性：系代号、系名称、系主任姓名、办公地点、电话。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）学院聘请了一定数量的专职教师。每位老师具有以下属性：教师编号、教师姓名、专业特长。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）学院聘请的教师分配到每个系。一个系有多名教师，一个教师只能隶属于一个系。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7522" name="Rectangle 2"/>
          <p:cNvSpPr/>
          <p:nvPr>
            <p:custDataLst>
              <p:tags r:id="rId4"/>
            </p:custDataLst>
          </p:nvPr>
        </p:nvSpPr>
        <p:spPr>
          <a:xfrm>
            <a:off x="3124200" y="5638800"/>
            <a:ext cx="13716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教师</a:t>
            </a:r>
          </a:p>
        </p:txBody>
      </p:sp>
      <p:sp>
        <p:nvSpPr>
          <p:cNvPr id="107523" name="Rectangle 3"/>
          <p:cNvSpPr/>
          <p:nvPr>
            <p:custDataLst>
              <p:tags r:id="rId5"/>
            </p:custDataLst>
          </p:nvPr>
        </p:nvSpPr>
        <p:spPr>
          <a:xfrm>
            <a:off x="3124200" y="2819400"/>
            <a:ext cx="12192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系</a:t>
            </a:r>
          </a:p>
        </p:txBody>
      </p:sp>
      <p:sp>
        <p:nvSpPr>
          <p:cNvPr id="107524" name="AutoShape 4"/>
          <p:cNvSpPr/>
          <p:nvPr>
            <p:custDataLst>
              <p:tags r:id="rId6"/>
            </p:custDataLst>
          </p:nvPr>
        </p:nvSpPr>
        <p:spPr>
          <a:xfrm>
            <a:off x="7239000" y="3505200"/>
            <a:ext cx="914400" cy="609600"/>
          </a:xfrm>
          <a:prstGeom prst="flowChartDecisio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工作</a:t>
            </a:r>
          </a:p>
        </p:txBody>
      </p:sp>
      <p:sp>
        <p:nvSpPr>
          <p:cNvPr id="107525" name="Oval 5"/>
          <p:cNvSpPr/>
          <p:nvPr>
            <p:custDataLst>
              <p:tags r:id="rId7"/>
            </p:custDataLst>
          </p:nvPr>
        </p:nvSpPr>
        <p:spPr>
          <a:xfrm>
            <a:off x="6096000" y="1524000"/>
            <a:ext cx="8382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电话</a:t>
            </a:r>
          </a:p>
        </p:txBody>
      </p:sp>
      <p:sp>
        <p:nvSpPr>
          <p:cNvPr id="107526" name="Oval 6"/>
          <p:cNvSpPr/>
          <p:nvPr>
            <p:custDataLst>
              <p:tags r:id="rId8"/>
            </p:custDataLst>
          </p:nvPr>
        </p:nvSpPr>
        <p:spPr>
          <a:xfrm>
            <a:off x="540068" y="1524000"/>
            <a:ext cx="1212532" cy="5715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系代号*</a:t>
            </a:r>
          </a:p>
        </p:txBody>
      </p:sp>
      <p:sp>
        <p:nvSpPr>
          <p:cNvPr id="107527" name="Oval 7"/>
          <p:cNvSpPr/>
          <p:nvPr>
            <p:custDataLst>
              <p:tags r:id="rId9"/>
            </p:custDataLst>
          </p:nvPr>
        </p:nvSpPr>
        <p:spPr>
          <a:xfrm>
            <a:off x="4495800" y="1524000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办公地点</a:t>
            </a:r>
          </a:p>
        </p:txBody>
      </p:sp>
      <p:sp>
        <p:nvSpPr>
          <p:cNvPr id="107528" name="Rectangle 8"/>
          <p:cNvSpPr/>
          <p:nvPr/>
        </p:nvSpPr>
        <p:spPr>
          <a:xfrm>
            <a:off x="990600" y="529273"/>
            <a:ext cx="5953125" cy="583565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公共管理学院教师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</a:t>
            </a:r>
          </a:p>
        </p:txBody>
      </p:sp>
      <p:sp>
        <p:nvSpPr>
          <p:cNvPr id="107529" name="Oval 9"/>
          <p:cNvSpPr/>
          <p:nvPr>
            <p:custDataLst>
              <p:tags r:id="rId10"/>
            </p:custDataLst>
          </p:nvPr>
        </p:nvSpPr>
        <p:spPr>
          <a:xfrm>
            <a:off x="3276600" y="1524000"/>
            <a:ext cx="990600" cy="5715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系主任</a:t>
            </a:r>
          </a:p>
        </p:txBody>
      </p:sp>
      <p:sp>
        <p:nvSpPr>
          <p:cNvPr id="107531" name="Oval 11"/>
          <p:cNvSpPr/>
          <p:nvPr>
            <p:custDataLst>
              <p:tags r:id="rId11"/>
            </p:custDataLst>
          </p:nvPr>
        </p:nvSpPr>
        <p:spPr>
          <a:xfrm>
            <a:off x="1981200" y="1562100"/>
            <a:ext cx="990600" cy="5715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系名称</a:t>
            </a:r>
          </a:p>
        </p:txBody>
      </p:sp>
      <p:sp>
        <p:nvSpPr>
          <p:cNvPr id="107532" name="Line 12"/>
          <p:cNvSpPr/>
          <p:nvPr>
            <p:custDataLst>
              <p:tags r:id="rId12"/>
            </p:custDataLst>
          </p:nvPr>
        </p:nvSpPr>
        <p:spPr>
          <a:xfrm>
            <a:off x="1295400" y="2057400"/>
            <a:ext cx="2514600" cy="76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3" name="Line 13"/>
          <p:cNvSpPr/>
          <p:nvPr>
            <p:custDataLst>
              <p:tags r:id="rId13"/>
            </p:custDataLst>
          </p:nvPr>
        </p:nvSpPr>
        <p:spPr>
          <a:xfrm>
            <a:off x="3810000" y="2133600"/>
            <a:ext cx="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4" name="Line 14"/>
          <p:cNvSpPr/>
          <p:nvPr>
            <p:custDataLst>
              <p:tags r:id="rId14"/>
            </p:custDataLst>
          </p:nvPr>
        </p:nvSpPr>
        <p:spPr>
          <a:xfrm>
            <a:off x="2514600" y="2133600"/>
            <a:ext cx="129540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5" name="Line 15"/>
          <p:cNvSpPr/>
          <p:nvPr>
            <p:custDataLst>
              <p:tags r:id="rId15"/>
            </p:custDataLst>
          </p:nvPr>
        </p:nvSpPr>
        <p:spPr>
          <a:xfrm flipH="1">
            <a:off x="3810000" y="2057400"/>
            <a:ext cx="1447800" cy="76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6" name="Line 16"/>
          <p:cNvSpPr/>
          <p:nvPr>
            <p:custDataLst>
              <p:tags r:id="rId16"/>
            </p:custDataLst>
          </p:nvPr>
        </p:nvSpPr>
        <p:spPr>
          <a:xfrm flipH="1">
            <a:off x="3810000" y="2057400"/>
            <a:ext cx="2743200" cy="76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37" name="Oval 17"/>
          <p:cNvSpPr/>
          <p:nvPr>
            <p:custDataLst>
              <p:tags r:id="rId17"/>
            </p:custDataLst>
          </p:nvPr>
        </p:nvSpPr>
        <p:spPr>
          <a:xfrm>
            <a:off x="2268538" y="4292600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姓名</a:t>
            </a:r>
          </a:p>
        </p:txBody>
      </p:sp>
      <p:sp>
        <p:nvSpPr>
          <p:cNvPr id="107538" name="Oval 18"/>
          <p:cNvSpPr/>
          <p:nvPr>
            <p:custDataLst>
              <p:tags r:id="rId18"/>
            </p:custDataLst>
          </p:nvPr>
        </p:nvSpPr>
        <p:spPr>
          <a:xfrm>
            <a:off x="900113" y="5013325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编号*</a:t>
            </a:r>
          </a:p>
        </p:txBody>
      </p:sp>
      <p:sp>
        <p:nvSpPr>
          <p:cNvPr id="107539" name="Oval 19"/>
          <p:cNvSpPr/>
          <p:nvPr>
            <p:custDataLst>
              <p:tags r:id="rId19"/>
            </p:custDataLst>
          </p:nvPr>
        </p:nvSpPr>
        <p:spPr>
          <a:xfrm>
            <a:off x="4284663" y="4221163"/>
            <a:ext cx="1295400" cy="5334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专业特长</a:t>
            </a:r>
          </a:p>
        </p:txBody>
      </p:sp>
      <p:sp>
        <p:nvSpPr>
          <p:cNvPr id="107540" name="Line 20"/>
          <p:cNvSpPr/>
          <p:nvPr>
            <p:custDataLst>
              <p:tags r:id="rId20"/>
            </p:custDataLst>
          </p:nvPr>
        </p:nvSpPr>
        <p:spPr>
          <a:xfrm>
            <a:off x="2987675" y="4868863"/>
            <a:ext cx="822325" cy="76993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1" name="Line 21"/>
          <p:cNvSpPr/>
          <p:nvPr>
            <p:custDataLst>
              <p:tags r:id="rId21"/>
            </p:custDataLst>
          </p:nvPr>
        </p:nvSpPr>
        <p:spPr>
          <a:xfrm flipH="1">
            <a:off x="3810000" y="4724400"/>
            <a:ext cx="1266825" cy="9144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2" name="Line 22"/>
          <p:cNvSpPr/>
          <p:nvPr>
            <p:custDataLst>
              <p:tags r:id="rId22"/>
            </p:custDataLst>
          </p:nvPr>
        </p:nvSpPr>
        <p:spPr>
          <a:xfrm>
            <a:off x="2124075" y="5373688"/>
            <a:ext cx="1655763" cy="28733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3" name="Rectangle 23"/>
          <p:cNvSpPr/>
          <p:nvPr>
            <p:custDataLst>
              <p:tags r:id="rId23"/>
            </p:custDataLst>
          </p:nvPr>
        </p:nvSpPr>
        <p:spPr>
          <a:xfrm>
            <a:off x="7086600" y="2286000"/>
            <a:ext cx="12192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系</a:t>
            </a:r>
          </a:p>
        </p:txBody>
      </p:sp>
      <p:sp>
        <p:nvSpPr>
          <p:cNvPr id="107544" name="Rectangle 24"/>
          <p:cNvSpPr/>
          <p:nvPr>
            <p:custDataLst>
              <p:tags r:id="rId24"/>
            </p:custDataLst>
          </p:nvPr>
        </p:nvSpPr>
        <p:spPr>
          <a:xfrm>
            <a:off x="7010400" y="4800600"/>
            <a:ext cx="1371600" cy="53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教师</a:t>
            </a:r>
          </a:p>
        </p:txBody>
      </p:sp>
      <p:sp>
        <p:nvSpPr>
          <p:cNvPr id="107545" name="Line 25"/>
          <p:cNvSpPr/>
          <p:nvPr>
            <p:custDataLst>
              <p:tags r:id="rId25"/>
            </p:custDataLst>
          </p:nvPr>
        </p:nvSpPr>
        <p:spPr>
          <a:xfrm>
            <a:off x="7696200" y="2819400"/>
            <a:ext cx="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6" name="Line 26"/>
          <p:cNvSpPr/>
          <p:nvPr>
            <p:custDataLst>
              <p:tags r:id="rId26"/>
            </p:custDataLst>
          </p:nvPr>
        </p:nvSpPr>
        <p:spPr>
          <a:xfrm>
            <a:off x="7696200" y="4114800"/>
            <a:ext cx="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7547" name="Text Box 27"/>
          <p:cNvSpPr txBox="1"/>
          <p:nvPr>
            <p:custDataLst>
              <p:tags r:id="rId27"/>
            </p:custDataLst>
          </p:nvPr>
        </p:nvSpPr>
        <p:spPr>
          <a:xfrm>
            <a:off x="7772400" y="3048000"/>
            <a:ext cx="609600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</a:p>
        </p:txBody>
      </p:sp>
      <p:sp>
        <p:nvSpPr>
          <p:cNvPr id="107548" name="Text Box 28"/>
          <p:cNvSpPr txBox="1"/>
          <p:nvPr>
            <p:custDataLst>
              <p:tags r:id="rId28"/>
            </p:custDataLst>
          </p:nvPr>
        </p:nvSpPr>
        <p:spPr>
          <a:xfrm>
            <a:off x="7772400" y="4267200"/>
            <a:ext cx="609600" cy="460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KaiTi" panose="02010609060101010101" pitchFamily="49" charset="-122"/>
                <a:ea typeface="KaiTi" panose="02010609060101010101" pitchFamily="49" charset="-122"/>
              </a:rPr>
              <a:t>n</a:t>
            </a: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9570" name="Text Box 2"/>
          <p:cNvSpPr txBox="1"/>
          <p:nvPr>
            <p:custDataLst>
              <p:tags r:id="rId4"/>
            </p:custDataLst>
          </p:nvPr>
        </p:nvSpPr>
        <p:spPr>
          <a:xfrm>
            <a:off x="483518" y="548680"/>
            <a:ext cx="8264946" cy="57861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例：某公共管理学院下设四个系：行政管理系、城市管理系、土地管理系、电子政务系。（练习）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）每个系包括以下属性：系代号、系名称、系主任姓名、办公地点、电话。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）学院聘请了一定数量的专职教师。每位老师具有以下属性：教师编号、教师姓名、专业特长。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）学院聘请的教师分配到每个系。一个系有多名教师，一个教师只能隶属于一个系。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）学院的每个学生包含如下属性：学号、姓名、性别、年龄。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）学院设置了多门课程。每门课程包括如下属性：课程号、课程名、学分。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）一名教师可以上多门课程，一名课程可以由多名教师讲授。教师完成授课后，将被学生和学院共同评估。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）学生根据专业要求，每年选修多门课程，学生必须参加考试，获得成绩。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40" r:link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42" r:link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5474" name="Text Box 4"/>
          <p:cNvSpPr txBox="1"/>
          <p:nvPr/>
        </p:nvSpPr>
        <p:spPr>
          <a:xfrm>
            <a:off x="0" y="517803"/>
            <a:ext cx="4158088" cy="6632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：某公共管理学院下设四个系：行政管理系、城市管理系、土地管理系、电子政务系。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）每个系包括以下属性：系代号、系名称、系主任姓名、办公地点、电话。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）学院聘请了一定数量的专职教师。每位老师具有以下属性：教师编号、教师姓名、专业特长。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）学院聘请的教师分配到每个系。一个系有多名教师，一个教师只能隶属于一个系。</a:t>
            </a:r>
            <a:endParaRPr lang="en-US" altLang="zh-CN" sz="17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）学院的每个学生包含如下属性：学号、姓名、性别、年龄。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5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）学院设置了多门课程。每门课程包括如下属性：课程号、课程名、学分。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）一名教师可以上多门课程，一名课程可以由多名教师讲授。教师完成授课后，将被学生和学院共同评估。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7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）学生根据专业要求，每年选修多门课程，学生必须参加考试，获得成绩。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7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3DEF8A2-BCE9-4CA4-A029-5E6E21D919B0}"/>
              </a:ext>
            </a:extLst>
          </p:cNvPr>
          <p:cNvGrpSpPr/>
          <p:nvPr/>
        </p:nvGrpSpPr>
        <p:grpSpPr>
          <a:xfrm>
            <a:off x="4849052" y="3537658"/>
            <a:ext cx="3235949" cy="1305926"/>
            <a:chOff x="1617270" y="1832596"/>
            <a:chExt cx="3647802" cy="1403460"/>
          </a:xfrm>
        </p:grpSpPr>
        <p:sp>
          <p:nvSpPr>
            <p:cNvPr id="34" name="Rectangle 3">
              <a:extLst>
                <a:ext uri="{FF2B5EF4-FFF2-40B4-BE49-F238E27FC236}">
                  <a16:creationId xmlns:a16="http://schemas.microsoft.com/office/drawing/2014/main" id="{14578CAC-B5A7-43C6-9982-CFAE58C8FD39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3261178" y="2800469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学生</a:t>
              </a:r>
            </a:p>
          </p:txBody>
        </p:sp>
        <p:sp>
          <p:nvSpPr>
            <p:cNvPr id="35" name="Oval 6">
              <a:extLst>
                <a:ext uri="{FF2B5EF4-FFF2-40B4-BE49-F238E27FC236}">
                  <a16:creationId xmlns:a16="http://schemas.microsoft.com/office/drawing/2014/main" id="{E13811B6-C18E-4FAE-8202-D5F3183DE0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617270" y="1883143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学号*</a:t>
              </a:r>
            </a:p>
          </p:txBody>
        </p:sp>
        <p:sp>
          <p:nvSpPr>
            <p:cNvPr id="36" name="Oval 7">
              <a:extLst>
                <a:ext uri="{FF2B5EF4-FFF2-40B4-BE49-F238E27FC236}">
                  <a16:creationId xmlns:a16="http://schemas.microsoft.com/office/drawing/2014/main" id="{6CD97A81-8342-4A58-9FB4-401BD6279FA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276838" y="1853062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年龄</a:t>
              </a:r>
            </a:p>
          </p:txBody>
        </p:sp>
        <p:sp>
          <p:nvSpPr>
            <p:cNvPr id="37" name="Oval 9">
              <a:extLst>
                <a:ext uri="{FF2B5EF4-FFF2-40B4-BE49-F238E27FC236}">
                  <a16:creationId xmlns:a16="http://schemas.microsoft.com/office/drawing/2014/main" id="{E999DED7-27D5-48A9-A163-C8D48D5C1A8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3446751" y="183259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性别</a:t>
              </a:r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3147E8E6-EC7A-465B-AEAF-B1138A17F81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2616664" y="1842704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姓名</a:t>
              </a:r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id="{79C96106-0626-41BC-AD70-BF577D6B48A6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2249285" y="2319512"/>
              <a:ext cx="1560714" cy="49988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0" name="Line 13">
              <a:extLst>
                <a:ext uri="{FF2B5EF4-FFF2-40B4-BE49-F238E27FC236}">
                  <a16:creationId xmlns:a16="http://schemas.microsoft.com/office/drawing/2014/main" id="{C09174C8-F239-4D5B-9E6C-9416C90ADF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3810000" y="2259360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1" name="Line 14">
              <a:extLst>
                <a:ext uri="{FF2B5EF4-FFF2-40B4-BE49-F238E27FC236}">
                  <a16:creationId xmlns:a16="http://schemas.microsoft.com/office/drawing/2014/main" id="{1760E28C-DE59-4593-BF31-6CBB67808623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3092180" y="2309404"/>
              <a:ext cx="717820" cy="50999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2" name="Line 15">
              <a:extLst>
                <a:ext uri="{FF2B5EF4-FFF2-40B4-BE49-F238E27FC236}">
                  <a16:creationId xmlns:a16="http://schemas.microsoft.com/office/drawing/2014/main" id="{677DDAF5-F3C4-4503-A5C9-BC1CC8824B9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 flipH="1">
              <a:off x="3829673" y="2288649"/>
              <a:ext cx="755708" cy="54611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F986F2F-8E51-4A57-9B24-7252025E54DC}"/>
              </a:ext>
            </a:extLst>
          </p:cNvPr>
          <p:cNvGrpSpPr/>
          <p:nvPr/>
        </p:nvGrpSpPr>
        <p:grpSpPr>
          <a:xfrm>
            <a:off x="5132550" y="5019909"/>
            <a:ext cx="2926558" cy="1113455"/>
            <a:chOff x="1689569" y="4086758"/>
            <a:chExt cx="3299033" cy="1196614"/>
          </a:xfrm>
        </p:grpSpPr>
        <p:sp>
          <p:nvSpPr>
            <p:cNvPr id="44" name="Rectangle 2">
              <a:extLst>
                <a:ext uri="{FF2B5EF4-FFF2-40B4-BE49-F238E27FC236}">
                  <a16:creationId xmlns:a16="http://schemas.microsoft.com/office/drawing/2014/main" id="{752AF297-500A-4528-8EED-EE326A80348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2919368" y="4847785"/>
              <a:ext cx="1046366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课程</a:t>
              </a:r>
            </a:p>
          </p:txBody>
        </p:sp>
        <p:sp>
          <p:nvSpPr>
            <p:cNvPr id="45" name="Oval 17">
              <a:extLst>
                <a:ext uri="{FF2B5EF4-FFF2-40B4-BE49-F238E27FC236}">
                  <a16:creationId xmlns:a16="http://schemas.microsoft.com/office/drawing/2014/main" id="{5937F956-9F14-4447-95BB-378F676B52E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2838136" y="4086759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课程名</a:t>
              </a:r>
            </a:p>
          </p:txBody>
        </p:sp>
        <p:sp>
          <p:nvSpPr>
            <p:cNvPr id="46" name="Oval 18">
              <a:extLst>
                <a:ext uri="{FF2B5EF4-FFF2-40B4-BE49-F238E27FC236}">
                  <a16:creationId xmlns:a16="http://schemas.microsoft.com/office/drawing/2014/main" id="{B5C93319-90AA-471D-8D47-8F6C4CE524F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689569" y="413151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课程号*</a:t>
              </a:r>
            </a:p>
          </p:txBody>
        </p:sp>
        <p:sp>
          <p:nvSpPr>
            <p:cNvPr id="47" name="Oval 19">
              <a:extLst>
                <a:ext uri="{FF2B5EF4-FFF2-40B4-BE49-F238E27FC236}">
                  <a16:creationId xmlns:a16="http://schemas.microsoft.com/office/drawing/2014/main" id="{B42952D8-CFE9-4523-A906-8FF738A58CE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000368" y="408675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学分</a:t>
              </a:r>
            </a:p>
          </p:txBody>
        </p:sp>
        <p:sp>
          <p:nvSpPr>
            <p:cNvPr id="48" name="Line 20">
              <a:extLst>
                <a:ext uri="{FF2B5EF4-FFF2-40B4-BE49-F238E27FC236}">
                  <a16:creationId xmlns:a16="http://schemas.microsoft.com/office/drawing/2014/main" id="{31CA835C-1E72-4C82-A297-80994BC2D58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3423770" y="4522345"/>
              <a:ext cx="46196" cy="3254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9" name="Line 21">
              <a:extLst>
                <a:ext uri="{FF2B5EF4-FFF2-40B4-BE49-F238E27FC236}">
                  <a16:creationId xmlns:a16="http://schemas.microsoft.com/office/drawing/2014/main" id="{3B9210D5-1D36-4783-A701-4C9AC86423E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flipH="1">
              <a:off x="3469966" y="4498385"/>
              <a:ext cx="847592" cy="3733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50" name="Line 22">
              <a:extLst>
                <a:ext uri="{FF2B5EF4-FFF2-40B4-BE49-F238E27FC236}">
                  <a16:creationId xmlns:a16="http://schemas.microsoft.com/office/drawing/2014/main" id="{709438A8-1C8F-481E-9901-0994C65F5D9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2447787" y="4535473"/>
              <a:ext cx="1022179" cy="33627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639D64B-6CAD-4749-A5A8-B4DCD0D0229E}"/>
              </a:ext>
            </a:extLst>
          </p:cNvPr>
          <p:cNvGrpSpPr/>
          <p:nvPr/>
        </p:nvGrpSpPr>
        <p:grpSpPr>
          <a:xfrm>
            <a:off x="4344229" y="764704"/>
            <a:ext cx="4134581" cy="1347610"/>
            <a:chOff x="7535416" y="2594698"/>
            <a:chExt cx="4660806" cy="1448257"/>
          </a:xfrm>
        </p:grpSpPr>
        <p:sp>
          <p:nvSpPr>
            <p:cNvPr id="52" name="Rectangle 3">
              <a:extLst>
                <a:ext uri="{FF2B5EF4-FFF2-40B4-BE49-F238E27FC236}">
                  <a16:creationId xmlns:a16="http://schemas.microsoft.com/office/drawing/2014/main" id="{BD2A2116-4170-477D-9878-001E7124131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415020" y="3607368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</a:t>
              </a:r>
            </a:p>
          </p:txBody>
        </p:sp>
        <p:sp>
          <p:nvSpPr>
            <p:cNvPr id="53" name="Oval 5">
              <a:extLst>
                <a:ext uri="{FF2B5EF4-FFF2-40B4-BE49-F238E27FC236}">
                  <a16:creationId xmlns:a16="http://schemas.microsoft.com/office/drawing/2014/main" id="{DF18BD98-1B62-4160-B2A7-3503A4486A4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556776" y="2594698"/>
              <a:ext cx="639446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电话</a:t>
              </a:r>
            </a:p>
          </p:txBody>
        </p:sp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B23E5DAE-B0F1-4930-A62C-2811BF902FD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535416" y="2674268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系代号*</a:t>
              </a:r>
            </a:p>
          </p:txBody>
        </p:sp>
        <p:sp>
          <p:nvSpPr>
            <p:cNvPr id="55" name="Oval 7">
              <a:extLst>
                <a:ext uri="{FF2B5EF4-FFF2-40B4-BE49-F238E27FC236}">
                  <a16:creationId xmlns:a16="http://schemas.microsoft.com/office/drawing/2014/main" id="{4207525C-0F3F-46D2-BD1F-DA3F2EE6E8B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476656" y="259469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办公地点</a:t>
              </a:r>
            </a:p>
          </p:txBody>
        </p:sp>
        <p:sp>
          <p:nvSpPr>
            <p:cNvPr id="56" name="Oval 9">
              <a:extLst>
                <a:ext uri="{FF2B5EF4-FFF2-40B4-BE49-F238E27FC236}">
                  <a16:creationId xmlns:a16="http://schemas.microsoft.com/office/drawing/2014/main" id="{98725CB6-9C3C-46B2-BE11-6C7D1BFF613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589414" y="26016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系主任</a:t>
              </a:r>
            </a:p>
          </p:txBody>
        </p:sp>
        <p:sp>
          <p:nvSpPr>
            <p:cNvPr id="57" name="Oval 11">
              <a:extLst>
                <a:ext uri="{FF2B5EF4-FFF2-40B4-BE49-F238E27FC236}">
                  <a16:creationId xmlns:a16="http://schemas.microsoft.com/office/drawing/2014/main" id="{497A4A47-E035-471B-962C-15E314C152D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624802" y="26397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系名称</a:t>
              </a:r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51602E6C-952F-4D46-839E-FE501490FC4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230863" y="3144715"/>
              <a:ext cx="1569864" cy="45573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812EA322-83A4-4D88-9C90-33E038C0043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800725" y="3054037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7E9555BD-1D93-4C45-A389-73A930E69BBF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078455" y="3131391"/>
              <a:ext cx="755709" cy="48960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ACC28E5E-D0AC-40D2-B7BC-3CDD0EC7F68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flipH="1">
              <a:off x="9800725" y="2978182"/>
              <a:ext cx="1447801" cy="65248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E0D7EC27-FFAB-48D5-8D5F-7E5E7B55F5D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flipH="1">
              <a:off x="9800727" y="3099954"/>
              <a:ext cx="2000813" cy="51412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B6C5C83-BA94-40D5-A716-D520F23E1575}"/>
              </a:ext>
            </a:extLst>
          </p:cNvPr>
          <p:cNvGrpSpPr/>
          <p:nvPr/>
        </p:nvGrpSpPr>
        <p:grpSpPr>
          <a:xfrm>
            <a:off x="4585142" y="2264436"/>
            <a:ext cx="2940555" cy="1142738"/>
            <a:chOff x="7695259" y="5667917"/>
            <a:chExt cx="3314812" cy="1228084"/>
          </a:xfrm>
        </p:grpSpPr>
        <p:sp>
          <p:nvSpPr>
            <p:cNvPr id="64" name="Rectangle 2">
              <a:extLst>
                <a:ext uri="{FF2B5EF4-FFF2-40B4-BE49-F238E27FC236}">
                  <a16:creationId xmlns:a16="http://schemas.microsoft.com/office/drawing/2014/main" id="{AF3FCA3F-6B6E-4B72-A1F0-1CF613A8499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286274" y="6460414"/>
              <a:ext cx="1046366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教师</a:t>
              </a:r>
            </a:p>
          </p:txBody>
        </p:sp>
        <p:sp>
          <p:nvSpPr>
            <p:cNvPr id="66" name="Oval 17">
              <a:extLst>
                <a:ext uri="{FF2B5EF4-FFF2-40B4-BE49-F238E27FC236}">
                  <a16:creationId xmlns:a16="http://schemas.microsoft.com/office/drawing/2014/main" id="{BD96CAF0-1841-4773-B3E3-D27C4DA244A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826623" y="5667917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姓名</a:t>
              </a:r>
            </a:p>
          </p:txBody>
        </p:sp>
        <p:sp>
          <p:nvSpPr>
            <p:cNvPr id="67" name="Oval 18">
              <a:extLst>
                <a:ext uri="{FF2B5EF4-FFF2-40B4-BE49-F238E27FC236}">
                  <a16:creationId xmlns:a16="http://schemas.microsoft.com/office/drawing/2014/main" id="{A6E2CEF8-1BC3-488F-9C7E-D19FCA70903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695259" y="5677591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编号*</a:t>
              </a:r>
            </a:p>
          </p:txBody>
        </p:sp>
        <p:sp>
          <p:nvSpPr>
            <p:cNvPr id="68" name="Oval 19">
              <a:extLst>
                <a:ext uri="{FF2B5EF4-FFF2-40B4-BE49-F238E27FC236}">
                  <a16:creationId xmlns:a16="http://schemas.microsoft.com/office/drawing/2014/main" id="{85412925-2623-4292-9A5A-BA3C4DC251D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0021837" y="5677591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专业特长</a:t>
              </a:r>
            </a:p>
          </p:txBody>
        </p:sp>
        <p:sp>
          <p:nvSpPr>
            <p:cNvPr id="69" name="Line 20">
              <a:extLst>
                <a:ext uri="{FF2B5EF4-FFF2-40B4-BE49-F238E27FC236}">
                  <a16:creationId xmlns:a16="http://schemas.microsoft.com/office/drawing/2014/main" id="{0BBCAC0D-479D-4512-BA61-E720BA62CC3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433206" y="6189089"/>
              <a:ext cx="440850" cy="24712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70" name="Line 21">
              <a:extLst>
                <a:ext uri="{FF2B5EF4-FFF2-40B4-BE49-F238E27FC236}">
                  <a16:creationId xmlns:a16="http://schemas.microsoft.com/office/drawing/2014/main" id="{4E188887-0268-4C0B-9212-8E519B9AF4A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flipH="1">
              <a:off x="9893501" y="6137376"/>
              <a:ext cx="586069" cy="2988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71" name="Line 22">
              <a:extLst>
                <a:ext uri="{FF2B5EF4-FFF2-40B4-BE49-F238E27FC236}">
                  <a16:creationId xmlns:a16="http://schemas.microsoft.com/office/drawing/2014/main" id="{28FAF837-B845-4FFD-91B0-E468865EAD3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603931" y="6081304"/>
              <a:ext cx="1289571" cy="37911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991467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1" r:link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33" r:link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5474" name="Text Box 4"/>
          <p:cNvSpPr txBox="1"/>
          <p:nvPr/>
        </p:nvSpPr>
        <p:spPr>
          <a:xfrm>
            <a:off x="0" y="517803"/>
            <a:ext cx="4158088" cy="6632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例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：某公共管理学院下设四个系：行政管理系、城市管理系、土地管理系、电子政务系。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）每个系包括以下属性：系代号、系名称、系主任姓名、办公地点、电话。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）学院聘请了一定数量的专职教师。每位老师具有以下属性：教师编号、教师姓名、专业特长。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3</a:t>
            </a:r>
            <a:r>
              <a:rPr lang="zh-CN" alt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）学院聘请的教师分配到每个系。一个系有多名教师，一个教师只能隶属于一个系。</a:t>
            </a:r>
            <a:endParaRPr lang="en-US" altLang="zh-CN" sz="17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4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）学院的每个学生包含如下属性：学号、姓名、性别、年龄。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5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）学院设置了多门课程。每门课程包括如下属性：课程号、课程名、学分。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6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）一名教师可以上多门课程，一名课程可以由多名教师讲授。教师完成授课后，将被学生和学院共同评估。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（</a:t>
            </a:r>
            <a:r>
              <a:rPr lang="en-US" altLang="zh-CN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7</a:t>
            </a:r>
            <a:r>
              <a:rPr lang="zh-CN" altLang="en-US" sz="1700" b="1" dirty="0">
                <a:solidFill>
                  <a:schemeClr val="dk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）学生根据专业要求，每年选修多门课程，学生必须参加考试，获得成绩。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17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014EE1A-2919-4BBB-B31F-3D207AD5F484}"/>
              </a:ext>
            </a:extLst>
          </p:cNvPr>
          <p:cNvGrpSpPr/>
          <p:nvPr/>
        </p:nvGrpSpPr>
        <p:grpSpPr>
          <a:xfrm>
            <a:off x="4283968" y="1484784"/>
            <a:ext cx="4747195" cy="4660215"/>
            <a:chOff x="4649341" y="1270647"/>
            <a:chExt cx="7109792" cy="4724400"/>
          </a:xfrm>
        </p:grpSpPr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BD105A79-B779-4D17-BD5A-A738BBCABEC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577533" y="22612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工作</a:t>
              </a:r>
            </a:p>
          </p:txBody>
        </p:sp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5FA4F65D-2DFD-430A-ABBD-5BB28F62CDB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920933" y="4547247"/>
              <a:ext cx="8382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A8CD2850-7886-4326-97F9-EA7D80FCAF3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649341" y="4340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学生评估</a:t>
              </a: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BB129946-D94C-4850-9D1C-7ED35D3CCB9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425133" y="1270647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系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13A56D59-BB8E-40C8-A06A-6DC173FD404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348933" y="3328047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教师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C38CA382-E5BB-46A7-B10D-29A17354D04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034733" y="18040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71C0B78B-9F3A-4171-8B79-2B3FC95EC82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034733" y="28708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F0016A33-64BE-461D-BE6F-ACF69943FC69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7252953" y="1834902"/>
              <a:ext cx="3809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573F3234-B33F-4AC1-8EE3-FC88E308945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7239687" y="2814490"/>
              <a:ext cx="40464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17" name="AutoShape 13">
              <a:extLst>
                <a:ext uri="{FF2B5EF4-FFF2-40B4-BE49-F238E27FC236}">
                  <a16:creationId xmlns:a16="http://schemas.microsoft.com/office/drawing/2014/main" id="{1A06451A-18A1-449E-841E-EDD98D38B79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396933" y="44710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学习</a:t>
              </a:r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2156774D-B48A-46F0-975C-BB6304C279B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30081" y="3356678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</a:t>
              </a:r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359E038D-4A3C-417F-A638-15723FFAA81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858481" y="5461647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</a:t>
              </a:r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728EF9D3-6AD7-4565-8D51-A88A6454932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flipH="1">
              <a:off x="9854133" y="3890077"/>
              <a:ext cx="0" cy="58096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84121D59-BE3E-422A-9CEC-A29CE213C53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H="1">
              <a:off x="8634933" y="5080647"/>
              <a:ext cx="12192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21D462A2-992C-4407-B0B9-9514078EAF8A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9206433" y="3992772"/>
              <a:ext cx="419100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8AE33E2D-DE4C-4F27-80EC-921F34C46AEC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9418608" y="5261949"/>
              <a:ext cx="3047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24" name="AutoShape 20">
              <a:extLst>
                <a:ext uri="{FF2B5EF4-FFF2-40B4-BE49-F238E27FC236}">
                  <a16:creationId xmlns:a16="http://schemas.microsoft.com/office/drawing/2014/main" id="{068A2A44-FF0B-42B1-A705-F22BF69FB90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551257" y="4494065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教学</a:t>
              </a:r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1F0C3E1D-9DBB-48CA-91D3-208202D91C91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flipH="1">
              <a:off x="7034732" y="3861447"/>
              <a:ext cx="1" cy="65848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95E0380B-D536-4D62-AA7F-BBBBE8906E3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187133" y="5046488"/>
              <a:ext cx="1371600" cy="4151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7" name="Text Box 23">
              <a:extLst>
                <a:ext uri="{FF2B5EF4-FFF2-40B4-BE49-F238E27FC236}">
                  <a16:creationId xmlns:a16="http://schemas.microsoft.com/office/drawing/2014/main" id="{3466BD80-8DAD-4ED0-8A76-1A33424E3A2F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7142465" y="4056382"/>
              <a:ext cx="457201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28" name="Text Box 24">
              <a:extLst>
                <a:ext uri="{FF2B5EF4-FFF2-40B4-BE49-F238E27FC236}">
                  <a16:creationId xmlns:a16="http://schemas.microsoft.com/office/drawing/2014/main" id="{40D1E01F-20EA-4CB6-8ABE-2046D842E26D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7337565" y="5210849"/>
              <a:ext cx="33238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29" name="Oval 25">
              <a:extLst>
                <a:ext uri="{FF2B5EF4-FFF2-40B4-BE49-F238E27FC236}">
                  <a16:creationId xmlns:a16="http://schemas.microsoft.com/office/drawing/2014/main" id="{FB9A7F69-4427-4F6A-84DF-46D41B7CA9D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649341" y="5102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学院评估</a:t>
              </a:r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A9B9A358-8DF1-4AF5-A048-E8019211971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944741" y="4568951"/>
              <a:ext cx="682716" cy="228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9C3C909B-9A1B-4706-B6C2-E09C304704D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flipV="1">
              <a:off x="5868541" y="4797551"/>
              <a:ext cx="6858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101FF931-6B73-4ACA-BD66-55D69979323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311333" y="4775847"/>
              <a:ext cx="609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544120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5" r:link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67" r:link="rId6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07528" name="Rectangle 8"/>
          <p:cNvSpPr/>
          <p:nvPr/>
        </p:nvSpPr>
        <p:spPr>
          <a:xfrm>
            <a:off x="668147" y="238234"/>
            <a:ext cx="6658583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公共管理学院教师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图（答案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AC1EE9-0EC8-4FA1-842B-7101E587CC6D}"/>
              </a:ext>
            </a:extLst>
          </p:cNvPr>
          <p:cNvGrpSpPr/>
          <p:nvPr/>
        </p:nvGrpSpPr>
        <p:grpSpPr>
          <a:xfrm>
            <a:off x="582202" y="4001646"/>
            <a:ext cx="3235949" cy="1305926"/>
            <a:chOff x="1617270" y="1832596"/>
            <a:chExt cx="3647802" cy="1403460"/>
          </a:xfrm>
        </p:grpSpPr>
        <p:sp>
          <p:nvSpPr>
            <p:cNvPr id="107523" name="Rectangle 3"/>
            <p:cNvSpPr/>
            <p:nvPr>
              <p:custDataLst>
                <p:tags r:id="rId54"/>
              </p:custDataLst>
            </p:nvPr>
          </p:nvSpPr>
          <p:spPr>
            <a:xfrm>
              <a:off x="3261178" y="2800469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学生</a:t>
              </a:r>
            </a:p>
          </p:txBody>
        </p:sp>
        <p:sp>
          <p:nvSpPr>
            <p:cNvPr id="107526" name="Oval 6"/>
            <p:cNvSpPr/>
            <p:nvPr>
              <p:custDataLst>
                <p:tags r:id="rId55"/>
              </p:custDataLst>
            </p:nvPr>
          </p:nvSpPr>
          <p:spPr>
            <a:xfrm>
              <a:off x="1617270" y="1883143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学号*</a:t>
              </a:r>
            </a:p>
          </p:txBody>
        </p:sp>
        <p:sp>
          <p:nvSpPr>
            <p:cNvPr id="107527" name="Oval 7"/>
            <p:cNvSpPr/>
            <p:nvPr>
              <p:custDataLst>
                <p:tags r:id="rId56"/>
              </p:custDataLst>
            </p:nvPr>
          </p:nvSpPr>
          <p:spPr>
            <a:xfrm>
              <a:off x="4276838" y="1853062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年龄</a:t>
              </a:r>
            </a:p>
          </p:txBody>
        </p:sp>
        <p:sp>
          <p:nvSpPr>
            <p:cNvPr id="107529" name="Oval 9"/>
            <p:cNvSpPr/>
            <p:nvPr>
              <p:custDataLst>
                <p:tags r:id="rId57"/>
              </p:custDataLst>
            </p:nvPr>
          </p:nvSpPr>
          <p:spPr>
            <a:xfrm>
              <a:off x="3446751" y="183259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性别</a:t>
              </a:r>
            </a:p>
          </p:txBody>
        </p:sp>
        <p:sp>
          <p:nvSpPr>
            <p:cNvPr id="107531" name="Oval 11"/>
            <p:cNvSpPr/>
            <p:nvPr>
              <p:custDataLst>
                <p:tags r:id="rId58"/>
              </p:custDataLst>
            </p:nvPr>
          </p:nvSpPr>
          <p:spPr>
            <a:xfrm>
              <a:off x="2616664" y="1842704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姓名</a:t>
              </a:r>
            </a:p>
          </p:txBody>
        </p:sp>
        <p:sp>
          <p:nvSpPr>
            <p:cNvPr id="107532" name="Line 12"/>
            <p:cNvSpPr/>
            <p:nvPr>
              <p:custDataLst>
                <p:tags r:id="rId59"/>
              </p:custDataLst>
            </p:nvPr>
          </p:nvSpPr>
          <p:spPr>
            <a:xfrm>
              <a:off x="2249285" y="2319512"/>
              <a:ext cx="1560714" cy="49988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33" name="Line 13"/>
            <p:cNvSpPr/>
            <p:nvPr>
              <p:custDataLst>
                <p:tags r:id="rId60"/>
              </p:custDataLst>
            </p:nvPr>
          </p:nvSpPr>
          <p:spPr>
            <a:xfrm>
              <a:off x="3810000" y="2259360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34" name="Line 14"/>
            <p:cNvSpPr/>
            <p:nvPr>
              <p:custDataLst>
                <p:tags r:id="rId61"/>
              </p:custDataLst>
            </p:nvPr>
          </p:nvSpPr>
          <p:spPr>
            <a:xfrm>
              <a:off x="3092180" y="2309404"/>
              <a:ext cx="717820" cy="50999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35" name="Line 15"/>
            <p:cNvSpPr/>
            <p:nvPr>
              <p:custDataLst>
                <p:tags r:id="rId62"/>
              </p:custDataLst>
            </p:nvPr>
          </p:nvSpPr>
          <p:spPr>
            <a:xfrm flipH="1">
              <a:off x="3829673" y="2288649"/>
              <a:ext cx="755708" cy="54611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2D4807-76AE-459F-8471-1E6940ECFD18}"/>
              </a:ext>
            </a:extLst>
          </p:cNvPr>
          <p:cNvGrpSpPr/>
          <p:nvPr/>
        </p:nvGrpSpPr>
        <p:grpSpPr>
          <a:xfrm>
            <a:off x="865700" y="5483897"/>
            <a:ext cx="2926558" cy="1113455"/>
            <a:chOff x="1689569" y="4086758"/>
            <a:chExt cx="3299033" cy="1196614"/>
          </a:xfrm>
        </p:grpSpPr>
        <p:sp>
          <p:nvSpPr>
            <p:cNvPr id="107522" name="Rectangle 2"/>
            <p:cNvSpPr/>
            <p:nvPr>
              <p:custDataLst>
                <p:tags r:id="rId47"/>
              </p:custDataLst>
            </p:nvPr>
          </p:nvSpPr>
          <p:spPr>
            <a:xfrm>
              <a:off x="2919368" y="4847785"/>
              <a:ext cx="1046366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课程</a:t>
              </a:r>
            </a:p>
          </p:txBody>
        </p:sp>
        <p:sp>
          <p:nvSpPr>
            <p:cNvPr id="107537" name="Oval 17"/>
            <p:cNvSpPr/>
            <p:nvPr>
              <p:custDataLst>
                <p:tags r:id="rId48"/>
              </p:custDataLst>
            </p:nvPr>
          </p:nvSpPr>
          <p:spPr>
            <a:xfrm>
              <a:off x="2838136" y="4086759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课程名</a:t>
              </a:r>
            </a:p>
          </p:txBody>
        </p:sp>
        <p:sp>
          <p:nvSpPr>
            <p:cNvPr id="107538" name="Oval 18"/>
            <p:cNvSpPr/>
            <p:nvPr>
              <p:custDataLst>
                <p:tags r:id="rId49"/>
              </p:custDataLst>
            </p:nvPr>
          </p:nvSpPr>
          <p:spPr>
            <a:xfrm>
              <a:off x="1689569" y="413151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课程号*</a:t>
              </a:r>
            </a:p>
          </p:txBody>
        </p:sp>
        <p:sp>
          <p:nvSpPr>
            <p:cNvPr id="107539" name="Oval 19"/>
            <p:cNvSpPr/>
            <p:nvPr>
              <p:custDataLst>
                <p:tags r:id="rId50"/>
              </p:custDataLst>
            </p:nvPr>
          </p:nvSpPr>
          <p:spPr>
            <a:xfrm>
              <a:off x="4000368" y="408675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学分</a:t>
              </a:r>
            </a:p>
          </p:txBody>
        </p:sp>
        <p:sp>
          <p:nvSpPr>
            <p:cNvPr id="107540" name="Line 20"/>
            <p:cNvSpPr/>
            <p:nvPr>
              <p:custDataLst>
                <p:tags r:id="rId51"/>
              </p:custDataLst>
            </p:nvPr>
          </p:nvSpPr>
          <p:spPr>
            <a:xfrm>
              <a:off x="3423770" y="4522345"/>
              <a:ext cx="46196" cy="3254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41" name="Line 21"/>
            <p:cNvSpPr/>
            <p:nvPr>
              <p:custDataLst>
                <p:tags r:id="rId52"/>
              </p:custDataLst>
            </p:nvPr>
          </p:nvSpPr>
          <p:spPr>
            <a:xfrm flipH="1">
              <a:off x="3469966" y="4498385"/>
              <a:ext cx="847592" cy="3733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07542" name="Line 22"/>
            <p:cNvSpPr/>
            <p:nvPr>
              <p:custDataLst>
                <p:tags r:id="rId53"/>
              </p:custDataLst>
            </p:nvPr>
          </p:nvSpPr>
          <p:spPr>
            <a:xfrm>
              <a:off x="2447787" y="4535473"/>
              <a:ext cx="1022179" cy="33627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6F32C0E-34D5-4C16-9622-E97D089CF28E}"/>
              </a:ext>
            </a:extLst>
          </p:cNvPr>
          <p:cNvGrpSpPr/>
          <p:nvPr/>
        </p:nvGrpSpPr>
        <p:grpSpPr>
          <a:xfrm>
            <a:off x="77379" y="1228692"/>
            <a:ext cx="4134581" cy="1347610"/>
            <a:chOff x="7535416" y="2594698"/>
            <a:chExt cx="4660806" cy="1448257"/>
          </a:xfrm>
        </p:grpSpPr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2AD419CB-D552-4F85-8D42-CFD55180D20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415020" y="3607368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</a:t>
              </a:r>
            </a:p>
          </p:txBody>
        </p:sp>
        <p:sp>
          <p:nvSpPr>
            <p:cNvPr id="34" name="Oval 5">
              <a:extLst>
                <a:ext uri="{FF2B5EF4-FFF2-40B4-BE49-F238E27FC236}">
                  <a16:creationId xmlns:a16="http://schemas.microsoft.com/office/drawing/2014/main" id="{D1C8AB52-6B64-44CD-A683-A6BEA96BACC2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556776" y="2594698"/>
              <a:ext cx="639446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电话</a:t>
              </a:r>
            </a:p>
          </p:txBody>
        </p:sp>
        <p:sp>
          <p:nvSpPr>
            <p:cNvPr id="35" name="Oval 6">
              <a:extLst>
                <a:ext uri="{FF2B5EF4-FFF2-40B4-BE49-F238E27FC236}">
                  <a16:creationId xmlns:a16="http://schemas.microsoft.com/office/drawing/2014/main" id="{06891E30-BBE4-4896-8FFE-7A566DB8406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535416" y="2674268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系代号*</a:t>
              </a:r>
            </a:p>
          </p:txBody>
        </p:sp>
        <p:sp>
          <p:nvSpPr>
            <p:cNvPr id="36" name="Oval 7">
              <a:extLst>
                <a:ext uri="{FF2B5EF4-FFF2-40B4-BE49-F238E27FC236}">
                  <a16:creationId xmlns:a16="http://schemas.microsoft.com/office/drawing/2014/main" id="{24CD1008-E1A8-46E7-918D-AAD6EA7216D5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476656" y="259469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办公地点</a:t>
              </a:r>
            </a:p>
          </p:txBody>
        </p:sp>
        <p:sp>
          <p:nvSpPr>
            <p:cNvPr id="37" name="Oval 9">
              <a:extLst>
                <a:ext uri="{FF2B5EF4-FFF2-40B4-BE49-F238E27FC236}">
                  <a16:creationId xmlns:a16="http://schemas.microsoft.com/office/drawing/2014/main" id="{967B5D0A-7378-44E5-A4B7-2149CBD0AA9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589414" y="26016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系主任</a:t>
              </a:r>
            </a:p>
          </p:txBody>
        </p:sp>
        <p:sp>
          <p:nvSpPr>
            <p:cNvPr id="39" name="Oval 11">
              <a:extLst>
                <a:ext uri="{FF2B5EF4-FFF2-40B4-BE49-F238E27FC236}">
                  <a16:creationId xmlns:a16="http://schemas.microsoft.com/office/drawing/2014/main" id="{25891E6B-F318-4A68-854C-F77DE45B9C43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8624802" y="26397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系名称</a:t>
              </a:r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9DC144A2-BC85-4419-816D-716075601429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8230863" y="3144715"/>
              <a:ext cx="1569864" cy="45573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1" name="Line 13">
              <a:extLst>
                <a:ext uri="{FF2B5EF4-FFF2-40B4-BE49-F238E27FC236}">
                  <a16:creationId xmlns:a16="http://schemas.microsoft.com/office/drawing/2014/main" id="{51B48881-62EA-4C85-87DC-3B2E7D97466A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800725" y="3054037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2" name="Line 14">
              <a:extLst>
                <a:ext uri="{FF2B5EF4-FFF2-40B4-BE49-F238E27FC236}">
                  <a16:creationId xmlns:a16="http://schemas.microsoft.com/office/drawing/2014/main" id="{09A8FF8F-1EB4-4484-9CA1-DBE888AFDD62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078455" y="3131391"/>
              <a:ext cx="755709" cy="48960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3" name="Line 15">
              <a:extLst>
                <a:ext uri="{FF2B5EF4-FFF2-40B4-BE49-F238E27FC236}">
                  <a16:creationId xmlns:a16="http://schemas.microsoft.com/office/drawing/2014/main" id="{140218DD-6B33-439B-BAF4-C5E9538CCAC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 flipH="1">
              <a:off x="9800725" y="2978182"/>
              <a:ext cx="1447801" cy="65248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4" name="Line 16">
              <a:extLst>
                <a:ext uri="{FF2B5EF4-FFF2-40B4-BE49-F238E27FC236}">
                  <a16:creationId xmlns:a16="http://schemas.microsoft.com/office/drawing/2014/main" id="{132E673C-DE46-4D40-A004-F93005E22546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 flipH="1">
              <a:off x="9800727" y="3099954"/>
              <a:ext cx="2000813" cy="51412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CC3FB04-152D-4A33-8D76-2DC4BB2CA02E}"/>
              </a:ext>
            </a:extLst>
          </p:cNvPr>
          <p:cNvGrpSpPr/>
          <p:nvPr/>
        </p:nvGrpSpPr>
        <p:grpSpPr>
          <a:xfrm>
            <a:off x="318291" y="2728424"/>
            <a:ext cx="2940555" cy="1142738"/>
            <a:chOff x="7695259" y="5667917"/>
            <a:chExt cx="3314812" cy="1228084"/>
          </a:xfrm>
        </p:grpSpPr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4F1596EE-7FF6-40D6-B4F2-05F94761E92B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286274" y="6460414"/>
              <a:ext cx="1046366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教师</a:t>
              </a:r>
            </a:p>
          </p:txBody>
        </p:sp>
        <p:sp>
          <p:nvSpPr>
            <p:cNvPr id="45" name="Oval 17">
              <a:extLst>
                <a:ext uri="{FF2B5EF4-FFF2-40B4-BE49-F238E27FC236}">
                  <a16:creationId xmlns:a16="http://schemas.microsoft.com/office/drawing/2014/main" id="{05A99D55-9218-419A-AC48-67364B5D369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826623" y="5667917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姓名</a:t>
              </a:r>
            </a:p>
          </p:txBody>
        </p:sp>
        <p:sp>
          <p:nvSpPr>
            <p:cNvPr id="46" name="Oval 18">
              <a:extLst>
                <a:ext uri="{FF2B5EF4-FFF2-40B4-BE49-F238E27FC236}">
                  <a16:creationId xmlns:a16="http://schemas.microsoft.com/office/drawing/2014/main" id="{66420D48-346E-461F-9F17-D9BC1FA9368F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695259" y="5677591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编号*</a:t>
              </a:r>
            </a:p>
          </p:txBody>
        </p:sp>
        <p:sp>
          <p:nvSpPr>
            <p:cNvPr id="47" name="Oval 19">
              <a:extLst>
                <a:ext uri="{FF2B5EF4-FFF2-40B4-BE49-F238E27FC236}">
                  <a16:creationId xmlns:a16="http://schemas.microsoft.com/office/drawing/2014/main" id="{CA007C8D-9A09-43EE-9A3E-85D2AA12AF5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021837" y="5677591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专业特长</a:t>
              </a:r>
            </a:p>
          </p:txBody>
        </p:sp>
        <p:sp>
          <p:nvSpPr>
            <p:cNvPr id="48" name="Line 20">
              <a:extLst>
                <a:ext uri="{FF2B5EF4-FFF2-40B4-BE49-F238E27FC236}">
                  <a16:creationId xmlns:a16="http://schemas.microsoft.com/office/drawing/2014/main" id="{5C74B310-1165-46C7-802F-48A774DEEA8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433206" y="6189089"/>
              <a:ext cx="440850" cy="24712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9" name="Line 21">
              <a:extLst>
                <a:ext uri="{FF2B5EF4-FFF2-40B4-BE49-F238E27FC236}">
                  <a16:creationId xmlns:a16="http://schemas.microsoft.com/office/drawing/2014/main" id="{FA38674F-52A6-4C56-969D-6D43BCB27D8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flipH="1">
              <a:off x="9893501" y="6137376"/>
              <a:ext cx="586069" cy="2988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50" name="Line 22">
              <a:extLst>
                <a:ext uri="{FF2B5EF4-FFF2-40B4-BE49-F238E27FC236}">
                  <a16:creationId xmlns:a16="http://schemas.microsoft.com/office/drawing/2014/main" id="{F3DDB044-2D5F-47EC-ADD5-187F53FDF2CE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603931" y="6081304"/>
              <a:ext cx="1289571" cy="37911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9D49995-E637-45A6-8E77-96018C223D3A}"/>
              </a:ext>
            </a:extLst>
          </p:cNvPr>
          <p:cNvGrpSpPr/>
          <p:nvPr/>
        </p:nvGrpSpPr>
        <p:grpSpPr>
          <a:xfrm>
            <a:off x="4283968" y="1505089"/>
            <a:ext cx="4747195" cy="4660215"/>
            <a:chOff x="4649341" y="1270647"/>
            <a:chExt cx="7109792" cy="4724400"/>
          </a:xfrm>
        </p:grpSpPr>
        <p:sp>
          <p:nvSpPr>
            <p:cNvPr id="52" name="AutoShape 4">
              <a:extLst>
                <a:ext uri="{FF2B5EF4-FFF2-40B4-BE49-F238E27FC236}">
                  <a16:creationId xmlns:a16="http://schemas.microsoft.com/office/drawing/2014/main" id="{31793AB8-A1FC-44C8-9B49-3AD9AAE8860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577533" y="22612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工作</a:t>
              </a:r>
            </a:p>
          </p:txBody>
        </p:sp>
        <p:sp>
          <p:nvSpPr>
            <p:cNvPr id="53" name="Oval 5">
              <a:extLst>
                <a:ext uri="{FF2B5EF4-FFF2-40B4-BE49-F238E27FC236}">
                  <a16:creationId xmlns:a16="http://schemas.microsoft.com/office/drawing/2014/main" id="{1B5A0F25-C205-4909-AFF4-A171E80D25A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920933" y="4547247"/>
              <a:ext cx="8382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D0E97F99-5CF6-4726-AB19-795660C04BE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649341" y="4340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学生评估</a:t>
              </a:r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136E3127-B74C-4A82-BB0A-6830D81592F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425133" y="1270647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系</a:t>
              </a:r>
            </a:p>
          </p:txBody>
        </p:sp>
        <p:sp>
          <p:nvSpPr>
            <p:cNvPr id="56" name="Rectangle 8">
              <a:extLst>
                <a:ext uri="{FF2B5EF4-FFF2-40B4-BE49-F238E27FC236}">
                  <a16:creationId xmlns:a16="http://schemas.microsoft.com/office/drawing/2014/main" id="{09413C20-87BD-4655-94A6-5CE23B104BD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348933" y="3328047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教师</a:t>
              </a:r>
            </a:p>
          </p:txBody>
        </p:sp>
        <p:sp>
          <p:nvSpPr>
            <p:cNvPr id="57" name="Line 9">
              <a:extLst>
                <a:ext uri="{FF2B5EF4-FFF2-40B4-BE49-F238E27FC236}">
                  <a16:creationId xmlns:a16="http://schemas.microsoft.com/office/drawing/2014/main" id="{14E7F5D4-0A88-4E0B-ADDC-9DB30766C8B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034733" y="18040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58" name="Line 10">
              <a:extLst>
                <a:ext uri="{FF2B5EF4-FFF2-40B4-BE49-F238E27FC236}">
                  <a16:creationId xmlns:a16="http://schemas.microsoft.com/office/drawing/2014/main" id="{BB453568-7202-4945-9355-6C8035CDFDE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034733" y="28708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59" name="Text Box 11">
              <a:extLst>
                <a:ext uri="{FF2B5EF4-FFF2-40B4-BE49-F238E27FC236}">
                  <a16:creationId xmlns:a16="http://schemas.microsoft.com/office/drawing/2014/main" id="{51C3AE33-68BE-4EAC-848B-B33C68633052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7252953" y="1834902"/>
              <a:ext cx="3809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56B31031-6B51-4AAC-8D14-A84F3228413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7239687" y="2814490"/>
              <a:ext cx="40464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61" name="AutoShape 13">
              <a:extLst>
                <a:ext uri="{FF2B5EF4-FFF2-40B4-BE49-F238E27FC236}">
                  <a16:creationId xmlns:a16="http://schemas.microsoft.com/office/drawing/2014/main" id="{EB2CC651-E697-47F8-A658-6FFDFE53B42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396933" y="44710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学习</a:t>
              </a:r>
            </a:p>
          </p:txBody>
        </p:sp>
        <p:sp>
          <p:nvSpPr>
            <p:cNvPr id="62" name="Rectangle 14">
              <a:extLst>
                <a:ext uri="{FF2B5EF4-FFF2-40B4-BE49-F238E27FC236}">
                  <a16:creationId xmlns:a16="http://schemas.microsoft.com/office/drawing/2014/main" id="{7EA03308-C9B0-404C-80A1-FE3BADCBD20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30081" y="3356678"/>
              <a:ext cx="12192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</a:t>
              </a:r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81E7C2A4-49C7-4E48-857F-B2471A97231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858481" y="5461647"/>
              <a:ext cx="13716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课程</a:t>
              </a:r>
            </a:p>
          </p:txBody>
        </p:sp>
        <p:sp>
          <p:nvSpPr>
            <p:cNvPr id="64" name="Line 16">
              <a:extLst>
                <a:ext uri="{FF2B5EF4-FFF2-40B4-BE49-F238E27FC236}">
                  <a16:creationId xmlns:a16="http://schemas.microsoft.com/office/drawing/2014/main" id="{23503464-1B82-4B0D-8CDA-7C238BBC197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flipH="1">
              <a:off x="9854133" y="3890077"/>
              <a:ext cx="0" cy="58096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65" name="Line 17">
              <a:extLst>
                <a:ext uri="{FF2B5EF4-FFF2-40B4-BE49-F238E27FC236}">
                  <a16:creationId xmlns:a16="http://schemas.microsoft.com/office/drawing/2014/main" id="{1EAD82C9-7374-4C16-9610-AFECE9A2BE2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H="1">
              <a:off x="8634933" y="5080647"/>
              <a:ext cx="12192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66" name="Text Box 18">
              <a:extLst>
                <a:ext uri="{FF2B5EF4-FFF2-40B4-BE49-F238E27FC236}">
                  <a16:creationId xmlns:a16="http://schemas.microsoft.com/office/drawing/2014/main" id="{06058FF3-F764-401E-AC65-D1FE7D4C009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9206433" y="3992772"/>
              <a:ext cx="419100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B735FE84-FBB3-4EF7-B703-658A8B7220C7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9418608" y="5261949"/>
              <a:ext cx="3047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68" name="AutoShape 20">
              <a:extLst>
                <a:ext uri="{FF2B5EF4-FFF2-40B4-BE49-F238E27FC236}">
                  <a16:creationId xmlns:a16="http://schemas.microsoft.com/office/drawing/2014/main" id="{20BFE91E-3DCB-4C40-BA83-5B2124680F9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551257" y="4494065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教学</a:t>
              </a:r>
            </a:p>
          </p:txBody>
        </p:sp>
        <p:sp>
          <p:nvSpPr>
            <p:cNvPr id="69" name="Line 21">
              <a:extLst>
                <a:ext uri="{FF2B5EF4-FFF2-40B4-BE49-F238E27FC236}">
                  <a16:creationId xmlns:a16="http://schemas.microsoft.com/office/drawing/2014/main" id="{7A6B9FAB-ED3C-47C3-846E-7993CA326B1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flipH="1">
              <a:off x="7034732" y="3861447"/>
              <a:ext cx="1" cy="65848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0" name="Line 22">
              <a:extLst>
                <a:ext uri="{FF2B5EF4-FFF2-40B4-BE49-F238E27FC236}">
                  <a16:creationId xmlns:a16="http://schemas.microsoft.com/office/drawing/2014/main" id="{946A0D66-10C1-436D-AC2B-6F14EF3DCEE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187133" y="5046488"/>
              <a:ext cx="1371600" cy="4151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1" name="Text Box 23">
              <a:extLst>
                <a:ext uri="{FF2B5EF4-FFF2-40B4-BE49-F238E27FC236}">
                  <a16:creationId xmlns:a16="http://schemas.microsoft.com/office/drawing/2014/main" id="{3A4028CA-5F32-4BBF-A238-3307D8504A4F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7142465" y="4056382"/>
              <a:ext cx="457201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72" name="Text Box 24">
              <a:extLst>
                <a:ext uri="{FF2B5EF4-FFF2-40B4-BE49-F238E27FC236}">
                  <a16:creationId xmlns:a16="http://schemas.microsoft.com/office/drawing/2014/main" id="{FF71513E-DC9B-4248-A269-C48F66A814C0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7337565" y="5210849"/>
              <a:ext cx="33238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EF98AFD8-E825-4FC6-B516-B16829BF06A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649341" y="5102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学院评估</a:t>
              </a:r>
            </a:p>
          </p:txBody>
        </p:sp>
        <p:sp>
          <p:nvSpPr>
            <p:cNvPr id="74" name="Line 26">
              <a:extLst>
                <a:ext uri="{FF2B5EF4-FFF2-40B4-BE49-F238E27FC236}">
                  <a16:creationId xmlns:a16="http://schemas.microsoft.com/office/drawing/2014/main" id="{6B95FB83-6B2A-4040-A7D0-81BF1BD1119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944741" y="4568951"/>
              <a:ext cx="682716" cy="228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4A034F20-3D2C-4B1C-A5C3-ED8F7D0916D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flipV="1">
              <a:off x="5868541" y="4797551"/>
              <a:ext cx="6858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6" name="Line 28">
              <a:extLst>
                <a:ext uri="{FF2B5EF4-FFF2-40B4-BE49-F238E27FC236}">
                  <a16:creationId xmlns:a16="http://schemas.microsoft.com/office/drawing/2014/main" id="{67DFF153-4154-4441-914F-05ABA5A31A2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311333" y="4775847"/>
              <a:ext cx="609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781391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61" r:link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63" r:link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7730F2F-700F-8E18-12FB-1197147C71CE}"/>
              </a:ext>
            </a:extLst>
          </p:cNvPr>
          <p:cNvGrpSpPr/>
          <p:nvPr/>
        </p:nvGrpSpPr>
        <p:grpSpPr>
          <a:xfrm>
            <a:off x="2670306" y="2055677"/>
            <a:ext cx="4747195" cy="3780256"/>
            <a:chOff x="4649341" y="1804047"/>
            <a:chExt cx="7109792" cy="3832321"/>
          </a:xfrm>
        </p:grpSpPr>
        <p:sp>
          <p:nvSpPr>
            <p:cNvPr id="3" name="AutoShape 4">
              <a:extLst>
                <a:ext uri="{FF2B5EF4-FFF2-40B4-BE49-F238E27FC236}">
                  <a16:creationId xmlns:a16="http://schemas.microsoft.com/office/drawing/2014/main" id="{0DC6F178-F007-5077-C6D2-E4F099A13A7F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577533" y="22612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工作</a:t>
              </a:r>
            </a:p>
          </p:txBody>
        </p:sp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CC608159-507B-BB5F-0DF1-68F66EB59EE2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920933" y="4547247"/>
              <a:ext cx="8382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成绩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EA56774A-FEBE-D83B-EDD5-277774DCF190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4649341" y="4340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学生评估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0AAC9247-CA23-B6AC-0D55-C96BC98BC5D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034733" y="18040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425DF803-CF60-8AAF-4E10-C3952430EA36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034733" y="2870847"/>
              <a:ext cx="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303A26E8-977C-07BA-88AA-5ABABDD35562}"/>
                </a:ext>
              </a:extLst>
            </p:cNvPr>
            <p:cNvSpPr txBox="1"/>
            <p:nvPr>
              <p:custDataLst>
                <p:tags r:id="rId43"/>
              </p:custDataLst>
            </p:nvPr>
          </p:nvSpPr>
          <p:spPr>
            <a:xfrm>
              <a:off x="7252953" y="1834902"/>
              <a:ext cx="380999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1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0D2192FD-92FB-34DF-09ED-19BE1A1F9460}"/>
                </a:ext>
              </a:extLst>
            </p:cNvPr>
            <p:cNvSpPr txBox="1"/>
            <p:nvPr>
              <p:custDataLst>
                <p:tags r:id="rId44"/>
              </p:custDataLst>
            </p:nvPr>
          </p:nvSpPr>
          <p:spPr>
            <a:xfrm>
              <a:off x="7239687" y="2814490"/>
              <a:ext cx="40464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14" name="AutoShape 13">
              <a:extLst>
                <a:ext uri="{FF2B5EF4-FFF2-40B4-BE49-F238E27FC236}">
                  <a16:creationId xmlns:a16="http://schemas.microsoft.com/office/drawing/2014/main" id="{B5E4622F-E2B4-573D-AA70-1D40295C0533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396933" y="4471047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学习</a:t>
              </a: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5FC56ABF-6D6F-CF2F-328A-2F476AE15E92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 flipH="1">
              <a:off x="9854133" y="3890077"/>
              <a:ext cx="0" cy="58096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82F66488-74C5-AD2C-8EEA-D37F74F47C8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 flipH="1">
              <a:off x="8634933" y="5080647"/>
              <a:ext cx="1219200" cy="381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08799DF5-93A2-D896-87C6-CA4DD70844FC}"/>
                </a:ext>
              </a:extLst>
            </p:cNvPr>
            <p:cNvSpPr txBox="1"/>
            <p:nvPr>
              <p:custDataLst>
                <p:tags r:id="rId48"/>
              </p:custDataLst>
            </p:nvPr>
          </p:nvSpPr>
          <p:spPr>
            <a:xfrm>
              <a:off x="9206432" y="3992773"/>
              <a:ext cx="46385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C4F918A0-0FDB-C8A1-4028-8D9D89DC5F0B}"/>
                </a:ext>
              </a:extLst>
            </p:cNvPr>
            <p:cNvSpPr txBox="1"/>
            <p:nvPr>
              <p:custDataLst>
                <p:tags r:id="rId49"/>
              </p:custDataLst>
            </p:nvPr>
          </p:nvSpPr>
          <p:spPr>
            <a:xfrm>
              <a:off x="9418607" y="5261949"/>
              <a:ext cx="435525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21" name="AutoShape 20">
              <a:extLst>
                <a:ext uri="{FF2B5EF4-FFF2-40B4-BE49-F238E27FC236}">
                  <a16:creationId xmlns:a16="http://schemas.microsoft.com/office/drawing/2014/main" id="{402BB8E0-FE66-A684-4839-45DEF209F0A8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551257" y="4494065"/>
              <a:ext cx="914400" cy="609600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教学</a:t>
              </a: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9F797628-9F99-8B0B-E22E-9D4482DC0C96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 flipH="1">
              <a:off x="7008456" y="3808857"/>
              <a:ext cx="1" cy="65848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7985A86C-DDD2-B82C-7910-CE73FDB2B2CD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187133" y="5046488"/>
              <a:ext cx="1371600" cy="41515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3AFFA13C-2BC7-3F2B-69F3-4191FB0C59CF}"/>
                </a:ext>
              </a:extLst>
            </p:cNvPr>
            <p:cNvSpPr txBox="1"/>
            <p:nvPr>
              <p:custDataLst>
                <p:tags r:id="rId53"/>
              </p:custDataLst>
            </p:nvPr>
          </p:nvSpPr>
          <p:spPr>
            <a:xfrm>
              <a:off x="7142465" y="4056382"/>
              <a:ext cx="506028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m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8A1301C3-1930-AFF6-ED8F-AD31F1BE6D8D}"/>
                </a:ext>
              </a:extLst>
            </p:cNvPr>
            <p:cNvSpPr txBox="1"/>
            <p:nvPr>
              <p:custDataLst>
                <p:tags r:id="rId54"/>
              </p:custDataLst>
            </p:nvPr>
          </p:nvSpPr>
          <p:spPr>
            <a:xfrm>
              <a:off x="7337565" y="5210849"/>
              <a:ext cx="435977" cy="37441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n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92B8401-83CC-BF08-1D2F-090A423C13AE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4649341" y="5102351"/>
              <a:ext cx="1295400" cy="5334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学院评估</a:t>
              </a: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0DD3CE42-7317-6266-E961-712C46DC373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5944741" y="4568951"/>
              <a:ext cx="682716" cy="2286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B56FE174-A6E0-92A6-AE92-1F257E713C0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 flipV="1">
              <a:off x="5868541" y="4797551"/>
              <a:ext cx="6858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340F1E2E-B5DE-4A7F-B5E2-4510A7582630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311333" y="4775847"/>
              <a:ext cx="609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34BF4A2-BB6F-3A2C-DBC1-BA032FA525CF}"/>
              </a:ext>
            </a:extLst>
          </p:cNvPr>
          <p:cNvGrpSpPr/>
          <p:nvPr/>
        </p:nvGrpSpPr>
        <p:grpSpPr>
          <a:xfrm>
            <a:off x="2195736" y="692696"/>
            <a:ext cx="4134581" cy="1347610"/>
            <a:chOff x="7535416" y="2594698"/>
            <a:chExt cx="4660806" cy="1448257"/>
          </a:xfrm>
        </p:grpSpPr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B87D75A1-9D5A-260D-8A6E-45A25D61322A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415020" y="3607368"/>
              <a:ext cx="930103" cy="43558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</a:t>
              </a:r>
            </a:p>
          </p:txBody>
        </p:sp>
        <p:sp>
          <p:nvSpPr>
            <p:cNvPr id="32" name="Oval 5">
              <a:extLst>
                <a:ext uri="{FF2B5EF4-FFF2-40B4-BE49-F238E27FC236}">
                  <a16:creationId xmlns:a16="http://schemas.microsoft.com/office/drawing/2014/main" id="{5A5E6221-0E20-47E2-6BD5-501AC82C186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1556776" y="2594698"/>
              <a:ext cx="639446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电话</a:t>
              </a:r>
            </a:p>
          </p:txBody>
        </p:sp>
        <p:sp>
          <p:nvSpPr>
            <p:cNvPr id="33" name="Oval 6">
              <a:extLst>
                <a:ext uri="{FF2B5EF4-FFF2-40B4-BE49-F238E27FC236}">
                  <a16:creationId xmlns:a16="http://schemas.microsoft.com/office/drawing/2014/main" id="{CA25B9E1-02B5-5F02-9650-060E3752014B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535416" y="2674268"/>
              <a:ext cx="925016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  <a:cs typeface="微软雅黑" panose="020B0503020204020204" pitchFamily="34" charset="-122"/>
                </a:rPr>
                <a:t>系代号*</a:t>
              </a:r>
            </a:p>
          </p:txBody>
        </p:sp>
        <p:sp>
          <p:nvSpPr>
            <p:cNvPr id="34" name="Oval 7">
              <a:extLst>
                <a:ext uri="{FF2B5EF4-FFF2-40B4-BE49-F238E27FC236}">
                  <a16:creationId xmlns:a16="http://schemas.microsoft.com/office/drawing/2014/main" id="{0A9041CB-EAA7-A650-D512-E9931F67EEE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476656" y="2594698"/>
              <a:ext cx="988234" cy="43558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办公地点</a:t>
              </a:r>
            </a:p>
          </p:txBody>
        </p:sp>
        <p:sp>
          <p:nvSpPr>
            <p:cNvPr id="35" name="Oval 9">
              <a:extLst>
                <a:ext uri="{FF2B5EF4-FFF2-40B4-BE49-F238E27FC236}">
                  <a16:creationId xmlns:a16="http://schemas.microsoft.com/office/drawing/2014/main" id="{7F9F628C-B0D9-829E-3324-8130C817E8C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589414" y="26016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系主任</a:t>
              </a:r>
            </a:p>
          </p:txBody>
        </p:sp>
        <p:sp>
          <p:nvSpPr>
            <p:cNvPr id="36" name="Oval 11">
              <a:extLst>
                <a:ext uri="{FF2B5EF4-FFF2-40B4-BE49-F238E27FC236}">
                  <a16:creationId xmlns:a16="http://schemas.microsoft.com/office/drawing/2014/main" id="{F05A3D28-6AD3-F883-DB74-F3445341BC8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624802" y="2639786"/>
              <a:ext cx="755709" cy="4667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KaiTi" panose="02010609060101010101" pitchFamily="49" charset="-122"/>
                  <a:ea typeface="KaiTi" panose="02010609060101010101" pitchFamily="49" charset="-122"/>
                </a:rPr>
                <a:t>系名称</a:t>
              </a:r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B7D977D9-0C90-5B09-F0ED-98984A40848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230863" y="3144715"/>
              <a:ext cx="1569864" cy="45573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38" name="Line 13">
              <a:extLst>
                <a:ext uri="{FF2B5EF4-FFF2-40B4-BE49-F238E27FC236}">
                  <a16:creationId xmlns:a16="http://schemas.microsoft.com/office/drawing/2014/main" id="{99FE2349-6A21-48E8-7D45-0C35F0CF194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800725" y="3054037"/>
              <a:ext cx="0" cy="560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39" name="Line 14">
              <a:extLst>
                <a:ext uri="{FF2B5EF4-FFF2-40B4-BE49-F238E27FC236}">
                  <a16:creationId xmlns:a16="http://schemas.microsoft.com/office/drawing/2014/main" id="{637F1A5E-19B4-5104-A74D-2E6BAF12AEC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078455" y="3131391"/>
              <a:ext cx="755709" cy="48960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0" name="Line 15">
              <a:extLst>
                <a:ext uri="{FF2B5EF4-FFF2-40B4-BE49-F238E27FC236}">
                  <a16:creationId xmlns:a16="http://schemas.microsoft.com/office/drawing/2014/main" id="{922AA5C3-AA29-AE61-D167-BB3100D0BD1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 flipH="1">
              <a:off x="9800725" y="2978182"/>
              <a:ext cx="1447801" cy="65248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1" name="Line 16">
              <a:extLst>
                <a:ext uri="{FF2B5EF4-FFF2-40B4-BE49-F238E27FC236}">
                  <a16:creationId xmlns:a16="http://schemas.microsoft.com/office/drawing/2014/main" id="{BE536B89-3906-A8F0-AD1E-33E1A46DC71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 flipH="1">
              <a:off x="9800727" y="3099954"/>
              <a:ext cx="2000813" cy="51412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 sz="180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sp>
        <p:nvSpPr>
          <p:cNvPr id="43" name="Rectangle 2">
            <a:extLst>
              <a:ext uri="{FF2B5EF4-FFF2-40B4-BE49-F238E27FC236}">
                <a16:creationId xmlns:a16="http://schemas.microsoft.com/office/drawing/2014/main" id="{E89D7BFF-885F-F309-7CBA-C3186B4D5C6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741777" y="3601574"/>
            <a:ext cx="928227" cy="4053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教师</a:t>
            </a:r>
          </a:p>
        </p:txBody>
      </p:sp>
      <p:sp>
        <p:nvSpPr>
          <p:cNvPr id="44" name="Oval 17">
            <a:extLst>
              <a:ext uri="{FF2B5EF4-FFF2-40B4-BE49-F238E27FC236}">
                <a16:creationId xmlns:a16="http://schemas.microsoft.com/office/drawing/2014/main" id="{3EB76C9C-40C2-C2A7-6711-3FBBB9ED4A3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301842" y="3384556"/>
            <a:ext cx="876658" cy="40531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姓名</a:t>
            </a: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E1CF901C-B2A5-BA43-A035-5835CC4C533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30395" y="2873154"/>
            <a:ext cx="876658" cy="40531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编号*</a:t>
            </a:r>
          </a:p>
        </p:txBody>
      </p:sp>
      <p:sp>
        <p:nvSpPr>
          <p:cNvPr id="46" name="Oval 19">
            <a:extLst>
              <a:ext uri="{FF2B5EF4-FFF2-40B4-BE49-F238E27FC236}">
                <a16:creationId xmlns:a16="http://schemas.microsoft.com/office/drawing/2014/main" id="{5DA9E338-9429-63F0-F85D-2264DEB18A2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301842" y="3850290"/>
            <a:ext cx="876658" cy="40531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专业特长</a:t>
            </a:r>
          </a:p>
        </p:txBody>
      </p:sp>
      <p:sp>
        <p:nvSpPr>
          <p:cNvPr id="47" name="Line 20">
            <a:extLst>
              <a:ext uri="{FF2B5EF4-FFF2-40B4-BE49-F238E27FC236}">
                <a16:creationId xmlns:a16="http://schemas.microsoft.com/office/drawing/2014/main" id="{432520AA-9854-5DF8-C5A9-479944BFB4F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178499" y="3579058"/>
            <a:ext cx="563277" cy="2669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Line 21">
            <a:extLst>
              <a:ext uri="{FF2B5EF4-FFF2-40B4-BE49-F238E27FC236}">
                <a16:creationId xmlns:a16="http://schemas.microsoft.com/office/drawing/2014/main" id="{B154ED1A-3222-D613-AB73-BBAA5651865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flipV="1">
            <a:off x="3178500" y="3850289"/>
            <a:ext cx="563277" cy="19583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Line 22">
            <a:extLst>
              <a:ext uri="{FF2B5EF4-FFF2-40B4-BE49-F238E27FC236}">
                <a16:creationId xmlns:a16="http://schemas.microsoft.com/office/drawing/2014/main" id="{78C95678-48D0-74A5-0D9C-36D21834473F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178501" y="3074162"/>
            <a:ext cx="563276" cy="77180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2F3E68D5-E9DB-6265-B175-E9F63536825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858179" y="3718386"/>
            <a:ext cx="825090" cy="4053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学生</a:t>
            </a:r>
          </a:p>
        </p:txBody>
      </p:sp>
      <p:sp>
        <p:nvSpPr>
          <p:cNvPr id="53" name="Oval 6">
            <a:extLst>
              <a:ext uri="{FF2B5EF4-FFF2-40B4-BE49-F238E27FC236}">
                <a16:creationId xmlns:a16="http://schemas.microsoft.com/office/drawing/2014/main" id="{1EC3F70E-117B-05E9-C752-13E42BAC20B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596505" y="3224070"/>
            <a:ext cx="820578" cy="43426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学号*</a:t>
            </a:r>
          </a:p>
        </p:txBody>
      </p:sp>
      <p:sp>
        <p:nvSpPr>
          <p:cNvPr id="54" name="Oval 7">
            <a:extLst>
              <a:ext uri="{FF2B5EF4-FFF2-40B4-BE49-F238E27FC236}">
                <a16:creationId xmlns:a16="http://schemas.microsoft.com/office/drawing/2014/main" id="{9CC954F4-98C6-F3C7-05AA-BE2DE55605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759166" y="2836820"/>
            <a:ext cx="876658" cy="40531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年龄</a:t>
            </a:r>
          </a:p>
        </p:txBody>
      </p:sp>
      <p:sp>
        <p:nvSpPr>
          <p:cNvPr id="55" name="Oval 9">
            <a:extLst>
              <a:ext uri="{FF2B5EF4-FFF2-40B4-BE49-F238E27FC236}">
                <a16:creationId xmlns:a16="http://schemas.microsoft.com/office/drawing/2014/main" id="{97156B8A-D788-B5D1-9503-B9BC2336F37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022799" y="2817776"/>
            <a:ext cx="670386" cy="43426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性别</a:t>
            </a:r>
          </a:p>
        </p:txBody>
      </p:sp>
      <p:sp>
        <p:nvSpPr>
          <p:cNvPr id="56" name="Oval 11">
            <a:extLst>
              <a:ext uri="{FF2B5EF4-FFF2-40B4-BE49-F238E27FC236}">
                <a16:creationId xmlns:a16="http://schemas.microsoft.com/office/drawing/2014/main" id="{C7B1F2E3-5AC7-DD6B-A4A4-F88C52AF51A0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286433" y="2827182"/>
            <a:ext cx="670386" cy="43426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姓名</a:t>
            </a:r>
          </a:p>
        </p:txBody>
      </p:sp>
      <p:sp>
        <p:nvSpPr>
          <p:cNvPr id="57" name="Line 12">
            <a:extLst>
              <a:ext uri="{FF2B5EF4-FFF2-40B4-BE49-F238E27FC236}">
                <a16:creationId xmlns:a16="http://schemas.microsoft.com/office/drawing/2014/main" id="{6E387856-4EBF-CBC0-E5D2-C04D59DB7D6A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 flipV="1">
            <a:off x="6345036" y="3539548"/>
            <a:ext cx="1290786" cy="17203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Line 13">
            <a:extLst>
              <a:ext uri="{FF2B5EF4-FFF2-40B4-BE49-F238E27FC236}">
                <a16:creationId xmlns:a16="http://schemas.microsoft.com/office/drawing/2014/main" id="{CA8A8AE5-31A2-0136-9ED2-29FBE1453784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345036" y="3214882"/>
            <a:ext cx="0" cy="52112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9" name="Line 14">
            <a:extLst>
              <a:ext uri="{FF2B5EF4-FFF2-40B4-BE49-F238E27FC236}">
                <a16:creationId xmlns:a16="http://schemas.microsoft.com/office/drawing/2014/main" id="{90F85A38-5D75-5220-43E4-A996BA912E18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708261" y="3261448"/>
            <a:ext cx="636775" cy="47455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0" name="Line 15">
            <a:extLst>
              <a:ext uri="{FF2B5EF4-FFF2-40B4-BE49-F238E27FC236}">
                <a16:creationId xmlns:a16="http://schemas.microsoft.com/office/drawing/2014/main" id="{88D9CA59-1A26-471F-40B8-78C602A8C31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 flipH="1">
            <a:off x="6362488" y="3242135"/>
            <a:ext cx="670385" cy="5081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2" name="Rectangle 2">
            <a:extLst>
              <a:ext uri="{FF2B5EF4-FFF2-40B4-BE49-F238E27FC236}">
                <a16:creationId xmlns:a16="http://schemas.microsoft.com/office/drawing/2014/main" id="{71D4995F-204C-1CDA-4C63-F801CD1B4C1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793030" y="5651267"/>
            <a:ext cx="928227" cy="4053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课程</a:t>
            </a:r>
          </a:p>
        </p:txBody>
      </p:sp>
      <p:sp>
        <p:nvSpPr>
          <p:cNvPr id="63" name="Oval 17">
            <a:extLst>
              <a:ext uri="{FF2B5EF4-FFF2-40B4-BE49-F238E27FC236}">
                <a16:creationId xmlns:a16="http://schemas.microsoft.com/office/drawing/2014/main" id="{2F19952B-791B-4AB9-BCBA-FF9D4DE58134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766560" y="6369126"/>
            <a:ext cx="876658" cy="40531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课程名</a:t>
            </a:r>
          </a:p>
        </p:txBody>
      </p:sp>
      <p:sp>
        <p:nvSpPr>
          <p:cNvPr id="111616" name="Oval 18">
            <a:extLst>
              <a:ext uri="{FF2B5EF4-FFF2-40B4-BE49-F238E27FC236}">
                <a16:creationId xmlns:a16="http://schemas.microsoft.com/office/drawing/2014/main" id="{4F569BD6-AC6D-FE27-4613-13F1177E6D45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738775" y="6374576"/>
            <a:ext cx="876658" cy="40531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课程号*</a:t>
            </a:r>
          </a:p>
        </p:txBody>
      </p:sp>
      <p:sp>
        <p:nvSpPr>
          <p:cNvPr id="111617" name="Oval 19">
            <a:extLst>
              <a:ext uri="{FF2B5EF4-FFF2-40B4-BE49-F238E27FC236}">
                <a16:creationId xmlns:a16="http://schemas.microsoft.com/office/drawing/2014/main" id="{A76E1D89-0BBC-8253-AAAC-11725BC9B951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724936" y="6354141"/>
            <a:ext cx="876658" cy="40531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学分</a:t>
            </a:r>
          </a:p>
        </p:txBody>
      </p:sp>
      <p:sp>
        <p:nvSpPr>
          <p:cNvPr id="111619" name="Line 20">
            <a:extLst>
              <a:ext uri="{FF2B5EF4-FFF2-40B4-BE49-F238E27FC236}">
                <a16:creationId xmlns:a16="http://schemas.microsoft.com/office/drawing/2014/main" id="{02BA53DD-1E58-17D8-CDC9-0F0CCEE5B4DD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 flipH="1">
            <a:off x="5198639" y="6056582"/>
            <a:ext cx="81961" cy="34741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1645" name="Line 21">
            <a:extLst>
              <a:ext uri="{FF2B5EF4-FFF2-40B4-BE49-F238E27FC236}">
                <a16:creationId xmlns:a16="http://schemas.microsoft.com/office/drawing/2014/main" id="{745BBBA7-6A54-76B6-85E2-3A1479E0909F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 flipH="1">
            <a:off x="4446743" y="6076457"/>
            <a:ext cx="809077" cy="34741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1646" name="Line 22">
            <a:extLst>
              <a:ext uri="{FF2B5EF4-FFF2-40B4-BE49-F238E27FC236}">
                <a16:creationId xmlns:a16="http://schemas.microsoft.com/office/drawing/2014/main" id="{BBBBA974-6E1E-5C3B-CEF5-CEF15B1169F3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280601" y="6060786"/>
            <a:ext cx="963710" cy="32036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8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1647" name="Rectangle 8">
            <a:extLst>
              <a:ext uri="{FF2B5EF4-FFF2-40B4-BE49-F238E27FC236}">
                <a16:creationId xmlns:a16="http://schemas.microsoft.com/office/drawing/2014/main" id="{9C4A610F-8B54-6CF6-97E4-3C269745DD41}"/>
              </a:ext>
            </a:extLst>
          </p:cNvPr>
          <p:cNvSpPr/>
          <p:nvPr/>
        </p:nvSpPr>
        <p:spPr>
          <a:xfrm>
            <a:off x="540068" y="91838"/>
            <a:ext cx="6342787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spAutoFit/>
          </a:bodyPr>
          <a:lstStyle>
            <a:defPPr>
              <a:defRPr lang="zh-CN"/>
            </a:defPPr>
            <a:lvl1pPr marL="34290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公共管理学院教师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E-R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图（答案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3666" name="Rectangle 3"/>
          <p:cNvSpPr txBox="1"/>
          <p:nvPr/>
        </p:nvSpPr>
        <p:spPr>
          <a:xfrm>
            <a:off x="436563" y="836613"/>
            <a:ext cx="8456612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1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校园住房服务中心为学生提供“帮学生找房间”服务。房东填写其可以出租的房间信息表格，注册本服务的学生可以搜索出租信息寻找满足他们需求的房间，然后他们直接联系房东看房，并且可能会租它。当房子已经出租出去时，房东会联系该服务要求删除表单。</a:t>
            </a:r>
          </a:p>
          <a:p>
            <a:pPr marL="342900" lvl="0" indent="-342900">
              <a:lnSpc>
                <a:spcPct val="115000"/>
              </a:lnSpc>
            </a:pPr>
            <a:r>
              <a:rPr lang="zh-CN" altLang="en-US" sz="20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问题：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包含哪些实体集？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每个实体集可能有哪些属性？</a:t>
            </a:r>
            <a:endParaRPr lang="en-US" altLang="zh-CN" sz="20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实体集之间有何联系？联系有何属性？</a:t>
            </a:r>
            <a:endParaRPr lang="en-US" altLang="zh-CN" sz="20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请画出概念模型图。</a:t>
            </a:r>
            <a:endParaRPr lang="en-US" altLang="zh-CN" sz="20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113667" name="TextBox 2"/>
          <p:cNvSpPr txBox="1"/>
          <p:nvPr/>
        </p:nvSpPr>
        <p:spPr>
          <a:xfrm>
            <a:off x="436563" y="176213"/>
            <a:ext cx="259238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练习</a:t>
            </a:r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33D7-A099-ECF4-BBBF-11F182171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CE00699-45DE-294B-EEA4-1C6DF3B9B30A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6236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0B5CDD-118F-C4AC-C3CB-4CC5A6823186}"/>
              </a:ext>
            </a:extLst>
          </p:cNvPr>
          <p:cNvPicPr/>
          <p:nvPr userDrawn="1">
            <p:custDataLst>
              <p:tags r:id="rId3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623607"/>
          </a:xfrm>
          <a:prstGeom prst="rect">
            <a:avLst/>
          </a:prstGeom>
        </p:spPr>
      </p:pic>
      <p:sp>
        <p:nvSpPr>
          <p:cNvPr id="113666" name="Rectangle 3">
            <a:extLst>
              <a:ext uri="{FF2B5EF4-FFF2-40B4-BE49-F238E27FC236}">
                <a16:creationId xmlns:a16="http://schemas.microsoft.com/office/drawing/2014/main" id="{8C8C32C1-120D-5E84-B8D2-A9BAA4DCC867}"/>
              </a:ext>
            </a:extLst>
          </p:cNvPr>
          <p:cNvSpPr txBox="1"/>
          <p:nvPr/>
        </p:nvSpPr>
        <p:spPr>
          <a:xfrm>
            <a:off x="436563" y="836613"/>
            <a:ext cx="8456612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15000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校园住房服务中心为学生提供“帮学生找房间”服务。房东填写其可以出租的房间信息表格，注册本服务的学生可以搜索出租信息寻找满足他们需求的房间，然后他们直接联系房东看房，并且可能会租它。当房子已经出租出去时，房东会联系该服务要求删除表单。</a:t>
            </a:r>
          </a:p>
          <a:p>
            <a:pPr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</a:rPr>
              <a:t>包含哪些实体集？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       房东、房间、学生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</a:rPr>
              <a:t>每个实体集可能有哪些属性？</a:t>
            </a:r>
            <a:b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</a:b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房东：身份证号*，姓名，电话，评价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……</a:t>
            </a:r>
            <a:b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</a:b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房间：房子编号*，位置，房型，租金，是否合租，合租人员信息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……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学生：学号*，姓名，性别，电话，评价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……</a:t>
            </a:r>
          </a:p>
          <a:p>
            <a:pPr lvl="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实体集之间有何联系？联系有何属性？</a:t>
            </a:r>
            <a:endParaRPr lang="en-US" altLang="zh-CN" sz="18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400050" lvl="1" indent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房东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房间的联系：发布（发布时间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……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）；学生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房间的联系：租赁（租赁时间、租赁时长、租赁合同）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62A3BE"/>
                </a:solidFill>
                <a:latin typeface="Times New Roman" panose="02020603050405020304" pitchFamily="18" charset="0"/>
                <a:ea typeface="楷体" panose="02010609060101010101" charset="-122"/>
                <a:cs typeface="微软雅黑" panose="020B0503020204020204" pitchFamily="34" charset="-122"/>
              </a:rPr>
              <a:t>请画出概念模型图。</a:t>
            </a:r>
            <a:endParaRPr lang="en-US" altLang="zh-CN" sz="1800" b="1" dirty="0">
              <a:solidFill>
                <a:srgbClr val="62A3BE"/>
              </a:solidFill>
              <a:latin typeface="Times New Roman" panose="02020603050405020304" pitchFamily="18" charset="0"/>
              <a:ea typeface="楷体" panose="02010609060101010101" charset="-122"/>
              <a:cs typeface="微软雅黑" panose="020B0503020204020204" pitchFamily="34" charset="-122"/>
            </a:endParaRPr>
          </a:p>
          <a:p>
            <a:pPr marL="0" lvl="0" indent="0">
              <a:lnSpc>
                <a:spcPct val="115000"/>
              </a:lnSpc>
              <a:buNone/>
            </a:pPr>
            <a:endParaRPr lang="zh-CN" alt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13667" name="TextBox 2">
            <a:extLst>
              <a:ext uri="{FF2B5EF4-FFF2-40B4-BE49-F238E27FC236}">
                <a16:creationId xmlns:a16="http://schemas.microsoft.com/office/drawing/2014/main" id="{74D9AD8B-8292-20B8-806D-5D1D2A0B2AE7}"/>
              </a:ext>
            </a:extLst>
          </p:cNvPr>
          <p:cNvSpPr txBox="1"/>
          <p:nvPr/>
        </p:nvSpPr>
        <p:spPr>
          <a:xfrm>
            <a:off x="436563" y="176213"/>
            <a:ext cx="259238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</a:rPr>
              <a:t>练习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60046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82d1911-1725-4c55-959f-07bfeb6b6d57"/>
  <p:tag name="FULLTEXTBEAUTIFYED" val="1"/>
  <p:tag name="COMMONDATA" val="eyJoZGlkIjoiMTA3NmMyZDIyYzFlYTljMDIyMjcwNWY5NzdhYThhM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5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204359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5、19、22、23、24、25、26、29、34、39、42、4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SUBCATEGORY" val="0"/>
  <p:tag name="KSO_WM_SLIDE_ITEM_CNT" val="0"/>
  <p:tag name="KSO_WM_SLIDE_INDEX" val="1"/>
  <p:tag name="KSO_WM_TAG_VERSION" val="1.0"/>
  <p:tag name="KSO_WM_SLIDE_LAYOUT" val="a_b"/>
  <p:tag name="KSO_WM_SLIDE_LAYOUT_CNT" val="1_3"/>
  <p:tag name="KSO_WM_SLIDE_TYPE" val="title"/>
  <p:tag name="KSO_WM_SLIDE_SUBTYPE" val="pureTxt"/>
  <p:tag name="KSO_WM_TEMPLATE_MASTER_TYPE" val="1"/>
  <p:tag name="KSO_WM_TEMPLATE_COLOR_TYPE" val="1"/>
  <p:tag name="KSO_WM_TEMPLATE_CATEGORY" val="custom"/>
  <p:tag name="KSO_WM_TEMPLATE_INDEX" val="20204359"/>
  <p:tag name="KSO_WM_SLIDE_ID" val="custom20204359_1"/>
  <p:tag name="KSO_WM_TEMPLATE_MASTER_THUMB_INDEX" val="12"/>
  <p:tag name="KSO_WM_TEMPLATE_THUMBS_INDEX" val="1、4、7、9、12、15、19、22、23、24、25、26、29、34、39、42、4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b"/>
  <p:tag name="KSO_WM_UNIT_INDEX" val="1"/>
  <p:tag name="KSO_WM_UNIT_PRESET_TEXT" val="单击此处添加副标题内容"/>
  <p:tag name="KSO_WM_TEMPLATE_CATEGORY" val="custom"/>
  <p:tag name="KSO_WM_TEMPLATE_INDEX" val="20204359"/>
  <p:tag name="KSO_WM_UNIT_ID" val="custom20204359_1*b*1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0"/>
  <p:tag name="KSO_WM_UNIT_TYPE" val="a"/>
  <p:tag name="KSO_WM_UNIT_INDEX" val="1"/>
  <p:tag name="KSO_WM_UNIT_PRESET_TEXT" val="活动策划方案"/>
  <p:tag name="KSO_WM_TEMPLATE_CATEGORY" val="custom"/>
  <p:tag name="KSO_WM_TEMPLATE_INDEX" val="20204359"/>
  <p:tag name="KSO_WM_UNIT_ID" val="custom20204359_1*a*1"/>
  <p:tag name="KSO_WM_UNIT_ISNUMDGMTITLE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.6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3"/>
  <p:tag name="KSO_WM_UNIT_LINE_FILL_TYPE" val="2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SHADOW_SCHEMECOLOR_INDEX_BRIGHTNESS" val="0"/>
  <p:tag name="KSO_WM_UNIT_SHADOW_SCHEMECOLOR_INDEX" val="16"/>
  <p:tag name="KSO_WM_UNIT_TEXT_FILL_FORE_SCHEMECOLOR_INDEX_BRIGHTNESS" val="0"/>
  <p:tag name="KSO_WM_UNIT_TEXT_FILL_FORE_SCHEMECOLOR_INDEX" val="13"/>
  <p:tag name="KSO_WM_UNIT_TEXT_FILL_TYPE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.8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1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1"/>
  <p:tag name="KSO_WM_UNIT_TEXT_FILL_TYPE" val="1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2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13"/>
  <p:tag name="KSO_WM_UNIT_LINE_FILL_TYPE" val="2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286a762-3129-46e1-b747-f1234e9bc4bb}"/>
  <p:tag name="KSO_WM_UNIT_TYPE" val="i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86247051-b891-4bf1-976c-50174552f2bd}"/>
  <p:tag name="KSO_WM_UNIT_TYPE" val="i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7707055-3ecc-4369-9adc-ddd9db475c5c}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2"/>
  <p:tag name="KSO_WM_UNIT_TEXT_FILL_TYPE" val="1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64eb5630-1216-44e7-a5c2-425c25ff2950}"/>
  <p:tag name="KSO_WM_UNIT_TYPE" val="i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11accd1e-2440-4d8c-807e-91d60ff6e7f5}"/>
  <p:tag name="KSO_WM_UNIT_TYPE" val="i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50">
      <a:dk1>
        <a:srgbClr val="000000"/>
      </a:dk1>
      <a:lt1>
        <a:srgbClr val="FFFFFF"/>
      </a:lt1>
      <a:dk2>
        <a:srgbClr val="EAF1F6"/>
      </a:dk2>
      <a:lt2>
        <a:srgbClr val="FFFFFF"/>
      </a:lt2>
      <a:accent1>
        <a:srgbClr val="476BAB"/>
      </a:accent1>
      <a:accent2>
        <a:srgbClr val="267793"/>
      </a:accent2>
      <a:accent3>
        <a:srgbClr val="2E7861"/>
      </a:accent3>
      <a:accent4>
        <a:srgbClr val="53703E"/>
      </a:accent4>
      <a:accent5>
        <a:srgbClr val="866134"/>
      </a:accent5>
      <a:accent6>
        <a:srgbClr val="AB5345"/>
      </a:accent6>
      <a:hlink>
        <a:srgbClr val="0563C1"/>
      </a:hlink>
      <a:folHlink>
        <a:srgbClr val="954E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4790</Words>
  <Application>Microsoft Macintosh PowerPoint</Application>
  <PresentationFormat>全屏显示(4:3)</PresentationFormat>
  <Paragraphs>738</Paragraphs>
  <Slides>57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57</vt:i4>
      </vt:variant>
    </vt:vector>
  </HeadingPairs>
  <TitlesOfParts>
    <vt:vector size="66" baseType="lpstr">
      <vt:lpstr>楷体</vt:lpstr>
      <vt:lpstr>楷体</vt:lpstr>
      <vt:lpstr>微软雅黑</vt:lpstr>
      <vt:lpstr>Arial</vt:lpstr>
      <vt:lpstr>Calibri</vt:lpstr>
      <vt:lpstr>Times New Roman</vt:lpstr>
      <vt:lpstr>Wingdings</vt:lpstr>
      <vt:lpstr>Soaring</vt:lpstr>
      <vt:lpstr>2_Office 主题​​</vt:lpstr>
      <vt:lpstr>管理信息系统</vt:lpstr>
      <vt:lpstr>第2章 信息技术基础设施</vt:lpstr>
      <vt:lpstr>第2章 信息系统技术基础</vt:lpstr>
      <vt:lpstr>PowerPoint 演示文稿</vt:lpstr>
      <vt:lpstr>PowerPoint 演示文稿</vt:lpstr>
      <vt:lpstr>PowerPoint 演示文稿</vt:lpstr>
      <vt:lpstr>PowerPoint 演示文稿</vt:lpstr>
      <vt:lpstr>2、计算机软件</vt:lpstr>
      <vt:lpstr>PowerPoint 演示文稿</vt:lpstr>
      <vt:lpstr>  阅读：比尔·盖茨是怎样发家的？</vt:lpstr>
      <vt:lpstr>3、数据通信技术</vt:lpstr>
      <vt:lpstr>3、数据通信技术</vt:lpstr>
      <vt:lpstr>PowerPoint 演示文稿</vt:lpstr>
      <vt:lpstr>第2章 信息系统技术基础</vt:lpstr>
      <vt:lpstr>PowerPoint 演示文稿</vt:lpstr>
      <vt:lpstr>1、数据处理</vt:lpstr>
      <vt:lpstr>PowerPoint 演示文稿</vt:lpstr>
      <vt:lpstr>PowerPoint 演示文稿</vt:lpstr>
      <vt:lpstr>PowerPoint 演示文稿</vt:lpstr>
      <vt:lpstr>2、数据组织</vt:lpstr>
      <vt:lpstr>PowerPoint 演示文稿</vt:lpstr>
      <vt:lpstr>PowerPoint 演示文稿</vt:lpstr>
      <vt:lpstr>3、数据库</vt:lpstr>
      <vt:lpstr>3、数据库</vt:lpstr>
      <vt:lpstr>PowerPoint 演示文稿</vt:lpstr>
      <vt:lpstr>3、数据库</vt:lpstr>
      <vt:lpstr>PowerPoint 演示文稿</vt:lpstr>
      <vt:lpstr>3、数据库</vt:lpstr>
      <vt:lpstr>PowerPoint 演示文稿</vt:lpstr>
      <vt:lpstr>PowerPoint 演示文稿</vt:lpstr>
      <vt:lpstr>PowerPoint 演示文稿</vt:lpstr>
      <vt:lpstr>第2章 信息系统技术基础</vt:lpstr>
      <vt:lpstr>PowerPoint 演示文稿</vt:lpstr>
      <vt:lpstr>1、信息的四种世界及其转换</vt:lpstr>
      <vt:lpstr>PowerPoint 演示文稿</vt:lpstr>
      <vt:lpstr>2、概念模型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E-R图例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2022-12-01T02:26:21Z</dcterms:created>
  <dcterms:modified xsi:type="dcterms:W3CDTF">2026-05-19T11:39:49Z</dcterms:modified>
</cp:coreProperties>
</file>