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heme/theme3.xml" ContentType="application/vnd.openxmlformats-officedocument.them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1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2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3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4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5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notesSlides/notesSlide6.xml" ContentType="application/vnd.openxmlformats-officedocument.presentationml.notesSlide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notesSlides/notesSlide7.xml" ContentType="application/vnd.openxmlformats-officedocument.presentationml.notesSlide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8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9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notesSlides/notesSlide10.xml" ContentType="application/vnd.openxmlformats-officedocument.presentationml.notesSlide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notesSlides/notesSlide11.xml" ContentType="application/vnd.openxmlformats-officedocument.presentationml.notesSlide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notesSlides/notesSlide12.xml" ContentType="application/vnd.openxmlformats-officedocument.presentationml.notesSlide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notesSlides/notesSlide13.xml" ContentType="application/vnd.openxmlformats-officedocument.presentationml.notesSlide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notesSlides/notesSlide14.xml" ContentType="application/vnd.openxmlformats-officedocument.presentationml.notesSlide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15.xml" ContentType="application/vnd.openxmlformats-officedocument.presentationml.notesSlide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notesSlides/notesSlide16.xml" ContentType="application/vnd.openxmlformats-officedocument.presentationml.notesSlide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17.xml" ContentType="application/vnd.openxmlformats-officedocument.presentationml.notesSlide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8.xml" ContentType="application/vnd.openxmlformats-officedocument.presentationml.notesSlid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notesSlides/notesSlide19.xml" ContentType="application/vnd.openxmlformats-officedocument.presentationml.notesSlide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20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notesSlides/notesSlide21.xml" ContentType="application/vnd.openxmlformats-officedocument.presentationml.notesSlide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notesSlides/notesSlide22.xml" ContentType="application/vnd.openxmlformats-officedocument.presentationml.notesSlide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notesSlides/notesSlide23.xml" ContentType="application/vnd.openxmlformats-officedocument.presentationml.notesSlide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notesSlides/notesSlide24.xml" ContentType="application/vnd.openxmlformats-officedocument.presentationml.notesSlide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notesSlides/notesSlide25.xml" ContentType="application/vnd.openxmlformats-officedocument.presentationml.notesSlide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notesSlides/notesSlide26.xml" ContentType="application/vnd.openxmlformats-officedocument.presentationml.notesSlide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notesSlides/notesSlide27.xml" ContentType="application/vnd.openxmlformats-officedocument.presentationml.notesSlide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notesSlides/notesSlide28.xml" ContentType="application/vnd.openxmlformats-officedocument.presentationml.notesSlide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notesSlides/notesSlide29.xml" ContentType="application/vnd.openxmlformats-officedocument.presentationml.notesSlide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notesSlides/notesSlide30.xml" ContentType="application/vnd.openxmlformats-officedocument.presentationml.notesSlide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notesSlides/notesSlide31.xml" ContentType="application/vnd.openxmlformats-officedocument.presentationml.notesSlide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notesSlides/notesSlide32.xml" ContentType="application/vnd.openxmlformats-officedocument.presentationml.notesSlide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notesSlides/notesSlide33.xml" ContentType="application/vnd.openxmlformats-officedocument.presentationml.notesSlide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notesSlides/notesSlide34.xml" ContentType="application/vnd.openxmlformats-officedocument.presentationml.notesSlide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notesSlides/notesSlide35.xml" ContentType="application/vnd.openxmlformats-officedocument.presentationml.notesSlide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notesSlides/notesSlide36.xml" ContentType="application/vnd.openxmlformats-officedocument.presentationml.notesSlide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notesSlides/notesSlide37.xml" ContentType="application/vnd.openxmlformats-officedocument.presentationml.notesSlide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notesSlides/notesSlide38.xml" ContentType="application/vnd.openxmlformats-officedocument.presentationml.notesSlide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notesSlides/notesSlide39.xml" ContentType="application/vnd.openxmlformats-officedocument.presentationml.notesSlide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notesSlides/notesSlide40.xml" ContentType="application/vnd.openxmlformats-officedocument.presentationml.notesSlide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notesSlides/notesSlide41.xml" ContentType="application/vnd.openxmlformats-officedocument.presentationml.notesSlide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notesSlides/notesSlide42.xml" ContentType="application/vnd.openxmlformats-officedocument.presentationml.notesSlide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notesSlides/notesSlide43.xml" ContentType="application/vnd.openxmlformats-officedocument.presentationml.notesSlide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notesSlides/notesSlide44.xml" ContentType="application/vnd.openxmlformats-officedocument.presentationml.notesSlide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notesSlides/notesSlide45.xml" ContentType="application/vnd.openxmlformats-officedocument.presentationml.notesSlide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notesSlides/notesSlide46.xml" ContentType="application/vnd.openxmlformats-officedocument.presentationml.notesSlide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notesSlides/notesSlide47.xml" ContentType="application/vnd.openxmlformats-officedocument.presentationml.notesSlide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notesSlides/notesSlide48.xml" ContentType="application/vnd.openxmlformats-officedocument.presentationml.notesSlide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notesSlides/notesSlide49.xml" ContentType="application/vnd.openxmlformats-officedocument.presentationml.notesSlide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notesSlides/notesSlide50.xml" ContentType="application/vnd.openxmlformats-officedocument.presentationml.notesSlide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notesSlides/notesSlide51.xml" ContentType="application/vnd.openxmlformats-officedocument.presentationml.notesSlide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notesSlides/notesSlide52.xml" ContentType="application/vnd.openxmlformats-officedocument.presentationml.notesSlide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notesSlides/notesSlide53.xml" ContentType="application/vnd.openxmlformats-officedocument.presentationml.notesSlide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notesSlides/notesSlide54.xml" ContentType="application/vnd.openxmlformats-officedocument.presentationml.notesSlide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notesSlides/notesSlide55.xml" ContentType="application/vnd.openxmlformats-officedocument.presentationml.notesSlide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notesSlides/notesSlide56.xml" ContentType="application/vnd.openxmlformats-officedocument.presentationml.notesSlide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notesSlides/notesSlide57.xml" ContentType="application/vnd.openxmlformats-officedocument.presentationml.notesSlide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0" r:id="rId2"/>
  </p:sldMasterIdLst>
  <p:notesMasterIdLst>
    <p:notesMasterId r:id="rId88"/>
  </p:notesMasterIdLst>
  <p:sldIdLst>
    <p:sldId id="530" r:id="rId3"/>
    <p:sldId id="531" r:id="rId4"/>
    <p:sldId id="643" r:id="rId5"/>
    <p:sldId id="644" r:id="rId6"/>
    <p:sldId id="543" r:id="rId7"/>
    <p:sldId id="544" r:id="rId8"/>
    <p:sldId id="545" r:id="rId9"/>
    <p:sldId id="546" r:id="rId10"/>
    <p:sldId id="547" r:id="rId11"/>
    <p:sldId id="549" r:id="rId12"/>
    <p:sldId id="629" r:id="rId13"/>
    <p:sldId id="550" r:id="rId14"/>
    <p:sldId id="645" r:id="rId15"/>
    <p:sldId id="631" r:id="rId16"/>
    <p:sldId id="552" r:id="rId17"/>
    <p:sldId id="553" r:id="rId18"/>
    <p:sldId id="554" r:id="rId19"/>
    <p:sldId id="555" r:id="rId20"/>
    <p:sldId id="556" r:id="rId21"/>
    <p:sldId id="559" r:id="rId22"/>
    <p:sldId id="560" r:id="rId23"/>
    <p:sldId id="647" r:id="rId24"/>
    <p:sldId id="634" r:id="rId25"/>
    <p:sldId id="562" r:id="rId26"/>
    <p:sldId id="648" r:id="rId27"/>
    <p:sldId id="568" r:id="rId28"/>
    <p:sldId id="632" r:id="rId29"/>
    <p:sldId id="569" r:id="rId30"/>
    <p:sldId id="570" r:id="rId31"/>
    <p:sldId id="571" r:id="rId32"/>
    <p:sldId id="646" r:id="rId33"/>
    <p:sldId id="573" r:id="rId34"/>
    <p:sldId id="574" r:id="rId35"/>
    <p:sldId id="575" r:id="rId36"/>
    <p:sldId id="576" r:id="rId37"/>
    <p:sldId id="577" r:id="rId38"/>
    <p:sldId id="579" r:id="rId39"/>
    <p:sldId id="580" r:id="rId40"/>
    <p:sldId id="581" r:id="rId41"/>
    <p:sldId id="582" r:id="rId42"/>
    <p:sldId id="583" r:id="rId43"/>
    <p:sldId id="584" r:id="rId44"/>
    <p:sldId id="585" r:id="rId45"/>
    <p:sldId id="586" r:id="rId46"/>
    <p:sldId id="587" r:id="rId47"/>
    <p:sldId id="588" r:id="rId48"/>
    <p:sldId id="589" r:id="rId49"/>
    <p:sldId id="590" r:id="rId50"/>
    <p:sldId id="652" r:id="rId51"/>
    <p:sldId id="653" r:id="rId52"/>
    <p:sldId id="651" r:id="rId53"/>
    <p:sldId id="591" r:id="rId54"/>
    <p:sldId id="592" r:id="rId55"/>
    <p:sldId id="593" r:id="rId56"/>
    <p:sldId id="594" r:id="rId57"/>
    <p:sldId id="596" r:id="rId58"/>
    <p:sldId id="595" r:id="rId59"/>
    <p:sldId id="649" r:id="rId60"/>
    <p:sldId id="597" r:id="rId61"/>
    <p:sldId id="598" r:id="rId62"/>
    <p:sldId id="599" r:id="rId63"/>
    <p:sldId id="600" r:id="rId64"/>
    <p:sldId id="602" r:id="rId65"/>
    <p:sldId id="603" r:id="rId66"/>
    <p:sldId id="604" r:id="rId67"/>
    <p:sldId id="605" r:id="rId68"/>
    <p:sldId id="606" r:id="rId69"/>
    <p:sldId id="607" r:id="rId70"/>
    <p:sldId id="608" r:id="rId71"/>
    <p:sldId id="609" r:id="rId72"/>
    <p:sldId id="610" r:id="rId73"/>
    <p:sldId id="611" r:id="rId74"/>
    <p:sldId id="612" r:id="rId75"/>
    <p:sldId id="613" r:id="rId76"/>
    <p:sldId id="615" r:id="rId77"/>
    <p:sldId id="616" r:id="rId78"/>
    <p:sldId id="614" r:id="rId79"/>
    <p:sldId id="617" r:id="rId80"/>
    <p:sldId id="641" r:id="rId81"/>
    <p:sldId id="618" r:id="rId82"/>
    <p:sldId id="619" r:id="rId83"/>
    <p:sldId id="642" r:id="rId84"/>
    <p:sldId id="621" r:id="rId85"/>
    <p:sldId id="639" r:id="rId86"/>
    <p:sldId id="626" r:id="rId87"/>
  </p:sldIdLst>
  <p:sldSz cx="9144000" cy="6858000" type="screen4x3"/>
  <p:notesSz cx="6858000" cy="9144000"/>
  <p:custDataLst>
    <p:tags r:id="rId8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A3B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95788" autoAdjust="0"/>
  </p:normalViewPr>
  <p:slideViewPr>
    <p:cSldViewPr showGuides="1">
      <p:cViewPr varScale="1">
        <p:scale>
          <a:sx n="109" d="100"/>
          <a:sy n="109" d="100"/>
        </p:scale>
        <p:origin x="1266" y="102"/>
      </p:cViewPr>
      <p:guideLst>
        <p:guide orient="horz" pos="2136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tags" Target="tags/tag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commentAuthors" Target="commentAuthor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775E0E-629C-4CC1-8397-7474CF08E020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2025/3/25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82092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8511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71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5508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0895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73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2195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8684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计算机主要用于科学计算。硬件外存只有纸带，卡片，磁带，没有磁盘等直接存取的存储设备；软件没有操作系统，没有管理数据软件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7870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硬件方面有了磁盘，磁鼓等直接存取存储设备。软件方面有了专门的数据管理软件</a:t>
            </a:r>
            <a:r>
              <a:rPr lang="en-US" altLang="zh-CN" sz="1200" dirty="0">
                <a:solidFill>
                  <a:srgbClr val="FF0000"/>
                </a:solidFill>
                <a:ea typeface="楷体" panose="02010609060101010101" charset="-122"/>
              </a:rPr>
              <a:t>——</a:t>
            </a: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文件系统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60974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管理对象规模越来越大，应用范围越来越广泛，数据量急剧增加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25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680044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757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27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40330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778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31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945206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39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60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80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01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4915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49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340459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50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69069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51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332845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/>
        <p:txBody>
          <a:bodyPr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1208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网状模型就是用网络结构来表示实体之间联系的模型。它取消了层次模型的两个限制条件，允许有多个结点没有父结点，且允许每个结点可以有多个父结点。</a:t>
            </a:r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58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526943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290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64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5739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35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69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35060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43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75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31977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4160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8877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9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49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82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569017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78251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194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file:///C:\Users\1V994W2\PycharmProjects\PPT_Background_Generation/pic_temp/pic_sup.png" TargetMode="External"/><Relationship Id="rId5" Type="http://schemas.openxmlformats.org/officeDocument/2006/relationships/tags" Target="../tags/tag12.xml"/><Relationship Id="rId10" Type="http://schemas.openxmlformats.org/officeDocument/2006/relationships/image" Target="../media/image1.png"/><Relationship Id="rId4" Type="http://schemas.openxmlformats.org/officeDocument/2006/relationships/tags" Target="../tags/tag11.xml"/><Relationship Id="rId9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png"/><Relationship Id="rId5" Type="http://schemas.openxmlformats.org/officeDocument/2006/relationships/tags" Target="../tags/tag20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9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tags" Target="../tags/tag25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2.xml"/><Relationship Id="rId10" Type="http://schemas.openxmlformats.org/officeDocument/2006/relationships/image" Target="../media/image2.png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50.xml"/><Relationship Id="rId10" Type="http://schemas.openxmlformats.org/officeDocument/2006/relationships/image" Target="../media/image3.png"/><Relationship Id="rId4" Type="http://schemas.openxmlformats.org/officeDocument/2006/relationships/tags" Target="../tags/tag49.xml"/><Relationship Id="rId9" Type="http://schemas.openxmlformats.org/officeDocument/2006/relationships/image" Target="file:///C:\Users\1V994W2\Documents\Tencent%20Files\574576071\FileRecv\&#25340;&#35013;&#32032;&#26448;\&#31616;&#32422;&#28385;&#29256;-28\\19\subject_holdleft_72,108,173_0_staid_full_0.png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59.xml"/><Relationship Id="rId10" Type="http://schemas.openxmlformats.org/officeDocument/2006/relationships/image" Target="../media/image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3.png"/><Relationship Id="rId5" Type="http://schemas.openxmlformats.org/officeDocument/2006/relationships/tags" Target="../tags/tag67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74.xml"/><Relationship Id="rId10" Type="http://schemas.openxmlformats.org/officeDocument/2006/relationships/image" Target="../media/image3.png"/><Relationship Id="rId4" Type="http://schemas.openxmlformats.org/officeDocument/2006/relationships/tags" Target="../tags/tag73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file:///C:\Users\1V994W2\PycharmProjects\PPT_Background_Generation/pic_temp/pic_sup.png" TargetMode="Externa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86.xml"/><Relationship Id="rId10" Type="http://schemas.openxmlformats.org/officeDocument/2006/relationships/image" Target="../media/image3.png"/><Relationship Id="rId4" Type="http://schemas.openxmlformats.org/officeDocument/2006/relationships/tags" Target="../tags/tag85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92.xml"/><Relationship Id="rId10" Type="http://schemas.openxmlformats.org/officeDocument/2006/relationships/image" Target="../media/image2.png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0.xml"/><Relationship Id="rId10" Type="http://schemas.openxmlformats.org/officeDocument/2006/relationships/image" Target="../media/image2.png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image" Target="../media/image3.png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2.png"/><Relationship Id="rId5" Type="http://schemas.openxmlformats.org/officeDocument/2006/relationships/tags" Target="../tags/tag10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3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2.png"/><Relationship Id="rId5" Type="http://schemas.openxmlformats.org/officeDocument/2006/relationships/tags" Target="../tags/tag11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image" Target="../media/image2.png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image" Target="../media/image3.png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3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37.xml"/><Relationship Id="rId10" Type="http://schemas.openxmlformats.org/officeDocument/2006/relationships/image" Target="../media/image6.png"/><Relationship Id="rId4" Type="http://schemas.openxmlformats.org/officeDocument/2006/relationships/tags" Target="../tags/tag136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Arc 4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9900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4787741" y="451419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6"/>
            </p:custDataLst>
          </p:nvPr>
        </p:nvSpPr>
        <p:spPr>
          <a:xfrm>
            <a:off x="4787741" y="503616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7"/>
            </p:custDataLst>
          </p:nvPr>
        </p:nvSpPr>
        <p:spPr>
          <a:xfrm>
            <a:off x="4788000" y="2436774"/>
            <a:ext cx="3619024" cy="728186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3040" b="0" spc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4787741" y="3440747"/>
            <a:ext cx="3619500" cy="360045"/>
          </a:xfrm>
        </p:spPr>
        <p:txBody>
          <a:bodyPr vert="horz" wrap="square" lIns="90170" tIns="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125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 algn="ctr">
              <a:buNone/>
            </a:lvl2pPr>
            <a:lvl3pPr marL="514350" indent="0" algn="ctr">
              <a:buNone/>
            </a:lvl3pPr>
            <a:lvl4pPr marL="771525" indent="0" algn="ctr">
              <a:buNone/>
            </a:lvl4pPr>
            <a:lvl5pPr marL="1028700" indent="0" algn="ctr">
              <a:buNone/>
            </a:lvl5pPr>
            <a:lvl6pPr marL="1285875" indent="0" algn="ctr">
              <a:buNone/>
            </a:lvl6pPr>
            <a:lvl7pPr marL="1543050" indent="0" algn="ctr">
              <a:buNone/>
            </a:lvl7pPr>
            <a:lvl8pPr marL="1800225" indent="0" algn="ctr">
              <a:buNone/>
            </a:lvl8pPr>
            <a:lvl9pPr marL="2057400" indent="0" algn="ctr">
              <a:buNone/>
            </a:lvl9pPr>
          </a:lstStyle>
          <a:p>
            <a:r>
              <a:rPr lang="zh-CN" altLang="en-US"/>
              <a:t>单击此处编辑副标题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3048000" cy="175631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722483" y="2814875"/>
            <a:ext cx="3699034" cy="1228249"/>
          </a:xfrm>
        </p:spPr>
        <p:txBody>
          <a:bodyPr vert="horz" wrap="square" lIns="90170" tIns="46990" rIns="90170" bIns="4699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4500" b="0" spc="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4679158" y="1626121"/>
            <a:ext cx="3962432" cy="4041680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1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502447" y="1000133"/>
            <a:ext cx="3962432" cy="285752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12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125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623560" y="2006384"/>
            <a:ext cx="3291840" cy="284523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2025/3/25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02447" y="1626121"/>
            <a:ext cx="8139178" cy="404168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5"/>
            </p:custDataLst>
          </p:nvPr>
        </p:nvSpPr>
        <p:spPr>
          <a:xfrm>
            <a:off x="4956810" y="3669189"/>
            <a:ext cx="1441133" cy="362903"/>
          </a:xfrm>
        </p:spPr>
        <p:txBody>
          <a:bodyPr vert="horz" wrap="square" lIns="90170" tIns="46990" rIns="90170" bIns="46990" anchor="t" anchorCtr="0">
            <a:noAutofit/>
          </a:bodyPr>
          <a:lstStyle>
            <a:lvl1pPr marL="257175" marR="0" indent="-257175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350" b="0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6"/>
            </p:custDataLst>
          </p:nvPr>
        </p:nvSpPr>
        <p:spPr>
          <a:xfrm>
            <a:off x="4956974" y="2447683"/>
            <a:ext cx="3429027" cy="879158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3715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wrap="square" anchor="ctr">
            <a:normAutofit/>
          </a:bodyPr>
          <a:lstStyle>
            <a:lvl1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wrap="square" anchor="ctr" anchorCtr="0">
            <a:normAutofit/>
          </a:bodyPr>
          <a:lstStyle>
            <a:lvl1pPr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9000" y="859500"/>
            <a:ext cx="8232300" cy="469800"/>
          </a:xfrm>
        </p:spPr>
        <p:txBody>
          <a:bodyPr wrap="square" anchor="ctr">
            <a:normAutofit/>
          </a:bodyPr>
          <a:lstStyle>
            <a:lvl1pPr algn="ctr"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59000" y="1763100"/>
            <a:ext cx="8231981" cy="621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59581" y="3236850"/>
            <a:ext cx="8224200" cy="25731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740250"/>
            <a:ext cx="8232300" cy="423900"/>
          </a:xfrm>
        </p:spPr>
        <p:txBody>
          <a:bodyPr wrap="square" anchor="ctr" anchorCtr="0">
            <a:normAutofit/>
          </a:bodyPr>
          <a:lstStyle>
            <a:lvl1pPr algn="ctr"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2082600"/>
            <a:ext cx="8243100" cy="2408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306850"/>
            <a:ext cx="8251200" cy="7587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2" name="图片 11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234393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34700" y="292846"/>
            <a:ext cx="8278200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34700" y="2025000"/>
            <a:ext cx="40068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681800" y="2025000"/>
            <a:ext cx="40257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429300" y="4914450"/>
            <a:ext cx="40068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4689900" y="4910850"/>
            <a:ext cx="40257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2518"/>
            <a:ext cx="9144000" cy="3712964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454883"/>
            <a:ext cx="1215152" cy="140311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4883"/>
            <a:ext cx="1215152" cy="14031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42100" y="1637550"/>
            <a:ext cx="6858000" cy="1790100"/>
          </a:xfrm>
        </p:spPr>
        <p:txBody>
          <a:bodyPr wrap="square" anchor="b">
            <a:normAutofit/>
          </a:bodyPr>
          <a:lstStyle>
            <a:lvl1pPr algn="ctr">
              <a:defRPr sz="337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4069800"/>
            <a:ext cx="6858000" cy="1242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1027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1028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7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Rectangle 10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103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135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905510" algn="l"/>
        </a:tabLst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tags" Target="../tags/tag156.xml"/><Relationship Id="rId18" Type="http://schemas.openxmlformats.org/officeDocument/2006/relationships/tags" Target="../tags/tag161.xml"/><Relationship Id="rId3" Type="http://schemas.openxmlformats.org/officeDocument/2006/relationships/tags" Target="../tags/tag146.xml"/><Relationship Id="rId21" Type="http://schemas.openxmlformats.org/officeDocument/2006/relationships/tags" Target="../tags/tag164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17" Type="http://schemas.openxmlformats.org/officeDocument/2006/relationships/tags" Target="../tags/tag160.xml"/><Relationship Id="rId25" Type="http://schemas.openxmlformats.org/officeDocument/2006/relationships/notesSlide" Target="../notesSlides/notesSlide1.xml"/><Relationship Id="rId2" Type="http://schemas.openxmlformats.org/officeDocument/2006/relationships/tags" Target="../tags/tag145.xml"/><Relationship Id="rId16" Type="http://schemas.openxmlformats.org/officeDocument/2006/relationships/tags" Target="../tags/tag159.xml"/><Relationship Id="rId20" Type="http://schemas.openxmlformats.org/officeDocument/2006/relationships/tags" Target="../tags/tag163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24" Type="http://schemas.openxmlformats.org/officeDocument/2006/relationships/slideLayout" Target="../slideLayouts/slideLayout17.xml"/><Relationship Id="rId5" Type="http://schemas.openxmlformats.org/officeDocument/2006/relationships/tags" Target="../tags/tag148.xml"/><Relationship Id="rId15" Type="http://schemas.openxmlformats.org/officeDocument/2006/relationships/tags" Target="../tags/tag158.xml"/><Relationship Id="rId23" Type="http://schemas.openxmlformats.org/officeDocument/2006/relationships/tags" Target="../tags/tag166.xml"/><Relationship Id="rId10" Type="http://schemas.openxmlformats.org/officeDocument/2006/relationships/tags" Target="../tags/tag153.xml"/><Relationship Id="rId19" Type="http://schemas.openxmlformats.org/officeDocument/2006/relationships/tags" Target="../tags/tag162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tags" Target="../tags/tag157.xml"/><Relationship Id="rId22" Type="http://schemas.openxmlformats.org/officeDocument/2006/relationships/tags" Target="../tags/tag16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69.xml"/><Relationship Id="rId7" Type="http://schemas.openxmlformats.org/officeDocument/2006/relationships/image" Target="../media/image2.png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70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73.xml"/><Relationship Id="rId7" Type="http://schemas.openxmlformats.org/officeDocument/2006/relationships/image" Target="../media/image2.png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74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slide" Target="slide1.xml"/><Relationship Id="rId3" Type="http://schemas.openxmlformats.org/officeDocument/2006/relationships/tags" Target="../tags/tag177.xml"/><Relationship Id="rId7" Type="http://schemas.openxmlformats.org/officeDocument/2006/relationships/slideLayout" Target="../slideLayouts/slideLayout18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image" Target="../media/image3.png"/><Relationship Id="rId5" Type="http://schemas.openxmlformats.org/officeDocument/2006/relationships/tags" Target="../tags/tag179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78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tags" Target="../tags/tag206.xml"/><Relationship Id="rId39" Type="http://schemas.openxmlformats.org/officeDocument/2006/relationships/tags" Target="../tags/tag219.xml"/><Relationship Id="rId21" Type="http://schemas.openxmlformats.org/officeDocument/2006/relationships/tags" Target="../tags/tag201.xml"/><Relationship Id="rId34" Type="http://schemas.openxmlformats.org/officeDocument/2006/relationships/tags" Target="../tags/tag214.xml"/><Relationship Id="rId42" Type="http://schemas.openxmlformats.org/officeDocument/2006/relationships/tags" Target="../tags/tag222.xml"/><Relationship Id="rId47" Type="http://schemas.openxmlformats.org/officeDocument/2006/relationships/tags" Target="../tags/tag227.xml"/><Relationship Id="rId50" Type="http://schemas.openxmlformats.org/officeDocument/2006/relationships/tags" Target="../tags/tag230.xml"/><Relationship Id="rId55" Type="http://schemas.openxmlformats.org/officeDocument/2006/relationships/tags" Target="../tags/tag235.xml"/><Relationship Id="rId63" Type="http://schemas.openxmlformats.org/officeDocument/2006/relationships/image" Target="../media/image3.png"/><Relationship Id="rId7" Type="http://schemas.openxmlformats.org/officeDocument/2006/relationships/tags" Target="../tags/tag187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0" Type="http://schemas.openxmlformats.org/officeDocument/2006/relationships/tags" Target="../tags/tag200.xml"/><Relationship Id="rId29" Type="http://schemas.openxmlformats.org/officeDocument/2006/relationships/tags" Target="../tags/tag209.xml"/><Relationship Id="rId41" Type="http://schemas.openxmlformats.org/officeDocument/2006/relationships/tags" Target="../tags/tag221.xml"/><Relationship Id="rId54" Type="http://schemas.openxmlformats.org/officeDocument/2006/relationships/tags" Target="../tags/tag234.xml"/><Relationship Id="rId62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24" Type="http://schemas.openxmlformats.org/officeDocument/2006/relationships/tags" Target="../tags/tag204.xml"/><Relationship Id="rId32" Type="http://schemas.openxmlformats.org/officeDocument/2006/relationships/tags" Target="../tags/tag212.xml"/><Relationship Id="rId37" Type="http://schemas.openxmlformats.org/officeDocument/2006/relationships/tags" Target="../tags/tag217.xml"/><Relationship Id="rId40" Type="http://schemas.openxmlformats.org/officeDocument/2006/relationships/tags" Target="../tags/tag220.xml"/><Relationship Id="rId45" Type="http://schemas.openxmlformats.org/officeDocument/2006/relationships/tags" Target="../tags/tag225.xml"/><Relationship Id="rId53" Type="http://schemas.openxmlformats.org/officeDocument/2006/relationships/tags" Target="../tags/tag233.xml"/><Relationship Id="rId58" Type="http://schemas.openxmlformats.org/officeDocument/2006/relationships/tags" Target="../tags/tag238.xml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tags" Target="../tags/tag203.xml"/><Relationship Id="rId28" Type="http://schemas.openxmlformats.org/officeDocument/2006/relationships/tags" Target="../tags/tag208.xml"/><Relationship Id="rId36" Type="http://schemas.openxmlformats.org/officeDocument/2006/relationships/tags" Target="../tags/tag216.xml"/><Relationship Id="rId49" Type="http://schemas.openxmlformats.org/officeDocument/2006/relationships/tags" Target="../tags/tag229.xml"/><Relationship Id="rId57" Type="http://schemas.openxmlformats.org/officeDocument/2006/relationships/tags" Target="../tags/tag237.xml"/><Relationship Id="rId61" Type="http://schemas.openxmlformats.org/officeDocument/2006/relationships/image" Target="../media/image2.png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31" Type="http://schemas.openxmlformats.org/officeDocument/2006/relationships/tags" Target="../tags/tag211.xml"/><Relationship Id="rId44" Type="http://schemas.openxmlformats.org/officeDocument/2006/relationships/tags" Target="../tags/tag224.xml"/><Relationship Id="rId52" Type="http://schemas.openxmlformats.org/officeDocument/2006/relationships/tags" Target="../tags/tag232.xml"/><Relationship Id="rId60" Type="http://schemas.openxmlformats.org/officeDocument/2006/relationships/notesSlide" Target="../notesSlides/notesSlide5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tags" Target="../tags/tag202.xml"/><Relationship Id="rId27" Type="http://schemas.openxmlformats.org/officeDocument/2006/relationships/tags" Target="../tags/tag207.xml"/><Relationship Id="rId30" Type="http://schemas.openxmlformats.org/officeDocument/2006/relationships/tags" Target="../tags/tag210.xml"/><Relationship Id="rId35" Type="http://schemas.openxmlformats.org/officeDocument/2006/relationships/tags" Target="../tags/tag215.xml"/><Relationship Id="rId43" Type="http://schemas.openxmlformats.org/officeDocument/2006/relationships/tags" Target="../tags/tag223.xml"/><Relationship Id="rId48" Type="http://schemas.openxmlformats.org/officeDocument/2006/relationships/tags" Target="../tags/tag228.xml"/><Relationship Id="rId56" Type="http://schemas.openxmlformats.org/officeDocument/2006/relationships/tags" Target="../tags/tag236.xml"/><Relationship Id="rId64" Type="http://schemas.openxmlformats.org/officeDocument/2006/relationships/image" Target="file:///C:\Users\1V994W2\PycharmProjects\PPT_Background_Generation/pic_temp/1_pic_quater_right_up.png" TargetMode="External"/><Relationship Id="rId8" Type="http://schemas.openxmlformats.org/officeDocument/2006/relationships/tags" Target="../tags/tag188.xml"/><Relationship Id="rId51" Type="http://schemas.openxmlformats.org/officeDocument/2006/relationships/tags" Target="../tags/tag231.xml"/><Relationship Id="rId3" Type="http://schemas.openxmlformats.org/officeDocument/2006/relationships/tags" Target="../tags/tag183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tags" Target="../tags/tag205.xml"/><Relationship Id="rId33" Type="http://schemas.openxmlformats.org/officeDocument/2006/relationships/tags" Target="../tags/tag213.xml"/><Relationship Id="rId38" Type="http://schemas.openxmlformats.org/officeDocument/2006/relationships/tags" Target="../tags/tag218.xml"/><Relationship Id="rId46" Type="http://schemas.openxmlformats.org/officeDocument/2006/relationships/tags" Target="../tags/tag226.xml"/><Relationship Id="rId59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41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244.xml"/><Relationship Id="rId7" Type="http://schemas.openxmlformats.org/officeDocument/2006/relationships/slideLayout" Target="../slideLayouts/slideLayout18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image" Target="../media/image3.png"/><Relationship Id="rId5" Type="http://schemas.openxmlformats.org/officeDocument/2006/relationships/tags" Target="../tags/tag246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245.xml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50.xml"/><Relationship Id="rId7" Type="http://schemas.openxmlformats.org/officeDocument/2006/relationships/image" Target="../media/image2.png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251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13" Type="http://schemas.openxmlformats.org/officeDocument/2006/relationships/tags" Target="../tags/tag264.xml"/><Relationship Id="rId18" Type="http://schemas.openxmlformats.org/officeDocument/2006/relationships/tags" Target="../tags/tag269.xml"/><Relationship Id="rId26" Type="http://schemas.openxmlformats.org/officeDocument/2006/relationships/tags" Target="../tags/tag277.xml"/><Relationship Id="rId3" Type="http://schemas.openxmlformats.org/officeDocument/2006/relationships/tags" Target="../tags/tag254.xml"/><Relationship Id="rId21" Type="http://schemas.openxmlformats.org/officeDocument/2006/relationships/tags" Target="../tags/tag272.xml"/><Relationship Id="rId34" Type="http://schemas.openxmlformats.org/officeDocument/2006/relationships/image" Target="file:///C:\Users\1V994W2\PycharmProjects\PPT_Background_Generation/pic_temp/0_pic_quater_left_up.png" TargetMode="External"/><Relationship Id="rId7" Type="http://schemas.openxmlformats.org/officeDocument/2006/relationships/tags" Target="../tags/tag258.xml"/><Relationship Id="rId12" Type="http://schemas.openxmlformats.org/officeDocument/2006/relationships/tags" Target="../tags/tag263.xml"/><Relationship Id="rId17" Type="http://schemas.openxmlformats.org/officeDocument/2006/relationships/tags" Target="../tags/tag268.xml"/><Relationship Id="rId25" Type="http://schemas.openxmlformats.org/officeDocument/2006/relationships/tags" Target="../tags/tag276.xml"/><Relationship Id="rId33" Type="http://schemas.openxmlformats.org/officeDocument/2006/relationships/image" Target="../media/image2.png"/><Relationship Id="rId2" Type="http://schemas.openxmlformats.org/officeDocument/2006/relationships/tags" Target="../tags/tag253.xml"/><Relationship Id="rId16" Type="http://schemas.openxmlformats.org/officeDocument/2006/relationships/tags" Target="../tags/tag267.xml"/><Relationship Id="rId20" Type="http://schemas.openxmlformats.org/officeDocument/2006/relationships/tags" Target="../tags/tag271.xml"/><Relationship Id="rId29" Type="http://schemas.openxmlformats.org/officeDocument/2006/relationships/tags" Target="../tags/tag280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tags" Target="../tags/tag262.xml"/><Relationship Id="rId24" Type="http://schemas.openxmlformats.org/officeDocument/2006/relationships/tags" Target="../tags/tag275.xml"/><Relationship Id="rId32" Type="http://schemas.openxmlformats.org/officeDocument/2006/relationships/notesSlide" Target="../notesSlides/notesSlide9.xml"/><Relationship Id="rId5" Type="http://schemas.openxmlformats.org/officeDocument/2006/relationships/tags" Target="../tags/tag256.xml"/><Relationship Id="rId15" Type="http://schemas.openxmlformats.org/officeDocument/2006/relationships/tags" Target="../tags/tag266.xml"/><Relationship Id="rId23" Type="http://schemas.openxmlformats.org/officeDocument/2006/relationships/tags" Target="../tags/tag274.xml"/><Relationship Id="rId28" Type="http://schemas.openxmlformats.org/officeDocument/2006/relationships/tags" Target="../tags/tag279.xml"/><Relationship Id="rId36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261.xml"/><Relationship Id="rId19" Type="http://schemas.openxmlformats.org/officeDocument/2006/relationships/tags" Target="../tags/tag270.xml"/><Relationship Id="rId31" Type="http://schemas.openxmlformats.org/officeDocument/2006/relationships/slideLayout" Target="../slideLayouts/slideLayout18.xml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Relationship Id="rId22" Type="http://schemas.openxmlformats.org/officeDocument/2006/relationships/tags" Target="../tags/tag273.xml"/><Relationship Id="rId27" Type="http://schemas.openxmlformats.org/officeDocument/2006/relationships/tags" Target="../tags/tag278.xml"/><Relationship Id="rId30" Type="http://schemas.openxmlformats.org/officeDocument/2006/relationships/tags" Target="../tags/tag281.xml"/><Relationship Id="rId35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84.xml"/><Relationship Id="rId7" Type="http://schemas.openxmlformats.org/officeDocument/2006/relationships/image" Target="../media/image2.png"/><Relationship Id="rId12" Type="http://schemas.openxmlformats.org/officeDocument/2006/relationships/image" Target="../media/image8.png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notesSlide" Target="../notesSlides/notesSlide10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285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8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91.xml"/><Relationship Id="rId7" Type="http://schemas.openxmlformats.org/officeDocument/2006/relationships/image" Target="../media/image2.png"/><Relationship Id="rId2" Type="http://schemas.openxmlformats.org/officeDocument/2006/relationships/tags" Target="../tags/tag290.xml"/><Relationship Id="rId1" Type="http://schemas.openxmlformats.org/officeDocument/2006/relationships/tags" Target="../tags/tag289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292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95.xml"/><Relationship Id="rId7" Type="http://schemas.openxmlformats.org/officeDocument/2006/relationships/image" Target="../media/image2.png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296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04.xml"/><Relationship Id="rId13" Type="http://schemas.openxmlformats.org/officeDocument/2006/relationships/tags" Target="../tags/tag309.xml"/><Relationship Id="rId18" Type="http://schemas.openxmlformats.org/officeDocument/2006/relationships/notesSlide" Target="../notesSlides/notesSlide14.xml"/><Relationship Id="rId3" Type="http://schemas.openxmlformats.org/officeDocument/2006/relationships/tags" Target="../tags/tag299.xml"/><Relationship Id="rId21" Type="http://schemas.openxmlformats.org/officeDocument/2006/relationships/image" Target="../media/image3.png"/><Relationship Id="rId7" Type="http://schemas.openxmlformats.org/officeDocument/2006/relationships/tags" Target="../tags/tag303.xml"/><Relationship Id="rId12" Type="http://schemas.openxmlformats.org/officeDocument/2006/relationships/tags" Target="../tags/tag308.xml"/><Relationship Id="rId17" Type="http://schemas.openxmlformats.org/officeDocument/2006/relationships/slideLayout" Target="../slideLayouts/slideLayout18.xml"/><Relationship Id="rId2" Type="http://schemas.openxmlformats.org/officeDocument/2006/relationships/tags" Target="../tags/tag298.xml"/><Relationship Id="rId16" Type="http://schemas.openxmlformats.org/officeDocument/2006/relationships/tags" Target="../tags/tag312.xml"/><Relationship Id="rId20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11" Type="http://schemas.openxmlformats.org/officeDocument/2006/relationships/tags" Target="../tags/tag307.xml"/><Relationship Id="rId5" Type="http://schemas.openxmlformats.org/officeDocument/2006/relationships/tags" Target="../tags/tag301.xml"/><Relationship Id="rId15" Type="http://schemas.openxmlformats.org/officeDocument/2006/relationships/tags" Target="../tags/tag311.xml"/><Relationship Id="rId10" Type="http://schemas.openxmlformats.org/officeDocument/2006/relationships/tags" Target="../tags/tag306.xml"/><Relationship Id="rId19" Type="http://schemas.openxmlformats.org/officeDocument/2006/relationships/image" Target="../media/image2.png"/><Relationship Id="rId4" Type="http://schemas.openxmlformats.org/officeDocument/2006/relationships/tags" Target="../tags/tag300.xml"/><Relationship Id="rId9" Type="http://schemas.openxmlformats.org/officeDocument/2006/relationships/tags" Target="../tags/tag305.xml"/><Relationship Id="rId14" Type="http://schemas.openxmlformats.org/officeDocument/2006/relationships/tags" Target="../tags/tag310.xml"/><Relationship Id="rId22" Type="http://schemas.openxmlformats.org/officeDocument/2006/relationships/image" Target="file:///C:\Users\1V994W2\PycharmProjects\PPT_Background_Generation/pic_temp/1_pic_quater_right_up.png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image" Target="file:///C:\Users\1V994W2\PycharmProjects\PPT_Background_Generation/pic_temp/0_pic_quater_left_up.png" TargetMode="External"/><Relationship Id="rId18" Type="http://schemas.openxmlformats.org/officeDocument/2006/relationships/image" Target="../media/image11.png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image" Target="../media/image2.png"/><Relationship Id="rId17" Type="http://schemas.openxmlformats.org/officeDocument/2006/relationships/image" Target="../media/image10.png"/><Relationship Id="rId2" Type="http://schemas.openxmlformats.org/officeDocument/2006/relationships/tags" Target="../tags/tag314.xml"/><Relationship Id="rId16" Type="http://schemas.openxmlformats.org/officeDocument/2006/relationships/image" Target="../media/image9.png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317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2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27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26.xml"/><Relationship Id="rId1" Type="http://schemas.openxmlformats.org/officeDocument/2006/relationships/tags" Target="../tags/tag32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30.xml"/><Relationship Id="rId7" Type="http://schemas.openxmlformats.org/officeDocument/2006/relationships/image" Target="../media/image2.png"/><Relationship Id="rId2" Type="http://schemas.openxmlformats.org/officeDocument/2006/relationships/tags" Target="../tags/tag329.xml"/><Relationship Id="rId1" Type="http://schemas.openxmlformats.org/officeDocument/2006/relationships/tags" Target="../tags/tag328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331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3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35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338.xml"/><Relationship Id="rId7" Type="http://schemas.openxmlformats.org/officeDocument/2006/relationships/tags" Target="../tags/tag342.xml"/><Relationship Id="rId12" Type="http://schemas.openxmlformats.org/officeDocument/2006/relationships/image" Target="../media/image3.png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40.xml"/><Relationship Id="rId10" Type="http://schemas.openxmlformats.org/officeDocument/2006/relationships/image" Target="../media/image2.png"/><Relationship Id="rId4" Type="http://schemas.openxmlformats.org/officeDocument/2006/relationships/tags" Target="../tags/tag339.xml"/><Relationship Id="rId9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45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4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1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361.xml"/><Relationship Id="rId18" Type="http://schemas.openxmlformats.org/officeDocument/2006/relationships/tags" Target="../tags/tag366.xml"/><Relationship Id="rId26" Type="http://schemas.openxmlformats.org/officeDocument/2006/relationships/tags" Target="../tags/tag374.xml"/><Relationship Id="rId39" Type="http://schemas.openxmlformats.org/officeDocument/2006/relationships/tags" Target="../tags/tag387.xml"/><Relationship Id="rId21" Type="http://schemas.openxmlformats.org/officeDocument/2006/relationships/tags" Target="../tags/tag369.xml"/><Relationship Id="rId34" Type="http://schemas.openxmlformats.org/officeDocument/2006/relationships/tags" Target="../tags/tag382.xml"/><Relationship Id="rId42" Type="http://schemas.openxmlformats.org/officeDocument/2006/relationships/tags" Target="../tags/tag390.xml"/><Relationship Id="rId47" Type="http://schemas.openxmlformats.org/officeDocument/2006/relationships/tags" Target="../tags/tag395.xml"/><Relationship Id="rId50" Type="http://schemas.openxmlformats.org/officeDocument/2006/relationships/tags" Target="../tags/tag398.xml"/><Relationship Id="rId55" Type="http://schemas.openxmlformats.org/officeDocument/2006/relationships/tags" Target="../tags/tag403.xml"/><Relationship Id="rId63" Type="http://schemas.openxmlformats.org/officeDocument/2006/relationships/slideLayout" Target="../slideLayouts/slideLayout18.xml"/><Relationship Id="rId6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355.xml"/><Relationship Id="rId2" Type="http://schemas.openxmlformats.org/officeDocument/2006/relationships/tags" Target="../tags/tag350.xml"/><Relationship Id="rId16" Type="http://schemas.openxmlformats.org/officeDocument/2006/relationships/tags" Target="../tags/tag364.xml"/><Relationship Id="rId29" Type="http://schemas.openxmlformats.org/officeDocument/2006/relationships/tags" Target="../tags/tag377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tags" Target="../tags/tag372.xml"/><Relationship Id="rId32" Type="http://schemas.openxmlformats.org/officeDocument/2006/relationships/tags" Target="../tags/tag380.xml"/><Relationship Id="rId37" Type="http://schemas.openxmlformats.org/officeDocument/2006/relationships/tags" Target="../tags/tag385.xml"/><Relationship Id="rId40" Type="http://schemas.openxmlformats.org/officeDocument/2006/relationships/tags" Target="../tags/tag388.xml"/><Relationship Id="rId45" Type="http://schemas.openxmlformats.org/officeDocument/2006/relationships/tags" Target="../tags/tag393.xml"/><Relationship Id="rId53" Type="http://schemas.openxmlformats.org/officeDocument/2006/relationships/tags" Target="../tags/tag401.xml"/><Relationship Id="rId58" Type="http://schemas.openxmlformats.org/officeDocument/2006/relationships/tags" Target="../tags/tag406.xml"/><Relationship Id="rId6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53.xml"/><Relationship Id="rId15" Type="http://schemas.openxmlformats.org/officeDocument/2006/relationships/tags" Target="../tags/tag363.xml"/><Relationship Id="rId23" Type="http://schemas.openxmlformats.org/officeDocument/2006/relationships/tags" Target="../tags/tag371.xml"/><Relationship Id="rId28" Type="http://schemas.openxmlformats.org/officeDocument/2006/relationships/tags" Target="../tags/tag376.xml"/><Relationship Id="rId36" Type="http://schemas.openxmlformats.org/officeDocument/2006/relationships/tags" Target="../tags/tag384.xml"/><Relationship Id="rId49" Type="http://schemas.openxmlformats.org/officeDocument/2006/relationships/tags" Target="../tags/tag397.xml"/><Relationship Id="rId57" Type="http://schemas.openxmlformats.org/officeDocument/2006/relationships/tags" Target="../tags/tag405.xml"/><Relationship Id="rId61" Type="http://schemas.openxmlformats.org/officeDocument/2006/relationships/tags" Target="../tags/tag409.xml"/><Relationship Id="rId10" Type="http://schemas.openxmlformats.org/officeDocument/2006/relationships/tags" Target="../tags/tag358.xml"/><Relationship Id="rId19" Type="http://schemas.openxmlformats.org/officeDocument/2006/relationships/tags" Target="../tags/tag367.xml"/><Relationship Id="rId31" Type="http://schemas.openxmlformats.org/officeDocument/2006/relationships/tags" Target="../tags/tag379.xml"/><Relationship Id="rId44" Type="http://schemas.openxmlformats.org/officeDocument/2006/relationships/tags" Target="../tags/tag392.xml"/><Relationship Id="rId52" Type="http://schemas.openxmlformats.org/officeDocument/2006/relationships/tags" Target="../tags/tag400.xml"/><Relationship Id="rId60" Type="http://schemas.openxmlformats.org/officeDocument/2006/relationships/tags" Target="../tags/tag408.xml"/><Relationship Id="rId65" Type="http://schemas.openxmlformats.org/officeDocument/2006/relationships/image" Target="../media/image2.png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tags" Target="../tags/tag362.xml"/><Relationship Id="rId22" Type="http://schemas.openxmlformats.org/officeDocument/2006/relationships/tags" Target="../tags/tag370.xml"/><Relationship Id="rId27" Type="http://schemas.openxmlformats.org/officeDocument/2006/relationships/tags" Target="../tags/tag375.xml"/><Relationship Id="rId30" Type="http://schemas.openxmlformats.org/officeDocument/2006/relationships/tags" Target="../tags/tag378.xml"/><Relationship Id="rId35" Type="http://schemas.openxmlformats.org/officeDocument/2006/relationships/tags" Target="../tags/tag383.xml"/><Relationship Id="rId43" Type="http://schemas.openxmlformats.org/officeDocument/2006/relationships/tags" Target="../tags/tag391.xml"/><Relationship Id="rId48" Type="http://schemas.openxmlformats.org/officeDocument/2006/relationships/tags" Target="../tags/tag396.xml"/><Relationship Id="rId56" Type="http://schemas.openxmlformats.org/officeDocument/2006/relationships/tags" Target="../tags/tag404.xml"/><Relationship Id="rId64" Type="http://schemas.openxmlformats.org/officeDocument/2006/relationships/notesSlide" Target="../notesSlides/notesSlide22.xml"/><Relationship Id="rId69" Type="http://schemas.openxmlformats.org/officeDocument/2006/relationships/image" Target="../media/image14.wmf"/><Relationship Id="rId8" Type="http://schemas.openxmlformats.org/officeDocument/2006/relationships/tags" Target="../tags/tag356.xml"/><Relationship Id="rId51" Type="http://schemas.openxmlformats.org/officeDocument/2006/relationships/tags" Target="../tags/tag399.xml"/><Relationship Id="rId3" Type="http://schemas.openxmlformats.org/officeDocument/2006/relationships/tags" Target="../tags/tag351.xml"/><Relationship Id="rId12" Type="http://schemas.openxmlformats.org/officeDocument/2006/relationships/tags" Target="../tags/tag360.xml"/><Relationship Id="rId17" Type="http://schemas.openxmlformats.org/officeDocument/2006/relationships/tags" Target="../tags/tag365.xml"/><Relationship Id="rId25" Type="http://schemas.openxmlformats.org/officeDocument/2006/relationships/tags" Target="../tags/tag373.xml"/><Relationship Id="rId33" Type="http://schemas.openxmlformats.org/officeDocument/2006/relationships/tags" Target="../tags/tag381.xml"/><Relationship Id="rId38" Type="http://schemas.openxmlformats.org/officeDocument/2006/relationships/tags" Target="../tags/tag386.xml"/><Relationship Id="rId46" Type="http://schemas.openxmlformats.org/officeDocument/2006/relationships/tags" Target="../tags/tag394.xml"/><Relationship Id="rId59" Type="http://schemas.openxmlformats.org/officeDocument/2006/relationships/tags" Target="../tags/tag407.xml"/><Relationship Id="rId67" Type="http://schemas.openxmlformats.org/officeDocument/2006/relationships/image" Target="../media/image3.png"/><Relationship Id="rId20" Type="http://schemas.openxmlformats.org/officeDocument/2006/relationships/tags" Target="../tags/tag368.xml"/><Relationship Id="rId41" Type="http://schemas.openxmlformats.org/officeDocument/2006/relationships/tags" Target="../tags/tag389.xml"/><Relationship Id="rId54" Type="http://schemas.openxmlformats.org/officeDocument/2006/relationships/tags" Target="../tags/tag402.xml"/><Relationship Id="rId62" Type="http://schemas.openxmlformats.org/officeDocument/2006/relationships/tags" Target="../tags/tag4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418.xml"/><Relationship Id="rId13" Type="http://schemas.openxmlformats.org/officeDocument/2006/relationships/tags" Target="../tags/tag423.xml"/><Relationship Id="rId18" Type="http://schemas.openxmlformats.org/officeDocument/2006/relationships/tags" Target="../tags/tag428.xml"/><Relationship Id="rId3" Type="http://schemas.openxmlformats.org/officeDocument/2006/relationships/tags" Target="../tags/tag413.xml"/><Relationship Id="rId21" Type="http://schemas.openxmlformats.org/officeDocument/2006/relationships/image" Target="../media/image2.png"/><Relationship Id="rId7" Type="http://schemas.openxmlformats.org/officeDocument/2006/relationships/tags" Target="../tags/tag417.xml"/><Relationship Id="rId12" Type="http://schemas.openxmlformats.org/officeDocument/2006/relationships/tags" Target="../tags/tag422.xml"/><Relationship Id="rId17" Type="http://schemas.openxmlformats.org/officeDocument/2006/relationships/tags" Target="../tags/tag427.xml"/><Relationship Id="rId2" Type="http://schemas.openxmlformats.org/officeDocument/2006/relationships/tags" Target="../tags/tag412.xml"/><Relationship Id="rId16" Type="http://schemas.openxmlformats.org/officeDocument/2006/relationships/tags" Target="../tags/tag426.xml"/><Relationship Id="rId20" Type="http://schemas.openxmlformats.org/officeDocument/2006/relationships/notesSlide" Target="../notesSlides/notesSlide23.xml"/><Relationship Id="rId1" Type="http://schemas.openxmlformats.org/officeDocument/2006/relationships/tags" Target="../tags/tag411.xml"/><Relationship Id="rId6" Type="http://schemas.openxmlformats.org/officeDocument/2006/relationships/tags" Target="../tags/tag416.xml"/><Relationship Id="rId11" Type="http://schemas.openxmlformats.org/officeDocument/2006/relationships/tags" Target="../tags/tag421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415.xml"/><Relationship Id="rId15" Type="http://schemas.openxmlformats.org/officeDocument/2006/relationships/tags" Target="../tags/tag425.xml"/><Relationship Id="rId23" Type="http://schemas.openxmlformats.org/officeDocument/2006/relationships/image" Target="../media/image3.png"/><Relationship Id="rId10" Type="http://schemas.openxmlformats.org/officeDocument/2006/relationships/tags" Target="../tags/tag420.xml"/><Relationship Id="rId19" Type="http://schemas.openxmlformats.org/officeDocument/2006/relationships/slideLayout" Target="../slideLayouts/slideLayout18.xml"/><Relationship Id="rId4" Type="http://schemas.openxmlformats.org/officeDocument/2006/relationships/tags" Target="../tags/tag414.xml"/><Relationship Id="rId9" Type="http://schemas.openxmlformats.org/officeDocument/2006/relationships/tags" Target="../tags/tag419.xml"/><Relationship Id="rId14" Type="http://schemas.openxmlformats.org/officeDocument/2006/relationships/tags" Target="../tags/tag424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13" Type="http://schemas.openxmlformats.org/officeDocument/2006/relationships/tags" Target="../tags/tag441.xml"/><Relationship Id="rId18" Type="http://schemas.openxmlformats.org/officeDocument/2006/relationships/tags" Target="../tags/tag446.xml"/><Relationship Id="rId26" Type="http://schemas.openxmlformats.org/officeDocument/2006/relationships/tags" Target="../tags/tag454.xml"/><Relationship Id="rId39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431.xml"/><Relationship Id="rId21" Type="http://schemas.openxmlformats.org/officeDocument/2006/relationships/tags" Target="../tags/tag449.xml"/><Relationship Id="rId34" Type="http://schemas.openxmlformats.org/officeDocument/2006/relationships/slideLayout" Target="../slideLayouts/slideLayout18.xml"/><Relationship Id="rId7" Type="http://schemas.openxmlformats.org/officeDocument/2006/relationships/tags" Target="../tags/tag435.xml"/><Relationship Id="rId12" Type="http://schemas.openxmlformats.org/officeDocument/2006/relationships/tags" Target="../tags/tag440.xml"/><Relationship Id="rId17" Type="http://schemas.openxmlformats.org/officeDocument/2006/relationships/tags" Target="../tags/tag445.xml"/><Relationship Id="rId25" Type="http://schemas.openxmlformats.org/officeDocument/2006/relationships/tags" Target="../tags/tag453.xml"/><Relationship Id="rId33" Type="http://schemas.openxmlformats.org/officeDocument/2006/relationships/tags" Target="../tags/tag461.xml"/><Relationship Id="rId38" Type="http://schemas.openxmlformats.org/officeDocument/2006/relationships/image" Target="../media/image3.png"/><Relationship Id="rId2" Type="http://schemas.openxmlformats.org/officeDocument/2006/relationships/tags" Target="../tags/tag430.xml"/><Relationship Id="rId16" Type="http://schemas.openxmlformats.org/officeDocument/2006/relationships/tags" Target="../tags/tag444.xml"/><Relationship Id="rId20" Type="http://schemas.openxmlformats.org/officeDocument/2006/relationships/tags" Target="../tags/tag448.xml"/><Relationship Id="rId29" Type="http://schemas.openxmlformats.org/officeDocument/2006/relationships/tags" Target="../tags/tag457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1" Type="http://schemas.openxmlformats.org/officeDocument/2006/relationships/tags" Target="../tags/tag439.xml"/><Relationship Id="rId24" Type="http://schemas.openxmlformats.org/officeDocument/2006/relationships/tags" Target="../tags/tag452.xml"/><Relationship Id="rId32" Type="http://schemas.openxmlformats.org/officeDocument/2006/relationships/tags" Target="../tags/tag460.xml"/><Relationship Id="rId37" Type="http://schemas.openxmlformats.org/officeDocument/2006/relationships/image" Target="file:///C:\Users\1V994W2\PycharmProjects\PPT_Background_Generation/pic_temp/0_pic_quater_left_up.png" TargetMode="External"/><Relationship Id="rId40" Type="http://schemas.openxmlformats.org/officeDocument/2006/relationships/image" Target="../media/image14.wmf"/><Relationship Id="rId5" Type="http://schemas.openxmlformats.org/officeDocument/2006/relationships/tags" Target="../tags/tag433.xml"/><Relationship Id="rId15" Type="http://schemas.openxmlformats.org/officeDocument/2006/relationships/tags" Target="../tags/tag443.xml"/><Relationship Id="rId23" Type="http://schemas.openxmlformats.org/officeDocument/2006/relationships/tags" Target="../tags/tag451.xml"/><Relationship Id="rId28" Type="http://schemas.openxmlformats.org/officeDocument/2006/relationships/tags" Target="../tags/tag456.xml"/><Relationship Id="rId36" Type="http://schemas.openxmlformats.org/officeDocument/2006/relationships/image" Target="../media/image2.png"/><Relationship Id="rId10" Type="http://schemas.openxmlformats.org/officeDocument/2006/relationships/tags" Target="../tags/tag438.xml"/><Relationship Id="rId19" Type="http://schemas.openxmlformats.org/officeDocument/2006/relationships/tags" Target="../tags/tag447.xml"/><Relationship Id="rId31" Type="http://schemas.openxmlformats.org/officeDocument/2006/relationships/tags" Target="../tags/tag459.xml"/><Relationship Id="rId4" Type="http://schemas.openxmlformats.org/officeDocument/2006/relationships/tags" Target="../tags/tag432.xml"/><Relationship Id="rId9" Type="http://schemas.openxmlformats.org/officeDocument/2006/relationships/tags" Target="../tags/tag437.xml"/><Relationship Id="rId14" Type="http://schemas.openxmlformats.org/officeDocument/2006/relationships/tags" Target="../tags/tag442.xml"/><Relationship Id="rId22" Type="http://schemas.openxmlformats.org/officeDocument/2006/relationships/tags" Target="../tags/tag450.xml"/><Relationship Id="rId27" Type="http://schemas.openxmlformats.org/officeDocument/2006/relationships/tags" Target="../tags/tag455.xml"/><Relationship Id="rId30" Type="http://schemas.openxmlformats.org/officeDocument/2006/relationships/tags" Target="../tags/tag458.xml"/><Relationship Id="rId35" Type="http://schemas.openxmlformats.org/officeDocument/2006/relationships/notesSlide" Target="../notesSlides/notesSlide2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6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63.xml"/><Relationship Id="rId1" Type="http://schemas.openxmlformats.org/officeDocument/2006/relationships/tags" Target="../tags/tag46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67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75.xml"/><Relationship Id="rId13" Type="http://schemas.openxmlformats.org/officeDocument/2006/relationships/tags" Target="../tags/tag480.xml"/><Relationship Id="rId18" Type="http://schemas.openxmlformats.org/officeDocument/2006/relationships/tags" Target="../tags/tag485.xml"/><Relationship Id="rId26" Type="http://schemas.openxmlformats.org/officeDocument/2006/relationships/tags" Target="../tags/tag493.xml"/><Relationship Id="rId3" Type="http://schemas.openxmlformats.org/officeDocument/2006/relationships/tags" Target="../tags/tag470.xml"/><Relationship Id="rId21" Type="http://schemas.openxmlformats.org/officeDocument/2006/relationships/tags" Target="../tags/tag488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474.xml"/><Relationship Id="rId12" Type="http://schemas.openxmlformats.org/officeDocument/2006/relationships/tags" Target="../tags/tag479.xml"/><Relationship Id="rId17" Type="http://schemas.openxmlformats.org/officeDocument/2006/relationships/tags" Target="../tags/tag484.xml"/><Relationship Id="rId25" Type="http://schemas.openxmlformats.org/officeDocument/2006/relationships/tags" Target="../tags/tag492.xml"/><Relationship Id="rId33" Type="http://schemas.openxmlformats.org/officeDocument/2006/relationships/image" Target="../media/image3.png"/><Relationship Id="rId2" Type="http://schemas.openxmlformats.org/officeDocument/2006/relationships/tags" Target="../tags/tag469.xml"/><Relationship Id="rId16" Type="http://schemas.openxmlformats.org/officeDocument/2006/relationships/tags" Target="../tags/tag483.xml"/><Relationship Id="rId20" Type="http://schemas.openxmlformats.org/officeDocument/2006/relationships/tags" Target="../tags/tag487.xml"/><Relationship Id="rId29" Type="http://schemas.openxmlformats.org/officeDocument/2006/relationships/tags" Target="../tags/tag496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11" Type="http://schemas.openxmlformats.org/officeDocument/2006/relationships/tags" Target="../tags/tag478.xml"/><Relationship Id="rId24" Type="http://schemas.openxmlformats.org/officeDocument/2006/relationships/tags" Target="../tags/tag491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472.xml"/><Relationship Id="rId15" Type="http://schemas.openxmlformats.org/officeDocument/2006/relationships/tags" Target="../tags/tag482.xml"/><Relationship Id="rId23" Type="http://schemas.openxmlformats.org/officeDocument/2006/relationships/tags" Target="../tags/tag490.xml"/><Relationship Id="rId28" Type="http://schemas.openxmlformats.org/officeDocument/2006/relationships/tags" Target="../tags/tag495.xml"/><Relationship Id="rId10" Type="http://schemas.openxmlformats.org/officeDocument/2006/relationships/tags" Target="../tags/tag477.xml"/><Relationship Id="rId19" Type="http://schemas.openxmlformats.org/officeDocument/2006/relationships/tags" Target="../tags/tag486.xml"/><Relationship Id="rId31" Type="http://schemas.openxmlformats.org/officeDocument/2006/relationships/image" Target="../media/image2.png"/><Relationship Id="rId4" Type="http://schemas.openxmlformats.org/officeDocument/2006/relationships/tags" Target="../tags/tag471.xml"/><Relationship Id="rId9" Type="http://schemas.openxmlformats.org/officeDocument/2006/relationships/tags" Target="../tags/tag476.xml"/><Relationship Id="rId14" Type="http://schemas.openxmlformats.org/officeDocument/2006/relationships/tags" Target="../tags/tag481.xml"/><Relationship Id="rId22" Type="http://schemas.openxmlformats.org/officeDocument/2006/relationships/tags" Target="../tags/tag489.xml"/><Relationship Id="rId27" Type="http://schemas.openxmlformats.org/officeDocument/2006/relationships/tags" Target="../tags/tag494.xml"/><Relationship Id="rId30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04.xml"/><Relationship Id="rId13" Type="http://schemas.openxmlformats.org/officeDocument/2006/relationships/tags" Target="../tags/tag509.xml"/><Relationship Id="rId1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499.xml"/><Relationship Id="rId7" Type="http://schemas.openxmlformats.org/officeDocument/2006/relationships/tags" Target="../tags/tag503.xml"/><Relationship Id="rId12" Type="http://schemas.openxmlformats.org/officeDocument/2006/relationships/tags" Target="../tags/tag508.xml"/><Relationship Id="rId17" Type="http://schemas.openxmlformats.org/officeDocument/2006/relationships/image" Target="../media/image3.png"/><Relationship Id="rId2" Type="http://schemas.openxmlformats.org/officeDocument/2006/relationships/tags" Target="../tags/tag498.xml"/><Relationship Id="rId16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497.xml"/><Relationship Id="rId6" Type="http://schemas.openxmlformats.org/officeDocument/2006/relationships/tags" Target="../tags/tag502.xml"/><Relationship Id="rId11" Type="http://schemas.openxmlformats.org/officeDocument/2006/relationships/tags" Target="../tags/tag507.xml"/><Relationship Id="rId5" Type="http://schemas.openxmlformats.org/officeDocument/2006/relationships/tags" Target="../tags/tag501.xml"/><Relationship Id="rId15" Type="http://schemas.openxmlformats.org/officeDocument/2006/relationships/image" Target="../media/image2.png"/><Relationship Id="rId10" Type="http://schemas.openxmlformats.org/officeDocument/2006/relationships/tags" Target="../tags/tag506.xml"/><Relationship Id="rId4" Type="http://schemas.openxmlformats.org/officeDocument/2006/relationships/tags" Target="../tags/tag500.xml"/><Relationship Id="rId9" Type="http://schemas.openxmlformats.org/officeDocument/2006/relationships/tags" Target="../tags/tag505.xml"/><Relationship Id="rId14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12.xml"/><Relationship Id="rId7" Type="http://schemas.openxmlformats.org/officeDocument/2006/relationships/image" Target="../media/image2.png"/><Relationship Id="rId2" Type="http://schemas.openxmlformats.org/officeDocument/2006/relationships/tags" Target="../tags/tag511.xml"/><Relationship Id="rId1" Type="http://schemas.openxmlformats.org/officeDocument/2006/relationships/tags" Target="../tags/tag510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13.xml"/><Relationship Id="rId9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521.xml"/><Relationship Id="rId13" Type="http://schemas.openxmlformats.org/officeDocument/2006/relationships/tags" Target="../tags/tag526.xml"/><Relationship Id="rId18" Type="http://schemas.openxmlformats.org/officeDocument/2006/relationships/tags" Target="../tags/tag531.xml"/><Relationship Id="rId26" Type="http://schemas.openxmlformats.org/officeDocument/2006/relationships/image" Target="../media/image3.png"/><Relationship Id="rId3" Type="http://schemas.openxmlformats.org/officeDocument/2006/relationships/tags" Target="../tags/tag516.xml"/><Relationship Id="rId21" Type="http://schemas.openxmlformats.org/officeDocument/2006/relationships/tags" Target="../tags/tag534.xml"/><Relationship Id="rId7" Type="http://schemas.openxmlformats.org/officeDocument/2006/relationships/tags" Target="../tags/tag520.xml"/><Relationship Id="rId12" Type="http://schemas.openxmlformats.org/officeDocument/2006/relationships/tags" Target="../tags/tag525.xml"/><Relationship Id="rId17" Type="http://schemas.openxmlformats.org/officeDocument/2006/relationships/tags" Target="../tags/tag530.xml"/><Relationship Id="rId25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15.xml"/><Relationship Id="rId16" Type="http://schemas.openxmlformats.org/officeDocument/2006/relationships/tags" Target="../tags/tag529.xml"/><Relationship Id="rId20" Type="http://schemas.openxmlformats.org/officeDocument/2006/relationships/tags" Target="../tags/tag533.xml"/><Relationship Id="rId1" Type="http://schemas.openxmlformats.org/officeDocument/2006/relationships/tags" Target="../tags/tag514.xml"/><Relationship Id="rId6" Type="http://schemas.openxmlformats.org/officeDocument/2006/relationships/tags" Target="../tags/tag519.xml"/><Relationship Id="rId11" Type="http://schemas.openxmlformats.org/officeDocument/2006/relationships/tags" Target="../tags/tag524.xml"/><Relationship Id="rId24" Type="http://schemas.openxmlformats.org/officeDocument/2006/relationships/image" Target="../media/image2.png"/><Relationship Id="rId5" Type="http://schemas.openxmlformats.org/officeDocument/2006/relationships/tags" Target="../tags/tag518.xml"/><Relationship Id="rId15" Type="http://schemas.openxmlformats.org/officeDocument/2006/relationships/tags" Target="../tags/tag528.xml"/><Relationship Id="rId23" Type="http://schemas.openxmlformats.org/officeDocument/2006/relationships/notesSlide" Target="../notesSlides/notesSlide28.xml"/><Relationship Id="rId10" Type="http://schemas.openxmlformats.org/officeDocument/2006/relationships/tags" Target="../tags/tag523.xml"/><Relationship Id="rId19" Type="http://schemas.openxmlformats.org/officeDocument/2006/relationships/tags" Target="../tags/tag532.xml"/><Relationship Id="rId4" Type="http://schemas.openxmlformats.org/officeDocument/2006/relationships/tags" Target="../tags/tag517.xml"/><Relationship Id="rId9" Type="http://schemas.openxmlformats.org/officeDocument/2006/relationships/tags" Target="../tags/tag522.xml"/><Relationship Id="rId14" Type="http://schemas.openxmlformats.org/officeDocument/2006/relationships/tags" Target="../tags/tag527.xml"/><Relationship Id="rId22" Type="http://schemas.openxmlformats.org/officeDocument/2006/relationships/slideLayout" Target="../slideLayouts/slideLayout18.xml"/><Relationship Id="rId27" Type="http://schemas.openxmlformats.org/officeDocument/2006/relationships/image" Target="file:///C:\Users\1V994W2\PycharmProjects\PPT_Background_Generation/pic_temp/1_pic_quater_right_up.png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37.xml"/><Relationship Id="rId7" Type="http://schemas.openxmlformats.org/officeDocument/2006/relationships/image" Target="../media/image2.png"/><Relationship Id="rId2" Type="http://schemas.openxmlformats.org/officeDocument/2006/relationships/tags" Target="../tags/tag536.xml"/><Relationship Id="rId1" Type="http://schemas.openxmlformats.org/officeDocument/2006/relationships/tags" Target="../tags/tag535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38.xml"/><Relationship Id="rId9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546.xml"/><Relationship Id="rId13" Type="http://schemas.openxmlformats.org/officeDocument/2006/relationships/slideLayout" Target="../slideLayouts/slideLayout18.xml"/><Relationship Id="rId1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41.xml"/><Relationship Id="rId7" Type="http://schemas.openxmlformats.org/officeDocument/2006/relationships/tags" Target="../tags/tag545.xml"/><Relationship Id="rId12" Type="http://schemas.openxmlformats.org/officeDocument/2006/relationships/tags" Target="../tags/tag550.xml"/><Relationship Id="rId17" Type="http://schemas.openxmlformats.org/officeDocument/2006/relationships/image" Target="../media/image3.png"/><Relationship Id="rId2" Type="http://schemas.openxmlformats.org/officeDocument/2006/relationships/tags" Target="../tags/tag540.xml"/><Relationship Id="rId16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539.xml"/><Relationship Id="rId6" Type="http://schemas.openxmlformats.org/officeDocument/2006/relationships/tags" Target="../tags/tag544.xml"/><Relationship Id="rId11" Type="http://schemas.openxmlformats.org/officeDocument/2006/relationships/tags" Target="../tags/tag549.xml"/><Relationship Id="rId5" Type="http://schemas.openxmlformats.org/officeDocument/2006/relationships/tags" Target="../tags/tag543.xml"/><Relationship Id="rId15" Type="http://schemas.openxmlformats.org/officeDocument/2006/relationships/image" Target="../media/image2.png"/><Relationship Id="rId10" Type="http://schemas.openxmlformats.org/officeDocument/2006/relationships/tags" Target="../tags/tag548.xml"/><Relationship Id="rId4" Type="http://schemas.openxmlformats.org/officeDocument/2006/relationships/tags" Target="../tags/tag542.xml"/><Relationship Id="rId9" Type="http://schemas.openxmlformats.org/officeDocument/2006/relationships/tags" Target="../tags/tag547.xml"/><Relationship Id="rId14" Type="http://schemas.openxmlformats.org/officeDocument/2006/relationships/notesSlide" Target="../notesSlides/notesSlide3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53.xml"/><Relationship Id="rId7" Type="http://schemas.openxmlformats.org/officeDocument/2006/relationships/image" Target="../media/image2.png"/><Relationship Id="rId2" Type="http://schemas.openxmlformats.org/officeDocument/2006/relationships/tags" Target="../tags/tag552.xml"/><Relationship Id="rId1" Type="http://schemas.openxmlformats.org/officeDocument/2006/relationships/tags" Target="../tags/tag551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54.xml"/><Relationship Id="rId9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57.xml"/><Relationship Id="rId7" Type="http://schemas.openxmlformats.org/officeDocument/2006/relationships/notesSlide" Target="../notesSlides/notesSlide32.xml"/><Relationship Id="rId2" Type="http://schemas.openxmlformats.org/officeDocument/2006/relationships/tags" Target="../tags/tag556.xml"/><Relationship Id="rId1" Type="http://schemas.openxmlformats.org/officeDocument/2006/relationships/tags" Target="../tags/tag555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559.xml"/><Relationship Id="rId10" Type="http://schemas.openxmlformats.org/officeDocument/2006/relationships/image" Target="../media/image3.png"/><Relationship Id="rId4" Type="http://schemas.openxmlformats.org/officeDocument/2006/relationships/tags" Target="../tags/tag558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62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63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571.xml"/><Relationship Id="rId13" Type="http://schemas.openxmlformats.org/officeDocument/2006/relationships/tags" Target="../tags/tag576.xml"/><Relationship Id="rId18" Type="http://schemas.openxmlformats.org/officeDocument/2006/relationships/tags" Target="../tags/tag581.xml"/><Relationship Id="rId26" Type="http://schemas.openxmlformats.org/officeDocument/2006/relationships/tags" Target="../tags/tag589.xml"/><Relationship Id="rId3" Type="http://schemas.openxmlformats.org/officeDocument/2006/relationships/tags" Target="../tags/tag566.xml"/><Relationship Id="rId21" Type="http://schemas.openxmlformats.org/officeDocument/2006/relationships/tags" Target="../tags/tag584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570.xml"/><Relationship Id="rId12" Type="http://schemas.openxmlformats.org/officeDocument/2006/relationships/tags" Target="../tags/tag575.xml"/><Relationship Id="rId17" Type="http://schemas.openxmlformats.org/officeDocument/2006/relationships/tags" Target="../tags/tag580.xml"/><Relationship Id="rId25" Type="http://schemas.openxmlformats.org/officeDocument/2006/relationships/tags" Target="../tags/tag588.xml"/><Relationship Id="rId33" Type="http://schemas.openxmlformats.org/officeDocument/2006/relationships/image" Target="../media/image3.png"/><Relationship Id="rId2" Type="http://schemas.openxmlformats.org/officeDocument/2006/relationships/tags" Target="../tags/tag565.xml"/><Relationship Id="rId16" Type="http://schemas.openxmlformats.org/officeDocument/2006/relationships/tags" Target="../tags/tag579.xml"/><Relationship Id="rId20" Type="http://schemas.openxmlformats.org/officeDocument/2006/relationships/tags" Target="../tags/tag583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564.xml"/><Relationship Id="rId6" Type="http://schemas.openxmlformats.org/officeDocument/2006/relationships/tags" Target="../tags/tag569.xml"/><Relationship Id="rId11" Type="http://schemas.openxmlformats.org/officeDocument/2006/relationships/tags" Target="../tags/tag574.xml"/><Relationship Id="rId24" Type="http://schemas.openxmlformats.org/officeDocument/2006/relationships/tags" Target="../tags/tag587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568.xml"/><Relationship Id="rId15" Type="http://schemas.openxmlformats.org/officeDocument/2006/relationships/tags" Target="../tags/tag578.xml"/><Relationship Id="rId23" Type="http://schemas.openxmlformats.org/officeDocument/2006/relationships/tags" Target="../tags/tag586.xml"/><Relationship Id="rId28" Type="http://schemas.openxmlformats.org/officeDocument/2006/relationships/tags" Target="../tags/tag591.xml"/><Relationship Id="rId10" Type="http://schemas.openxmlformats.org/officeDocument/2006/relationships/tags" Target="../tags/tag573.xml"/><Relationship Id="rId19" Type="http://schemas.openxmlformats.org/officeDocument/2006/relationships/tags" Target="../tags/tag582.xml"/><Relationship Id="rId31" Type="http://schemas.openxmlformats.org/officeDocument/2006/relationships/image" Target="../media/image2.png"/><Relationship Id="rId4" Type="http://schemas.openxmlformats.org/officeDocument/2006/relationships/tags" Target="../tags/tag567.xml"/><Relationship Id="rId9" Type="http://schemas.openxmlformats.org/officeDocument/2006/relationships/tags" Target="../tags/tag572.xml"/><Relationship Id="rId14" Type="http://schemas.openxmlformats.org/officeDocument/2006/relationships/tags" Target="../tags/tag577.xml"/><Relationship Id="rId22" Type="http://schemas.openxmlformats.org/officeDocument/2006/relationships/tags" Target="../tags/tag585.xml"/><Relationship Id="rId27" Type="http://schemas.openxmlformats.org/officeDocument/2006/relationships/tags" Target="../tags/tag590.xml"/><Relationship Id="rId30" Type="http://schemas.openxmlformats.org/officeDocument/2006/relationships/notesSlide" Target="../notesSlides/notesSlide3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94.xml"/><Relationship Id="rId7" Type="http://schemas.openxmlformats.org/officeDocument/2006/relationships/image" Target="../media/image3.png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97.xml"/><Relationship Id="rId7" Type="http://schemas.openxmlformats.org/officeDocument/2006/relationships/image" Target="../media/image3.png"/><Relationship Id="rId2" Type="http://schemas.openxmlformats.org/officeDocument/2006/relationships/tags" Target="../tags/tag596.xml"/><Relationship Id="rId1" Type="http://schemas.openxmlformats.org/officeDocument/2006/relationships/tags" Target="../tags/tag595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600.xml"/><Relationship Id="rId7" Type="http://schemas.openxmlformats.org/officeDocument/2006/relationships/image" Target="../media/image3.png"/><Relationship Id="rId2" Type="http://schemas.openxmlformats.org/officeDocument/2006/relationships/tags" Target="../tags/tag599.xml"/><Relationship Id="rId1" Type="http://schemas.openxmlformats.org/officeDocument/2006/relationships/tags" Target="../tags/tag598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608.xml"/><Relationship Id="rId13" Type="http://schemas.openxmlformats.org/officeDocument/2006/relationships/tags" Target="../tags/tag613.xml"/><Relationship Id="rId18" Type="http://schemas.openxmlformats.org/officeDocument/2006/relationships/tags" Target="../tags/tag618.xml"/><Relationship Id="rId26" Type="http://schemas.openxmlformats.org/officeDocument/2006/relationships/tags" Target="../tags/tag626.xml"/><Relationship Id="rId3" Type="http://schemas.openxmlformats.org/officeDocument/2006/relationships/tags" Target="../tags/tag603.xml"/><Relationship Id="rId21" Type="http://schemas.openxmlformats.org/officeDocument/2006/relationships/tags" Target="../tags/tag621.xml"/><Relationship Id="rId7" Type="http://schemas.openxmlformats.org/officeDocument/2006/relationships/tags" Target="../tags/tag607.xml"/><Relationship Id="rId12" Type="http://schemas.openxmlformats.org/officeDocument/2006/relationships/tags" Target="../tags/tag612.xml"/><Relationship Id="rId17" Type="http://schemas.openxmlformats.org/officeDocument/2006/relationships/tags" Target="../tags/tag617.xml"/><Relationship Id="rId25" Type="http://schemas.openxmlformats.org/officeDocument/2006/relationships/tags" Target="../tags/tag625.xml"/><Relationship Id="rId33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02.xml"/><Relationship Id="rId16" Type="http://schemas.openxmlformats.org/officeDocument/2006/relationships/tags" Target="../tags/tag616.xml"/><Relationship Id="rId20" Type="http://schemas.openxmlformats.org/officeDocument/2006/relationships/tags" Target="../tags/tag620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601.xml"/><Relationship Id="rId6" Type="http://schemas.openxmlformats.org/officeDocument/2006/relationships/tags" Target="../tags/tag606.xml"/><Relationship Id="rId11" Type="http://schemas.openxmlformats.org/officeDocument/2006/relationships/tags" Target="../tags/tag611.xml"/><Relationship Id="rId24" Type="http://schemas.openxmlformats.org/officeDocument/2006/relationships/tags" Target="../tags/tag624.xml"/><Relationship Id="rId32" Type="http://schemas.openxmlformats.org/officeDocument/2006/relationships/image" Target="../media/image3.png"/><Relationship Id="rId5" Type="http://schemas.openxmlformats.org/officeDocument/2006/relationships/tags" Target="../tags/tag605.xml"/><Relationship Id="rId15" Type="http://schemas.openxmlformats.org/officeDocument/2006/relationships/tags" Target="../tags/tag615.xml"/><Relationship Id="rId23" Type="http://schemas.openxmlformats.org/officeDocument/2006/relationships/tags" Target="../tags/tag623.xml"/><Relationship Id="rId28" Type="http://schemas.openxmlformats.org/officeDocument/2006/relationships/tags" Target="../tags/tag628.xml"/><Relationship Id="rId10" Type="http://schemas.openxmlformats.org/officeDocument/2006/relationships/tags" Target="../tags/tag610.xml"/><Relationship Id="rId19" Type="http://schemas.openxmlformats.org/officeDocument/2006/relationships/tags" Target="../tags/tag619.xml"/><Relationship Id="rId31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04.xml"/><Relationship Id="rId9" Type="http://schemas.openxmlformats.org/officeDocument/2006/relationships/tags" Target="../tags/tag609.xml"/><Relationship Id="rId14" Type="http://schemas.openxmlformats.org/officeDocument/2006/relationships/tags" Target="../tags/tag614.xml"/><Relationship Id="rId22" Type="http://schemas.openxmlformats.org/officeDocument/2006/relationships/tags" Target="../tags/tag622.xml"/><Relationship Id="rId27" Type="http://schemas.openxmlformats.org/officeDocument/2006/relationships/tags" Target="../tags/tag627.xml"/><Relationship Id="rId30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636.xml"/><Relationship Id="rId13" Type="http://schemas.openxmlformats.org/officeDocument/2006/relationships/tags" Target="../tags/tag641.xml"/><Relationship Id="rId18" Type="http://schemas.openxmlformats.org/officeDocument/2006/relationships/tags" Target="../tags/tag646.xml"/><Relationship Id="rId3" Type="http://schemas.openxmlformats.org/officeDocument/2006/relationships/tags" Target="../tags/tag631.xml"/><Relationship Id="rId21" Type="http://schemas.openxmlformats.org/officeDocument/2006/relationships/image" Target="../media/image2.png"/><Relationship Id="rId7" Type="http://schemas.openxmlformats.org/officeDocument/2006/relationships/tags" Target="../tags/tag635.xml"/><Relationship Id="rId12" Type="http://schemas.openxmlformats.org/officeDocument/2006/relationships/tags" Target="../tags/tag640.xml"/><Relationship Id="rId17" Type="http://schemas.openxmlformats.org/officeDocument/2006/relationships/tags" Target="../tags/tag645.xml"/><Relationship Id="rId2" Type="http://schemas.openxmlformats.org/officeDocument/2006/relationships/tags" Target="../tags/tag630.xml"/><Relationship Id="rId16" Type="http://schemas.openxmlformats.org/officeDocument/2006/relationships/tags" Target="../tags/tag644.xml"/><Relationship Id="rId20" Type="http://schemas.openxmlformats.org/officeDocument/2006/relationships/notesSlide" Target="../notesSlides/notesSlide34.xml"/><Relationship Id="rId1" Type="http://schemas.openxmlformats.org/officeDocument/2006/relationships/tags" Target="../tags/tag629.xml"/><Relationship Id="rId6" Type="http://schemas.openxmlformats.org/officeDocument/2006/relationships/tags" Target="../tags/tag634.xml"/><Relationship Id="rId11" Type="http://schemas.openxmlformats.org/officeDocument/2006/relationships/tags" Target="../tags/tag639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633.xml"/><Relationship Id="rId15" Type="http://schemas.openxmlformats.org/officeDocument/2006/relationships/tags" Target="../tags/tag643.xml"/><Relationship Id="rId23" Type="http://schemas.openxmlformats.org/officeDocument/2006/relationships/image" Target="../media/image3.png"/><Relationship Id="rId10" Type="http://schemas.openxmlformats.org/officeDocument/2006/relationships/tags" Target="../tags/tag638.xml"/><Relationship Id="rId19" Type="http://schemas.openxmlformats.org/officeDocument/2006/relationships/slideLayout" Target="../slideLayouts/slideLayout18.xml"/><Relationship Id="rId4" Type="http://schemas.openxmlformats.org/officeDocument/2006/relationships/tags" Target="../tags/tag632.xml"/><Relationship Id="rId9" Type="http://schemas.openxmlformats.org/officeDocument/2006/relationships/tags" Target="../tags/tag637.xml"/><Relationship Id="rId14" Type="http://schemas.openxmlformats.org/officeDocument/2006/relationships/tags" Target="../tags/tag642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654.xml"/><Relationship Id="rId13" Type="http://schemas.openxmlformats.org/officeDocument/2006/relationships/tags" Target="../tags/tag659.xml"/><Relationship Id="rId18" Type="http://schemas.openxmlformats.org/officeDocument/2006/relationships/tags" Target="../tags/tag664.xml"/><Relationship Id="rId26" Type="http://schemas.openxmlformats.org/officeDocument/2006/relationships/tags" Target="../tags/tag672.xml"/><Relationship Id="rId39" Type="http://schemas.openxmlformats.org/officeDocument/2006/relationships/tags" Target="../tags/tag685.xml"/><Relationship Id="rId3" Type="http://schemas.openxmlformats.org/officeDocument/2006/relationships/tags" Target="../tags/tag649.xml"/><Relationship Id="rId21" Type="http://schemas.openxmlformats.org/officeDocument/2006/relationships/tags" Target="../tags/tag667.xml"/><Relationship Id="rId34" Type="http://schemas.openxmlformats.org/officeDocument/2006/relationships/tags" Target="../tags/tag680.xml"/><Relationship Id="rId42" Type="http://schemas.openxmlformats.org/officeDocument/2006/relationships/notesSlide" Target="../notesSlides/notesSlide35.xml"/><Relationship Id="rId7" Type="http://schemas.openxmlformats.org/officeDocument/2006/relationships/tags" Target="../tags/tag653.xml"/><Relationship Id="rId12" Type="http://schemas.openxmlformats.org/officeDocument/2006/relationships/tags" Target="../tags/tag658.xml"/><Relationship Id="rId17" Type="http://schemas.openxmlformats.org/officeDocument/2006/relationships/tags" Target="../tags/tag663.xml"/><Relationship Id="rId25" Type="http://schemas.openxmlformats.org/officeDocument/2006/relationships/tags" Target="../tags/tag671.xml"/><Relationship Id="rId33" Type="http://schemas.openxmlformats.org/officeDocument/2006/relationships/tags" Target="../tags/tag679.xml"/><Relationship Id="rId38" Type="http://schemas.openxmlformats.org/officeDocument/2006/relationships/tags" Target="../tags/tag684.xml"/><Relationship Id="rId46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48.xml"/><Relationship Id="rId16" Type="http://schemas.openxmlformats.org/officeDocument/2006/relationships/tags" Target="../tags/tag662.xml"/><Relationship Id="rId20" Type="http://schemas.openxmlformats.org/officeDocument/2006/relationships/tags" Target="../tags/tag666.xml"/><Relationship Id="rId29" Type="http://schemas.openxmlformats.org/officeDocument/2006/relationships/tags" Target="../tags/tag675.xml"/><Relationship Id="rId41" Type="http://schemas.openxmlformats.org/officeDocument/2006/relationships/slideLayout" Target="../slideLayouts/slideLayout18.xml"/><Relationship Id="rId1" Type="http://schemas.openxmlformats.org/officeDocument/2006/relationships/tags" Target="../tags/tag647.xml"/><Relationship Id="rId6" Type="http://schemas.openxmlformats.org/officeDocument/2006/relationships/tags" Target="../tags/tag652.xml"/><Relationship Id="rId11" Type="http://schemas.openxmlformats.org/officeDocument/2006/relationships/tags" Target="../tags/tag657.xml"/><Relationship Id="rId24" Type="http://schemas.openxmlformats.org/officeDocument/2006/relationships/tags" Target="../tags/tag670.xml"/><Relationship Id="rId32" Type="http://schemas.openxmlformats.org/officeDocument/2006/relationships/tags" Target="../tags/tag678.xml"/><Relationship Id="rId37" Type="http://schemas.openxmlformats.org/officeDocument/2006/relationships/tags" Target="../tags/tag683.xml"/><Relationship Id="rId40" Type="http://schemas.openxmlformats.org/officeDocument/2006/relationships/tags" Target="../tags/tag686.xml"/><Relationship Id="rId45" Type="http://schemas.openxmlformats.org/officeDocument/2006/relationships/image" Target="../media/image3.png"/><Relationship Id="rId5" Type="http://schemas.openxmlformats.org/officeDocument/2006/relationships/tags" Target="../tags/tag651.xml"/><Relationship Id="rId15" Type="http://schemas.openxmlformats.org/officeDocument/2006/relationships/tags" Target="../tags/tag661.xml"/><Relationship Id="rId23" Type="http://schemas.openxmlformats.org/officeDocument/2006/relationships/tags" Target="../tags/tag669.xml"/><Relationship Id="rId28" Type="http://schemas.openxmlformats.org/officeDocument/2006/relationships/tags" Target="../tags/tag674.xml"/><Relationship Id="rId36" Type="http://schemas.openxmlformats.org/officeDocument/2006/relationships/tags" Target="../tags/tag682.xml"/><Relationship Id="rId10" Type="http://schemas.openxmlformats.org/officeDocument/2006/relationships/tags" Target="../tags/tag656.xml"/><Relationship Id="rId19" Type="http://schemas.openxmlformats.org/officeDocument/2006/relationships/tags" Target="../tags/tag665.xml"/><Relationship Id="rId31" Type="http://schemas.openxmlformats.org/officeDocument/2006/relationships/tags" Target="../tags/tag677.xml"/><Relationship Id="rId44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50.xml"/><Relationship Id="rId9" Type="http://schemas.openxmlformats.org/officeDocument/2006/relationships/tags" Target="../tags/tag655.xml"/><Relationship Id="rId14" Type="http://schemas.openxmlformats.org/officeDocument/2006/relationships/tags" Target="../tags/tag660.xml"/><Relationship Id="rId22" Type="http://schemas.openxmlformats.org/officeDocument/2006/relationships/tags" Target="../tags/tag668.xml"/><Relationship Id="rId27" Type="http://schemas.openxmlformats.org/officeDocument/2006/relationships/tags" Target="../tags/tag673.xml"/><Relationship Id="rId30" Type="http://schemas.openxmlformats.org/officeDocument/2006/relationships/tags" Target="../tags/tag676.xml"/><Relationship Id="rId35" Type="http://schemas.openxmlformats.org/officeDocument/2006/relationships/tags" Target="../tags/tag681.xml"/><Relationship Id="rId43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689.xml"/><Relationship Id="rId7" Type="http://schemas.openxmlformats.org/officeDocument/2006/relationships/image" Target="../media/image2.png"/><Relationship Id="rId2" Type="http://schemas.openxmlformats.org/officeDocument/2006/relationships/tags" Target="../tags/tag688.xml"/><Relationship Id="rId1" Type="http://schemas.openxmlformats.org/officeDocument/2006/relationships/tags" Target="../tags/tag687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691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690.xml"/><Relationship Id="rId9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69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693.xml"/><Relationship Id="rId1" Type="http://schemas.openxmlformats.org/officeDocument/2006/relationships/tags" Target="../tags/tag69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702.xml"/><Relationship Id="rId13" Type="http://schemas.openxmlformats.org/officeDocument/2006/relationships/tags" Target="../tags/tag707.xml"/><Relationship Id="rId18" Type="http://schemas.openxmlformats.org/officeDocument/2006/relationships/tags" Target="../tags/tag712.xml"/><Relationship Id="rId26" Type="http://schemas.openxmlformats.org/officeDocument/2006/relationships/tags" Target="../tags/tag720.xml"/><Relationship Id="rId3" Type="http://schemas.openxmlformats.org/officeDocument/2006/relationships/tags" Target="../tags/tag697.xml"/><Relationship Id="rId21" Type="http://schemas.openxmlformats.org/officeDocument/2006/relationships/tags" Target="../tags/tag715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701.xml"/><Relationship Id="rId12" Type="http://schemas.openxmlformats.org/officeDocument/2006/relationships/tags" Target="../tags/tag706.xml"/><Relationship Id="rId17" Type="http://schemas.openxmlformats.org/officeDocument/2006/relationships/tags" Target="../tags/tag711.xml"/><Relationship Id="rId25" Type="http://schemas.openxmlformats.org/officeDocument/2006/relationships/tags" Target="../tags/tag719.xml"/><Relationship Id="rId33" Type="http://schemas.openxmlformats.org/officeDocument/2006/relationships/image" Target="../media/image3.png"/><Relationship Id="rId2" Type="http://schemas.openxmlformats.org/officeDocument/2006/relationships/tags" Target="../tags/tag696.xml"/><Relationship Id="rId16" Type="http://schemas.openxmlformats.org/officeDocument/2006/relationships/tags" Target="../tags/tag710.xml"/><Relationship Id="rId20" Type="http://schemas.openxmlformats.org/officeDocument/2006/relationships/tags" Target="../tags/tag714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695.xml"/><Relationship Id="rId6" Type="http://schemas.openxmlformats.org/officeDocument/2006/relationships/tags" Target="../tags/tag700.xml"/><Relationship Id="rId11" Type="http://schemas.openxmlformats.org/officeDocument/2006/relationships/tags" Target="../tags/tag705.xml"/><Relationship Id="rId24" Type="http://schemas.openxmlformats.org/officeDocument/2006/relationships/tags" Target="../tags/tag718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699.xml"/><Relationship Id="rId15" Type="http://schemas.openxmlformats.org/officeDocument/2006/relationships/tags" Target="../tags/tag709.xml"/><Relationship Id="rId23" Type="http://schemas.openxmlformats.org/officeDocument/2006/relationships/tags" Target="../tags/tag717.xml"/><Relationship Id="rId28" Type="http://schemas.openxmlformats.org/officeDocument/2006/relationships/tags" Target="../tags/tag722.xml"/><Relationship Id="rId10" Type="http://schemas.openxmlformats.org/officeDocument/2006/relationships/tags" Target="../tags/tag704.xml"/><Relationship Id="rId19" Type="http://schemas.openxmlformats.org/officeDocument/2006/relationships/tags" Target="../tags/tag713.xml"/><Relationship Id="rId31" Type="http://schemas.openxmlformats.org/officeDocument/2006/relationships/image" Target="../media/image2.png"/><Relationship Id="rId4" Type="http://schemas.openxmlformats.org/officeDocument/2006/relationships/tags" Target="../tags/tag698.xml"/><Relationship Id="rId9" Type="http://schemas.openxmlformats.org/officeDocument/2006/relationships/tags" Target="../tags/tag703.xml"/><Relationship Id="rId14" Type="http://schemas.openxmlformats.org/officeDocument/2006/relationships/tags" Target="../tags/tag708.xml"/><Relationship Id="rId22" Type="http://schemas.openxmlformats.org/officeDocument/2006/relationships/tags" Target="../tags/tag716.xml"/><Relationship Id="rId27" Type="http://schemas.openxmlformats.org/officeDocument/2006/relationships/tags" Target="../tags/tag721.xml"/><Relationship Id="rId30" Type="http://schemas.openxmlformats.org/officeDocument/2006/relationships/notesSlide" Target="../notesSlides/notesSlide3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725.xml"/><Relationship Id="rId7" Type="http://schemas.openxmlformats.org/officeDocument/2006/relationships/image" Target="../media/image2.png"/><Relationship Id="rId2" Type="http://schemas.openxmlformats.org/officeDocument/2006/relationships/tags" Target="../tags/tag724.xml"/><Relationship Id="rId1" Type="http://schemas.openxmlformats.org/officeDocument/2006/relationships/tags" Target="../tags/tag723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726.xml"/><Relationship Id="rId9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734.xml"/><Relationship Id="rId13" Type="http://schemas.openxmlformats.org/officeDocument/2006/relationships/tags" Target="../tags/tag739.xml"/><Relationship Id="rId18" Type="http://schemas.openxmlformats.org/officeDocument/2006/relationships/tags" Target="../tags/tag744.xml"/><Relationship Id="rId26" Type="http://schemas.openxmlformats.org/officeDocument/2006/relationships/tags" Target="../tags/tag752.xml"/><Relationship Id="rId39" Type="http://schemas.openxmlformats.org/officeDocument/2006/relationships/notesSlide" Target="../notesSlides/notesSlide39.xml"/><Relationship Id="rId3" Type="http://schemas.openxmlformats.org/officeDocument/2006/relationships/tags" Target="../tags/tag729.xml"/><Relationship Id="rId21" Type="http://schemas.openxmlformats.org/officeDocument/2006/relationships/tags" Target="../tags/tag747.xml"/><Relationship Id="rId34" Type="http://schemas.openxmlformats.org/officeDocument/2006/relationships/tags" Target="../tags/tag760.xml"/><Relationship Id="rId42" Type="http://schemas.openxmlformats.org/officeDocument/2006/relationships/image" Target="../media/image3.png"/><Relationship Id="rId7" Type="http://schemas.openxmlformats.org/officeDocument/2006/relationships/tags" Target="../tags/tag733.xml"/><Relationship Id="rId12" Type="http://schemas.openxmlformats.org/officeDocument/2006/relationships/tags" Target="../tags/tag738.xml"/><Relationship Id="rId17" Type="http://schemas.openxmlformats.org/officeDocument/2006/relationships/tags" Target="../tags/tag743.xml"/><Relationship Id="rId25" Type="http://schemas.openxmlformats.org/officeDocument/2006/relationships/tags" Target="../tags/tag751.xml"/><Relationship Id="rId33" Type="http://schemas.openxmlformats.org/officeDocument/2006/relationships/tags" Target="../tags/tag759.xml"/><Relationship Id="rId38" Type="http://schemas.openxmlformats.org/officeDocument/2006/relationships/slideLayout" Target="../slideLayouts/slideLayout18.xml"/><Relationship Id="rId2" Type="http://schemas.openxmlformats.org/officeDocument/2006/relationships/tags" Target="../tags/tag728.xml"/><Relationship Id="rId16" Type="http://schemas.openxmlformats.org/officeDocument/2006/relationships/tags" Target="../tags/tag742.xml"/><Relationship Id="rId20" Type="http://schemas.openxmlformats.org/officeDocument/2006/relationships/tags" Target="../tags/tag746.xml"/><Relationship Id="rId29" Type="http://schemas.openxmlformats.org/officeDocument/2006/relationships/tags" Target="../tags/tag755.xml"/><Relationship Id="rId41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727.xml"/><Relationship Id="rId6" Type="http://schemas.openxmlformats.org/officeDocument/2006/relationships/tags" Target="../tags/tag732.xml"/><Relationship Id="rId11" Type="http://schemas.openxmlformats.org/officeDocument/2006/relationships/tags" Target="../tags/tag737.xml"/><Relationship Id="rId24" Type="http://schemas.openxmlformats.org/officeDocument/2006/relationships/tags" Target="../tags/tag750.xml"/><Relationship Id="rId32" Type="http://schemas.openxmlformats.org/officeDocument/2006/relationships/tags" Target="../tags/tag758.xml"/><Relationship Id="rId37" Type="http://schemas.openxmlformats.org/officeDocument/2006/relationships/tags" Target="../tags/tag763.xml"/><Relationship Id="rId40" Type="http://schemas.openxmlformats.org/officeDocument/2006/relationships/image" Target="../media/image2.png"/><Relationship Id="rId5" Type="http://schemas.openxmlformats.org/officeDocument/2006/relationships/tags" Target="../tags/tag731.xml"/><Relationship Id="rId15" Type="http://schemas.openxmlformats.org/officeDocument/2006/relationships/tags" Target="../tags/tag741.xml"/><Relationship Id="rId23" Type="http://schemas.openxmlformats.org/officeDocument/2006/relationships/tags" Target="../tags/tag749.xml"/><Relationship Id="rId28" Type="http://schemas.openxmlformats.org/officeDocument/2006/relationships/tags" Target="../tags/tag754.xml"/><Relationship Id="rId36" Type="http://schemas.openxmlformats.org/officeDocument/2006/relationships/tags" Target="../tags/tag762.xml"/><Relationship Id="rId10" Type="http://schemas.openxmlformats.org/officeDocument/2006/relationships/tags" Target="../tags/tag736.xml"/><Relationship Id="rId19" Type="http://schemas.openxmlformats.org/officeDocument/2006/relationships/tags" Target="../tags/tag745.xml"/><Relationship Id="rId31" Type="http://schemas.openxmlformats.org/officeDocument/2006/relationships/tags" Target="../tags/tag757.xml"/><Relationship Id="rId4" Type="http://schemas.openxmlformats.org/officeDocument/2006/relationships/tags" Target="../tags/tag730.xml"/><Relationship Id="rId9" Type="http://schemas.openxmlformats.org/officeDocument/2006/relationships/tags" Target="../tags/tag735.xml"/><Relationship Id="rId14" Type="http://schemas.openxmlformats.org/officeDocument/2006/relationships/tags" Target="../tags/tag740.xml"/><Relationship Id="rId22" Type="http://schemas.openxmlformats.org/officeDocument/2006/relationships/tags" Target="../tags/tag748.xml"/><Relationship Id="rId27" Type="http://schemas.openxmlformats.org/officeDocument/2006/relationships/tags" Target="../tags/tag753.xml"/><Relationship Id="rId30" Type="http://schemas.openxmlformats.org/officeDocument/2006/relationships/tags" Target="../tags/tag756.xml"/><Relationship Id="rId35" Type="http://schemas.openxmlformats.org/officeDocument/2006/relationships/tags" Target="../tags/tag761.xml"/><Relationship Id="rId43" Type="http://schemas.openxmlformats.org/officeDocument/2006/relationships/image" Target="file:///C:\Users\1V994W2\PycharmProjects\PPT_Background_Generation/pic_temp/1_pic_quater_right_up.png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771.xml"/><Relationship Id="rId13" Type="http://schemas.openxmlformats.org/officeDocument/2006/relationships/tags" Target="../tags/tag776.xml"/><Relationship Id="rId18" Type="http://schemas.openxmlformats.org/officeDocument/2006/relationships/tags" Target="../tags/tag781.xml"/><Relationship Id="rId26" Type="http://schemas.openxmlformats.org/officeDocument/2006/relationships/tags" Target="../tags/tag789.xml"/><Relationship Id="rId3" Type="http://schemas.openxmlformats.org/officeDocument/2006/relationships/tags" Target="../tags/tag766.xml"/><Relationship Id="rId21" Type="http://schemas.openxmlformats.org/officeDocument/2006/relationships/tags" Target="../tags/tag784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770.xml"/><Relationship Id="rId12" Type="http://schemas.openxmlformats.org/officeDocument/2006/relationships/tags" Target="../tags/tag775.xml"/><Relationship Id="rId17" Type="http://schemas.openxmlformats.org/officeDocument/2006/relationships/tags" Target="../tags/tag780.xml"/><Relationship Id="rId25" Type="http://schemas.openxmlformats.org/officeDocument/2006/relationships/tags" Target="../tags/tag788.xml"/><Relationship Id="rId33" Type="http://schemas.openxmlformats.org/officeDocument/2006/relationships/image" Target="../media/image3.png"/><Relationship Id="rId2" Type="http://schemas.openxmlformats.org/officeDocument/2006/relationships/tags" Target="../tags/tag765.xml"/><Relationship Id="rId16" Type="http://schemas.openxmlformats.org/officeDocument/2006/relationships/tags" Target="../tags/tag779.xml"/><Relationship Id="rId20" Type="http://schemas.openxmlformats.org/officeDocument/2006/relationships/tags" Target="../tags/tag783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764.xml"/><Relationship Id="rId6" Type="http://schemas.openxmlformats.org/officeDocument/2006/relationships/tags" Target="../tags/tag769.xml"/><Relationship Id="rId11" Type="http://schemas.openxmlformats.org/officeDocument/2006/relationships/tags" Target="../tags/tag774.xml"/><Relationship Id="rId24" Type="http://schemas.openxmlformats.org/officeDocument/2006/relationships/tags" Target="../tags/tag787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768.xml"/><Relationship Id="rId15" Type="http://schemas.openxmlformats.org/officeDocument/2006/relationships/tags" Target="../tags/tag778.xml"/><Relationship Id="rId23" Type="http://schemas.openxmlformats.org/officeDocument/2006/relationships/tags" Target="../tags/tag786.xml"/><Relationship Id="rId28" Type="http://schemas.openxmlformats.org/officeDocument/2006/relationships/tags" Target="../tags/tag791.xml"/><Relationship Id="rId10" Type="http://schemas.openxmlformats.org/officeDocument/2006/relationships/tags" Target="../tags/tag773.xml"/><Relationship Id="rId19" Type="http://schemas.openxmlformats.org/officeDocument/2006/relationships/tags" Target="../tags/tag782.xml"/><Relationship Id="rId31" Type="http://schemas.openxmlformats.org/officeDocument/2006/relationships/image" Target="../media/image2.png"/><Relationship Id="rId4" Type="http://schemas.openxmlformats.org/officeDocument/2006/relationships/tags" Target="../tags/tag767.xml"/><Relationship Id="rId9" Type="http://schemas.openxmlformats.org/officeDocument/2006/relationships/tags" Target="../tags/tag772.xml"/><Relationship Id="rId14" Type="http://schemas.openxmlformats.org/officeDocument/2006/relationships/tags" Target="../tags/tag777.xml"/><Relationship Id="rId22" Type="http://schemas.openxmlformats.org/officeDocument/2006/relationships/tags" Target="../tags/tag785.xml"/><Relationship Id="rId27" Type="http://schemas.openxmlformats.org/officeDocument/2006/relationships/tags" Target="../tags/tag790.xml"/><Relationship Id="rId30" Type="http://schemas.openxmlformats.org/officeDocument/2006/relationships/notesSlide" Target="../notesSlides/notesSlide40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tags" Target="../tags/tag804.xml"/><Relationship Id="rId18" Type="http://schemas.openxmlformats.org/officeDocument/2006/relationships/tags" Target="../tags/tag809.xml"/><Relationship Id="rId26" Type="http://schemas.openxmlformats.org/officeDocument/2006/relationships/tags" Target="../tags/tag817.xml"/><Relationship Id="rId39" Type="http://schemas.openxmlformats.org/officeDocument/2006/relationships/tags" Target="../tags/tag830.xml"/><Relationship Id="rId21" Type="http://schemas.openxmlformats.org/officeDocument/2006/relationships/tags" Target="../tags/tag812.xml"/><Relationship Id="rId34" Type="http://schemas.openxmlformats.org/officeDocument/2006/relationships/tags" Target="../tags/tag825.xml"/><Relationship Id="rId42" Type="http://schemas.openxmlformats.org/officeDocument/2006/relationships/tags" Target="../tags/tag833.xml"/><Relationship Id="rId47" Type="http://schemas.openxmlformats.org/officeDocument/2006/relationships/tags" Target="../tags/tag838.xml"/><Relationship Id="rId50" Type="http://schemas.openxmlformats.org/officeDocument/2006/relationships/tags" Target="../tags/tag841.xml"/><Relationship Id="rId55" Type="http://schemas.openxmlformats.org/officeDocument/2006/relationships/tags" Target="../tags/tag846.xml"/><Relationship Id="rId63" Type="http://schemas.openxmlformats.org/officeDocument/2006/relationships/slideLayout" Target="../slideLayouts/slideLayout18.xml"/><Relationship Id="rId6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798.xml"/><Relationship Id="rId2" Type="http://schemas.openxmlformats.org/officeDocument/2006/relationships/tags" Target="../tags/tag793.xml"/><Relationship Id="rId16" Type="http://schemas.openxmlformats.org/officeDocument/2006/relationships/tags" Target="../tags/tag807.xml"/><Relationship Id="rId29" Type="http://schemas.openxmlformats.org/officeDocument/2006/relationships/tags" Target="../tags/tag820.xml"/><Relationship Id="rId1" Type="http://schemas.openxmlformats.org/officeDocument/2006/relationships/tags" Target="../tags/tag792.xml"/><Relationship Id="rId6" Type="http://schemas.openxmlformats.org/officeDocument/2006/relationships/tags" Target="../tags/tag797.xml"/><Relationship Id="rId11" Type="http://schemas.openxmlformats.org/officeDocument/2006/relationships/tags" Target="../tags/tag802.xml"/><Relationship Id="rId24" Type="http://schemas.openxmlformats.org/officeDocument/2006/relationships/tags" Target="../tags/tag815.xml"/><Relationship Id="rId32" Type="http://schemas.openxmlformats.org/officeDocument/2006/relationships/tags" Target="../tags/tag823.xml"/><Relationship Id="rId37" Type="http://schemas.openxmlformats.org/officeDocument/2006/relationships/tags" Target="../tags/tag828.xml"/><Relationship Id="rId40" Type="http://schemas.openxmlformats.org/officeDocument/2006/relationships/tags" Target="../tags/tag831.xml"/><Relationship Id="rId45" Type="http://schemas.openxmlformats.org/officeDocument/2006/relationships/tags" Target="../tags/tag836.xml"/><Relationship Id="rId53" Type="http://schemas.openxmlformats.org/officeDocument/2006/relationships/tags" Target="../tags/tag844.xml"/><Relationship Id="rId58" Type="http://schemas.openxmlformats.org/officeDocument/2006/relationships/tags" Target="../tags/tag849.xml"/><Relationship Id="rId6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796.xml"/><Relationship Id="rId15" Type="http://schemas.openxmlformats.org/officeDocument/2006/relationships/tags" Target="../tags/tag806.xml"/><Relationship Id="rId23" Type="http://schemas.openxmlformats.org/officeDocument/2006/relationships/tags" Target="../tags/tag814.xml"/><Relationship Id="rId28" Type="http://schemas.openxmlformats.org/officeDocument/2006/relationships/tags" Target="../tags/tag819.xml"/><Relationship Id="rId36" Type="http://schemas.openxmlformats.org/officeDocument/2006/relationships/tags" Target="../tags/tag827.xml"/><Relationship Id="rId49" Type="http://schemas.openxmlformats.org/officeDocument/2006/relationships/tags" Target="../tags/tag840.xml"/><Relationship Id="rId57" Type="http://schemas.openxmlformats.org/officeDocument/2006/relationships/tags" Target="../tags/tag848.xml"/><Relationship Id="rId61" Type="http://schemas.openxmlformats.org/officeDocument/2006/relationships/tags" Target="../tags/tag852.xml"/><Relationship Id="rId10" Type="http://schemas.openxmlformats.org/officeDocument/2006/relationships/tags" Target="../tags/tag801.xml"/><Relationship Id="rId19" Type="http://schemas.openxmlformats.org/officeDocument/2006/relationships/tags" Target="../tags/tag810.xml"/><Relationship Id="rId31" Type="http://schemas.openxmlformats.org/officeDocument/2006/relationships/tags" Target="../tags/tag822.xml"/><Relationship Id="rId44" Type="http://schemas.openxmlformats.org/officeDocument/2006/relationships/tags" Target="../tags/tag835.xml"/><Relationship Id="rId52" Type="http://schemas.openxmlformats.org/officeDocument/2006/relationships/tags" Target="../tags/tag843.xml"/><Relationship Id="rId60" Type="http://schemas.openxmlformats.org/officeDocument/2006/relationships/tags" Target="../tags/tag851.xml"/><Relationship Id="rId65" Type="http://schemas.openxmlformats.org/officeDocument/2006/relationships/image" Target="../media/image2.png"/><Relationship Id="rId4" Type="http://schemas.openxmlformats.org/officeDocument/2006/relationships/tags" Target="../tags/tag795.xml"/><Relationship Id="rId9" Type="http://schemas.openxmlformats.org/officeDocument/2006/relationships/tags" Target="../tags/tag800.xml"/><Relationship Id="rId14" Type="http://schemas.openxmlformats.org/officeDocument/2006/relationships/tags" Target="../tags/tag805.xml"/><Relationship Id="rId22" Type="http://schemas.openxmlformats.org/officeDocument/2006/relationships/tags" Target="../tags/tag813.xml"/><Relationship Id="rId27" Type="http://schemas.openxmlformats.org/officeDocument/2006/relationships/tags" Target="../tags/tag818.xml"/><Relationship Id="rId30" Type="http://schemas.openxmlformats.org/officeDocument/2006/relationships/tags" Target="../tags/tag821.xml"/><Relationship Id="rId35" Type="http://schemas.openxmlformats.org/officeDocument/2006/relationships/tags" Target="../tags/tag826.xml"/><Relationship Id="rId43" Type="http://schemas.openxmlformats.org/officeDocument/2006/relationships/tags" Target="../tags/tag834.xml"/><Relationship Id="rId48" Type="http://schemas.openxmlformats.org/officeDocument/2006/relationships/tags" Target="../tags/tag839.xml"/><Relationship Id="rId56" Type="http://schemas.openxmlformats.org/officeDocument/2006/relationships/tags" Target="../tags/tag847.xml"/><Relationship Id="rId64" Type="http://schemas.openxmlformats.org/officeDocument/2006/relationships/notesSlide" Target="../notesSlides/notesSlide41.xml"/><Relationship Id="rId8" Type="http://schemas.openxmlformats.org/officeDocument/2006/relationships/tags" Target="../tags/tag799.xml"/><Relationship Id="rId51" Type="http://schemas.openxmlformats.org/officeDocument/2006/relationships/tags" Target="../tags/tag842.xml"/><Relationship Id="rId3" Type="http://schemas.openxmlformats.org/officeDocument/2006/relationships/tags" Target="../tags/tag794.xml"/><Relationship Id="rId12" Type="http://schemas.openxmlformats.org/officeDocument/2006/relationships/tags" Target="../tags/tag803.xml"/><Relationship Id="rId17" Type="http://schemas.openxmlformats.org/officeDocument/2006/relationships/tags" Target="../tags/tag808.xml"/><Relationship Id="rId25" Type="http://schemas.openxmlformats.org/officeDocument/2006/relationships/tags" Target="../tags/tag816.xml"/><Relationship Id="rId33" Type="http://schemas.openxmlformats.org/officeDocument/2006/relationships/tags" Target="../tags/tag824.xml"/><Relationship Id="rId38" Type="http://schemas.openxmlformats.org/officeDocument/2006/relationships/tags" Target="../tags/tag829.xml"/><Relationship Id="rId46" Type="http://schemas.openxmlformats.org/officeDocument/2006/relationships/tags" Target="../tags/tag837.xml"/><Relationship Id="rId59" Type="http://schemas.openxmlformats.org/officeDocument/2006/relationships/tags" Target="../tags/tag850.xml"/><Relationship Id="rId67" Type="http://schemas.openxmlformats.org/officeDocument/2006/relationships/image" Target="../media/image3.png"/><Relationship Id="rId20" Type="http://schemas.openxmlformats.org/officeDocument/2006/relationships/tags" Target="../tags/tag811.xml"/><Relationship Id="rId41" Type="http://schemas.openxmlformats.org/officeDocument/2006/relationships/tags" Target="../tags/tag832.xml"/><Relationship Id="rId54" Type="http://schemas.openxmlformats.org/officeDocument/2006/relationships/tags" Target="../tags/tag845.xml"/><Relationship Id="rId62" Type="http://schemas.openxmlformats.org/officeDocument/2006/relationships/tags" Target="../tags/tag85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861.xml"/><Relationship Id="rId13" Type="http://schemas.openxmlformats.org/officeDocument/2006/relationships/tags" Target="../tags/tag866.xml"/><Relationship Id="rId18" Type="http://schemas.openxmlformats.org/officeDocument/2006/relationships/tags" Target="../tags/tag871.xml"/><Relationship Id="rId26" Type="http://schemas.openxmlformats.org/officeDocument/2006/relationships/tags" Target="../tags/tag879.xml"/><Relationship Id="rId3" Type="http://schemas.openxmlformats.org/officeDocument/2006/relationships/tags" Target="../tags/tag856.xml"/><Relationship Id="rId21" Type="http://schemas.openxmlformats.org/officeDocument/2006/relationships/tags" Target="../tags/tag874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860.xml"/><Relationship Id="rId12" Type="http://schemas.openxmlformats.org/officeDocument/2006/relationships/tags" Target="../tags/tag865.xml"/><Relationship Id="rId17" Type="http://schemas.openxmlformats.org/officeDocument/2006/relationships/tags" Target="../tags/tag870.xml"/><Relationship Id="rId25" Type="http://schemas.openxmlformats.org/officeDocument/2006/relationships/tags" Target="../tags/tag878.xml"/><Relationship Id="rId33" Type="http://schemas.openxmlformats.org/officeDocument/2006/relationships/image" Target="../media/image3.png"/><Relationship Id="rId2" Type="http://schemas.openxmlformats.org/officeDocument/2006/relationships/tags" Target="../tags/tag855.xml"/><Relationship Id="rId16" Type="http://schemas.openxmlformats.org/officeDocument/2006/relationships/tags" Target="../tags/tag869.xml"/><Relationship Id="rId20" Type="http://schemas.openxmlformats.org/officeDocument/2006/relationships/tags" Target="../tags/tag873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854.xml"/><Relationship Id="rId6" Type="http://schemas.openxmlformats.org/officeDocument/2006/relationships/tags" Target="../tags/tag859.xml"/><Relationship Id="rId11" Type="http://schemas.openxmlformats.org/officeDocument/2006/relationships/tags" Target="../tags/tag864.xml"/><Relationship Id="rId24" Type="http://schemas.openxmlformats.org/officeDocument/2006/relationships/tags" Target="../tags/tag877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858.xml"/><Relationship Id="rId15" Type="http://schemas.openxmlformats.org/officeDocument/2006/relationships/tags" Target="../tags/tag868.xml"/><Relationship Id="rId23" Type="http://schemas.openxmlformats.org/officeDocument/2006/relationships/tags" Target="../tags/tag876.xml"/><Relationship Id="rId28" Type="http://schemas.openxmlformats.org/officeDocument/2006/relationships/tags" Target="../tags/tag881.xml"/><Relationship Id="rId10" Type="http://schemas.openxmlformats.org/officeDocument/2006/relationships/tags" Target="../tags/tag863.xml"/><Relationship Id="rId19" Type="http://schemas.openxmlformats.org/officeDocument/2006/relationships/tags" Target="../tags/tag872.xml"/><Relationship Id="rId31" Type="http://schemas.openxmlformats.org/officeDocument/2006/relationships/image" Target="../media/image2.png"/><Relationship Id="rId4" Type="http://schemas.openxmlformats.org/officeDocument/2006/relationships/tags" Target="../tags/tag857.xml"/><Relationship Id="rId9" Type="http://schemas.openxmlformats.org/officeDocument/2006/relationships/tags" Target="../tags/tag862.xml"/><Relationship Id="rId14" Type="http://schemas.openxmlformats.org/officeDocument/2006/relationships/tags" Target="../tags/tag867.xml"/><Relationship Id="rId22" Type="http://schemas.openxmlformats.org/officeDocument/2006/relationships/tags" Target="../tags/tag875.xml"/><Relationship Id="rId27" Type="http://schemas.openxmlformats.org/officeDocument/2006/relationships/tags" Target="../tags/tag880.xml"/><Relationship Id="rId30" Type="http://schemas.openxmlformats.org/officeDocument/2006/relationships/notesSlide" Target="../notesSlides/notesSlide4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884.xml"/><Relationship Id="rId7" Type="http://schemas.openxmlformats.org/officeDocument/2006/relationships/image" Target="../media/image3.png"/><Relationship Id="rId2" Type="http://schemas.openxmlformats.org/officeDocument/2006/relationships/tags" Target="../tags/tag883.xml"/><Relationship Id="rId1" Type="http://schemas.openxmlformats.org/officeDocument/2006/relationships/tags" Target="../tags/tag882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887.xml"/><Relationship Id="rId7" Type="http://schemas.openxmlformats.org/officeDocument/2006/relationships/image" Target="../media/image3.png"/><Relationship Id="rId2" Type="http://schemas.openxmlformats.org/officeDocument/2006/relationships/tags" Target="../tags/tag886.xml"/><Relationship Id="rId1" Type="http://schemas.openxmlformats.org/officeDocument/2006/relationships/tags" Target="../tags/tag885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890.xml"/><Relationship Id="rId7" Type="http://schemas.openxmlformats.org/officeDocument/2006/relationships/tags" Target="../tags/tag894.xml"/><Relationship Id="rId12" Type="http://schemas.openxmlformats.org/officeDocument/2006/relationships/image" Target="../media/image3.png"/><Relationship Id="rId2" Type="http://schemas.openxmlformats.org/officeDocument/2006/relationships/tags" Target="../tags/tag889.xml"/><Relationship Id="rId1" Type="http://schemas.openxmlformats.org/officeDocument/2006/relationships/tags" Target="../tags/tag888.xml"/><Relationship Id="rId6" Type="http://schemas.openxmlformats.org/officeDocument/2006/relationships/tags" Target="../tags/tag89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892.xml"/><Relationship Id="rId10" Type="http://schemas.openxmlformats.org/officeDocument/2006/relationships/image" Target="../media/image2.png"/><Relationship Id="rId4" Type="http://schemas.openxmlformats.org/officeDocument/2006/relationships/tags" Target="../tags/tag891.xml"/><Relationship Id="rId9" Type="http://schemas.openxmlformats.org/officeDocument/2006/relationships/notesSlide" Target="../notesSlides/notesSlide4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97.xml"/><Relationship Id="rId7" Type="http://schemas.openxmlformats.org/officeDocument/2006/relationships/image" Target="../media/image2.png"/><Relationship Id="rId12" Type="http://schemas.openxmlformats.org/officeDocument/2006/relationships/image" Target="../media/image17.png"/><Relationship Id="rId2" Type="http://schemas.openxmlformats.org/officeDocument/2006/relationships/tags" Target="../tags/tag896.xml"/><Relationship Id="rId1" Type="http://schemas.openxmlformats.org/officeDocument/2006/relationships/tags" Target="../tags/tag895.xml"/><Relationship Id="rId6" Type="http://schemas.openxmlformats.org/officeDocument/2006/relationships/notesSlide" Target="../notesSlides/notesSlide44.xml"/><Relationship Id="rId11" Type="http://schemas.openxmlformats.org/officeDocument/2006/relationships/image" Target="../media/image16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98.xml"/><Relationship Id="rId9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01.xml"/><Relationship Id="rId7" Type="http://schemas.openxmlformats.org/officeDocument/2006/relationships/image" Target="../media/image2.png"/><Relationship Id="rId12" Type="http://schemas.openxmlformats.org/officeDocument/2006/relationships/image" Target="../media/image19.png"/><Relationship Id="rId2" Type="http://schemas.openxmlformats.org/officeDocument/2006/relationships/tags" Target="../tags/tag900.xml"/><Relationship Id="rId1" Type="http://schemas.openxmlformats.org/officeDocument/2006/relationships/tags" Target="../tags/tag899.xml"/><Relationship Id="rId6" Type="http://schemas.openxmlformats.org/officeDocument/2006/relationships/notesSlide" Target="../notesSlides/notesSlide45.xml"/><Relationship Id="rId11" Type="http://schemas.openxmlformats.org/officeDocument/2006/relationships/image" Target="../media/image18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02.xml"/><Relationship Id="rId9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13" Type="http://schemas.openxmlformats.org/officeDocument/2006/relationships/image" Target="../media/image22.png"/><Relationship Id="rId3" Type="http://schemas.openxmlformats.org/officeDocument/2006/relationships/tags" Target="../tags/tag905.xml"/><Relationship Id="rId7" Type="http://schemas.openxmlformats.org/officeDocument/2006/relationships/image" Target="../media/image2.png"/><Relationship Id="rId12" Type="http://schemas.openxmlformats.org/officeDocument/2006/relationships/image" Target="../media/image21.png"/><Relationship Id="rId2" Type="http://schemas.openxmlformats.org/officeDocument/2006/relationships/tags" Target="../tags/tag904.xml"/><Relationship Id="rId1" Type="http://schemas.openxmlformats.org/officeDocument/2006/relationships/tags" Target="../tags/tag903.xml"/><Relationship Id="rId6" Type="http://schemas.openxmlformats.org/officeDocument/2006/relationships/notesSlide" Target="../notesSlides/notesSlide46.xml"/><Relationship Id="rId11" Type="http://schemas.openxmlformats.org/officeDocument/2006/relationships/image" Target="../media/image20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06.xml"/><Relationship Id="rId9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09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908.xml"/><Relationship Id="rId1" Type="http://schemas.openxmlformats.org/officeDocument/2006/relationships/tags" Target="../tags/tag907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10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13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912.xml"/><Relationship Id="rId1" Type="http://schemas.openxmlformats.org/officeDocument/2006/relationships/tags" Target="../tags/tag91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14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922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17.xml"/><Relationship Id="rId7" Type="http://schemas.openxmlformats.org/officeDocument/2006/relationships/tags" Target="../tags/tag921.xml"/><Relationship Id="rId12" Type="http://schemas.openxmlformats.org/officeDocument/2006/relationships/image" Target="../media/image2.png"/><Relationship Id="rId2" Type="http://schemas.openxmlformats.org/officeDocument/2006/relationships/tags" Target="../tags/tag916.xml"/><Relationship Id="rId1" Type="http://schemas.openxmlformats.org/officeDocument/2006/relationships/tags" Target="../tags/tag915.xml"/><Relationship Id="rId6" Type="http://schemas.openxmlformats.org/officeDocument/2006/relationships/tags" Target="../tags/tag920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919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924.xml"/><Relationship Id="rId4" Type="http://schemas.openxmlformats.org/officeDocument/2006/relationships/tags" Target="../tags/tag918.xml"/><Relationship Id="rId9" Type="http://schemas.openxmlformats.org/officeDocument/2006/relationships/tags" Target="../tags/tag923.xml"/><Relationship Id="rId1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932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27.xml"/><Relationship Id="rId7" Type="http://schemas.openxmlformats.org/officeDocument/2006/relationships/tags" Target="../tags/tag931.xml"/><Relationship Id="rId12" Type="http://schemas.openxmlformats.org/officeDocument/2006/relationships/image" Target="../media/image2.png"/><Relationship Id="rId2" Type="http://schemas.openxmlformats.org/officeDocument/2006/relationships/tags" Target="../tags/tag926.xml"/><Relationship Id="rId1" Type="http://schemas.openxmlformats.org/officeDocument/2006/relationships/tags" Target="../tags/tag925.xml"/><Relationship Id="rId6" Type="http://schemas.openxmlformats.org/officeDocument/2006/relationships/tags" Target="../tags/tag930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929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934.xml"/><Relationship Id="rId4" Type="http://schemas.openxmlformats.org/officeDocument/2006/relationships/tags" Target="../tags/tag928.xml"/><Relationship Id="rId9" Type="http://schemas.openxmlformats.org/officeDocument/2006/relationships/tags" Target="../tags/tag933.xml"/><Relationship Id="rId1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37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936.xml"/><Relationship Id="rId1" Type="http://schemas.openxmlformats.org/officeDocument/2006/relationships/tags" Target="../tags/tag935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3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946.xml"/><Relationship Id="rId13" Type="http://schemas.openxmlformats.org/officeDocument/2006/relationships/tags" Target="../tags/tag951.xml"/><Relationship Id="rId18" Type="http://schemas.openxmlformats.org/officeDocument/2006/relationships/tags" Target="../tags/tag956.xml"/><Relationship Id="rId26" Type="http://schemas.openxmlformats.org/officeDocument/2006/relationships/tags" Target="../tags/tag964.xml"/><Relationship Id="rId3" Type="http://schemas.openxmlformats.org/officeDocument/2006/relationships/tags" Target="../tags/tag941.xml"/><Relationship Id="rId21" Type="http://schemas.openxmlformats.org/officeDocument/2006/relationships/tags" Target="../tags/tag959.xml"/><Relationship Id="rId34" Type="http://schemas.openxmlformats.org/officeDocument/2006/relationships/notesSlide" Target="../notesSlides/notesSlide47.xml"/><Relationship Id="rId7" Type="http://schemas.openxmlformats.org/officeDocument/2006/relationships/tags" Target="../tags/tag945.xml"/><Relationship Id="rId12" Type="http://schemas.openxmlformats.org/officeDocument/2006/relationships/tags" Target="../tags/tag950.xml"/><Relationship Id="rId17" Type="http://schemas.openxmlformats.org/officeDocument/2006/relationships/tags" Target="../tags/tag955.xml"/><Relationship Id="rId25" Type="http://schemas.openxmlformats.org/officeDocument/2006/relationships/tags" Target="../tags/tag963.xml"/><Relationship Id="rId33" Type="http://schemas.openxmlformats.org/officeDocument/2006/relationships/slideLayout" Target="../slideLayouts/slideLayout18.xml"/><Relationship Id="rId38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940.xml"/><Relationship Id="rId16" Type="http://schemas.openxmlformats.org/officeDocument/2006/relationships/tags" Target="../tags/tag954.xml"/><Relationship Id="rId20" Type="http://schemas.openxmlformats.org/officeDocument/2006/relationships/tags" Target="../tags/tag958.xml"/><Relationship Id="rId29" Type="http://schemas.openxmlformats.org/officeDocument/2006/relationships/tags" Target="../tags/tag967.xml"/><Relationship Id="rId1" Type="http://schemas.openxmlformats.org/officeDocument/2006/relationships/tags" Target="../tags/tag939.xml"/><Relationship Id="rId6" Type="http://schemas.openxmlformats.org/officeDocument/2006/relationships/tags" Target="../tags/tag944.xml"/><Relationship Id="rId11" Type="http://schemas.openxmlformats.org/officeDocument/2006/relationships/tags" Target="../tags/tag949.xml"/><Relationship Id="rId24" Type="http://schemas.openxmlformats.org/officeDocument/2006/relationships/tags" Target="../tags/tag962.xml"/><Relationship Id="rId32" Type="http://schemas.openxmlformats.org/officeDocument/2006/relationships/tags" Target="../tags/tag970.xml"/><Relationship Id="rId37" Type="http://schemas.openxmlformats.org/officeDocument/2006/relationships/image" Target="../media/image3.png"/><Relationship Id="rId5" Type="http://schemas.openxmlformats.org/officeDocument/2006/relationships/tags" Target="../tags/tag943.xml"/><Relationship Id="rId15" Type="http://schemas.openxmlformats.org/officeDocument/2006/relationships/tags" Target="../tags/tag953.xml"/><Relationship Id="rId23" Type="http://schemas.openxmlformats.org/officeDocument/2006/relationships/tags" Target="../tags/tag961.xml"/><Relationship Id="rId28" Type="http://schemas.openxmlformats.org/officeDocument/2006/relationships/tags" Target="../tags/tag966.xml"/><Relationship Id="rId36" Type="http://schemas.openxmlformats.org/officeDocument/2006/relationships/image" Target="file:///C:\Users\1V994W2\PycharmProjects\PPT_Background_Generation/pic_temp/0_pic_quater_left_up.png" TargetMode="External"/><Relationship Id="rId10" Type="http://schemas.openxmlformats.org/officeDocument/2006/relationships/tags" Target="../tags/tag948.xml"/><Relationship Id="rId19" Type="http://schemas.openxmlformats.org/officeDocument/2006/relationships/tags" Target="../tags/tag957.xml"/><Relationship Id="rId31" Type="http://schemas.openxmlformats.org/officeDocument/2006/relationships/tags" Target="../tags/tag969.xml"/><Relationship Id="rId4" Type="http://schemas.openxmlformats.org/officeDocument/2006/relationships/tags" Target="../tags/tag942.xml"/><Relationship Id="rId9" Type="http://schemas.openxmlformats.org/officeDocument/2006/relationships/tags" Target="../tags/tag947.xml"/><Relationship Id="rId14" Type="http://schemas.openxmlformats.org/officeDocument/2006/relationships/tags" Target="../tags/tag952.xml"/><Relationship Id="rId22" Type="http://schemas.openxmlformats.org/officeDocument/2006/relationships/tags" Target="../tags/tag960.xml"/><Relationship Id="rId27" Type="http://schemas.openxmlformats.org/officeDocument/2006/relationships/tags" Target="../tags/tag965.xml"/><Relationship Id="rId30" Type="http://schemas.openxmlformats.org/officeDocument/2006/relationships/tags" Target="../tags/tag968.xml"/><Relationship Id="rId35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978.xml"/><Relationship Id="rId13" Type="http://schemas.openxmlformats.org/officeDocument/2006/relationships/tags" Target="../tags/tag983.xml"/><Relationship Id="rId18" Type="http://schemas.openxmlformats.org/officeDocument/2006/relationships/tags" Target="../tags/tag988.xml"/><Relationship Id="rId26" Type="http://schemas.openxmlformats.org/officeDocument/2006/relationships/tags" Target="../tags/tag996.xml"/><Relationship Id="rId3" Type="http://schemas.openxmlformats.org/officeDocument/2006/relationships/tags" Target="../tags/tag973.xml"/><Relationship Id="rId21" Type="http://schemas.openxmlformats.org/officeDocument/2006/relationships/tags" Target="../tags/tag991.xml"/><Relationship Id="rId34" Type="http://schemas.openxmlformats.org/officeDocument/2006/relationships/image" Target="../media/image3.png"/><Relationship Id="rId7" Type="http://schemas.openxmlformats.org/officeDocument/2006/relationships/tags" Target="../tags/tag977.xml"/><Relationship Id="rId12" Type="http://schemas.openxmlformats.org/officeDocument/2006/relationships/tags" Target="../tags/tag982.xml"/><Relationship Id="rId17" Type="http://schemas.openxmlformats.org/officeDocument/2006/relationships/tags" Target="../tags/tag987.xml"/><Relationship Id="rId25" Type="http://schemas.openxmlformats.org/officeDocument/2006/relationships/tags" Target="../tags/tag995.xml"/><Relationship Id="rId33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972.xml"/><Relationship Id="rId16" Type="http://schemas.openxmlformats.org/officeDocument/2006/relationships/tags" Target="../tags/tag986.xml"/><Relationship Id="rId20" Type="http://schemas.openxmlformats.org/officeDocument/2006/relationships/tags" Target="../tags/tag990.xml"/><Relationship Id="rId29" Type="http://schemas.openxmlformats.org/officeDocument/2006/relationships/tags" Target="../tags/tag999.xml"/><Relationship Id="rId1" Type="http://schemas.openxmlformats.org/officeDocument/2006/relationships/tags" Target="../tags/tag971.xml"/><Relationship Id="rId6" Type="http://schemas.openxmlformats.org/officeDocument/2006/relationships/tags" Target="../tags/tag976.xml"/><Relationship Id="rId11" Type="http://schemas.openxmlformats.org/officeDocument/2006/relationships/tags" Target="../tags/tag981.xml"/><Relationship Id="rId24" Type="http://schemas.openxmlformats.org/officeDocument/2006/relationships/tags" Target="../tags/tag994.xml"/><Relationship Id="rId32" Type="http://schemas.openxmlformats.org/officeDocument/2006/relationships/image" Target="../media/image2.png"/><Relationship Id="rId5" Type="http://schemas.openxmlformats.org/officeDocument/2006/relationships/tags" Target="../tags/tag975.xml"/><Relationship Id="rId15" Type="http://schemas.openxmlformats.org/officeDocument/2006/relationships/tags" Target="../tags/tag985.xml"/><Relationship Id="rId23" Type="http://schemas.openxmlformats.org/officeDocument/2006/relationships/tags" Target="../tags/tag993.xml"/><Relationship Id="rId28" Type="http://schemas.openxmlformats.org/officeDocument/2006/relationships/tags" Target="../tags/tag998.xml"/><Relationship Id="rId10" Type="http://schemas.openxmlformats.org/officeDocument/2006/relationships/tags" Target="../tags/tag980.xml"/><Relationship Id="rId19" Type="http://schemas.openxmlformats.org/officeDocument/2006/relationships/tags" Target="../tags/tag989.xml"/><Relationship Id="rId31" Type="http://schemas.openxmlformats.org/officeDocument/2006/relationships/slideLayout" Target="../slideLayouts/slideLayout18.xml"/><Relationship Id="rId4" Type="http://schemas.openxmlformats.org/officeDocument/2006/relationships/tags" Target="../tags/tag974.xml"/><Relationship Id="rId9" Type="http://schemas.openxmlformats.org/officeDocument/2006/relationships/tags" Target="../tags/tag979.xml"/><Relationship Id="rId14" Type="http://schemas.openxmlformats.org/officeDocument/2006/relationships/tags" Target="../tags/tag984.xml"/><Relationship Id="rId22" Type="http://schemas.openxmlformats.org/officeDocument/2006/relationships/tags" Target="../tags/tag992.xml"/><Relationship Id="rId27" Type="http://schemas.openxmlformats.org/officeDocument/2006/relationships/tags" Target="../tags/tag997.xml"/><Relationship Id="rId30" Type="http://schemas.openxmlformats.org/officeDocument/2006/relationships/tags" Target="../tags/tag1000.xml"/><Relationship Id="rId35" Type="http://schemas.openxmlformats.org/officeDocument/2006/relationships/image" Target="file:///C:\Users\1V994W2\PycharmProjects\PPT_Background_Generation/pic_temp/1_pic_quater_right_up.png" TargetMode="Externa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003.xml"/><Relationship Id="rId7" Type="http://schemas.openxmlformats.org/officeDocument/2006/relationships/image" Target="../media/image3.png"/><Relationship Id="rId2" Type="http://schemas.openxmlformats.org/officeDocument/2006/relationships/tags" Target="../tags/tag1002.xml"/><Relationship Id="rId1" Type="http://schemas.openxmlformats.org/officeDocument/2006/relationships/tags" Target="../tags/tag1001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1011.xml"/><Relationship Id="rId13" Type="http://schemas.openxmlformats.org/officeDocument/2006/relationships/tags" Target="../tags/tag1016.xml"/><Relationship Id="rId18" Type="http://schemas.openxmlformats.org/officeDocument/2006/relationships/tags" Target="../tags/tag1021.xml"/><Relationship Id="rId26" Type="http://schemas.openxmlformats.org/officeDocument/2006/relationships/tags" Target="../tags/tag1029.xml"/><Relationship Id="rId3" Type="http://schemas.openxmlformats.org/officeDocument/2006/relationships/tags" Target="../tags/tag1006.xml"/><Relationship Id="rId21" Type="http://schemas.openxmlformats.org/officeDocument/2006/relationships/tags" Target="../tags/tag1024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1010.xml"/><Relationship Id="rId12" Type="http://schemas.openxmlformats.org/officeDocument/2006/relationships/tags" Target="../tags/tag1015.xml"/><Relationship Id="rId17" Type="http://schemas.openxmlformats.org/officeDocument/2006/relationships/tags" Target="../tags/tag1020.xml"/><Relationship Id="rId25" Type="http://schemas.openxmlformats.org/officeDocument/2006/relationships/tags" Target="../tags/tag1028.xml"/><Relationship Id="rId33" Type="http://schemas.openxmlformats.org/officeDocument/2006/relationships/image" Target="../media/image3.png"/><Relationship Id="rId2" Type="http://schemas.openxmlformats.org/officeDocument/2006/relationships/tags" Target="../tags/tag1005.xml"/><Relationship Id="rId16" Type="http://schemas.openxmlformats.org/officeDocument/2006/relationships/tags" Target="../tags/tag1019.xml"/><Relationship Id="rId20" Type="http://schemas.openxmlformats.org/officeDocument/2006/relationships/tags" Target="../tags/tag1023.xml"/><Relationship Id="rId29" Type="http://schemas.openxmlformats.org/officeDocument/2006/relationships/tags" Target="../tags/tag1032.xml"/><Relationship Id="rId1" Type="http://schemas.openxmlformats.org/officeDocument/2006/relationships/tags" Target="../tags/tag1004.xml"/><Relationship Id="rId6" Type="http://schemas.openxmlformats.org/officeDocument/2006/relationships/tags" Target="../tags/tag1009.xml"/><Relationship Id="rId11" Type="http://schemas.openxmlformats.org/officeDocument/2006/relationships/tags" Target="../tags/tag1014.xml"/><Relationship Id="rId24" Type="http://schemas.openxmlformats.org/officeDocument/2006/relationships/tags" Target="../tags/tag1027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08.xml"/><Relationship Id="rId15" Type="http://schemas.openxmlformats.org/officeDocument/2006/relationships/tags" Target="../tags/tag1018.xml"/><Relationship Id="rId23" Type="http://schemas.openxmlformats.org/officeDocument/2006/relationships/tags" Target="../tags/tag1026.xml"/><Relationship Id="rId28" Type="http://schemas.openxmlformats.org/officeDocument/2006/relationships/tags" Target="../tags/tag1031.xml"/><Relationship Id="rId10" Type="http://schemas.openxmlformats.org/officeDocument/2006/relationships/tags" Target="../tags/tag1013.xml"/><Relationship Id="rId19" Type="http://schemas.openxmlformats.org/officeDocument/2006/relationships/tags" Target="../tags/tag1022.xml"/><Relationship Id="rId31" Type="http://schemas.openxmlformats.org/officeDocument/2006/relationships/image" Target="../media/image2.png"/><Relationship Id="rId4" Type="http://schemas.openxmlformats.org/officeDocument/2006/relationships/tags" Target="../tags/tag1007.xml"/><Relationship Id="rId9" Type="http://schemas.openxmlformats.org/officeDocument/2006/relationships/tags" Target="../tags/tag1012.xml"/><Relationship Id="rId14" Type="http://schemas.openxmlformats.org/officeDocument/2006/relationships/tags" Target="../tags/tag1017.xml"/><Relationship Id="rId22" Type="http://schemas.openxmlformats.org/officeDocument/2006/relationships/tags" Target="../tags/tag1025.xml"/><Relationship Id="rId27" Type="http://schemas.openxmlformats.org/officeDocument/2006/relationships/tags" Target="../tags/tag1030.xml"/><Relationship Id="rId30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1040.xml"/><Relationship Id="rId13" Type="http://schemas.openxmlformats.org/officeDocument/2006/relationships/tags" Target="../tags/tag1045.xml"/><Relationship Id="rId18" Type="http://schemas.openxmlformats.org/officeDocument/2006/relationships/tags" Target="../tags/tag1050.xml"/><Relationship Id="rId26" Type="http://schemas.openxmlformats.org/officeDocument/2006/relationships/tags" Target="../tags/tag1058.xml"/><Relationship Id="rId39" Type="http://schemas.openxmlformats.org/officeDocument/2006/relationships/image" Target="../media/image3.png"/><Relationship Id="rId3" Type="http://schemas.openxmlformats.org/officeDocument/2006/relationships/tags" Target="../tags/tag1035.xml"/><Relationship Id="rId21" Type="http://schemas.openxmlformats.org/officeDocument/2006/relationships/tags" Target="../tags/tag1053.xml"/><Relationship Id="rId34" Type="http://schemas.openxmlformats.org/officeDocument/2006/relationships/tags" Target="../tags/tag1066.xml"/><Relationship Id="rId7" Type="http://schemas.openxmlformats.org/officeDocument/2006/relationships/tags" Target="../tags/tag1039.xml"/><Relationship Id="rId12" Type="http://schemas.openxmlformats.org/officeDocument/2006/relationships/tags" Target="../tags/tag1044.xml"/><Relationship Id="rId17" Type="http://schemas.openxmlformats.org/officeDocument/2006/relationships/tags" Target="../tags/tag1049.xml"/><Relationship Id="rId25" Type="http://schemas.openxmlformats.org/officeDocument/2006/relationships/tags" Target="../tags/tag1057.xml"/><Relationship Id="rId33" Type="http://schemas.openxmlformats.org/officeDocument/2006/relationships/tags" Target="../tags/tag1065.xml"/><Relationship Id="rId38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034.xml"/><Relationship Id="rId16" Type="http://schemas.openxmlformats.org/officeDocument/2006/relationships/tags" Target="../tags/tag1048.xml"/><Relationship Id="rId20" Type="http://schemas.openxmlformats.org/officeDocument/2006/relationships/tags" Target="../tags/tag1052.xml"/><Relationship Id="rId29" Type="http://schemas.openxmlformats.org/officeDocument/2006/relationships/tags" Target="../tags/tag1061.xml"/><Relationship Id="rId1" Type="http://schemas.openxmlformats.org/officeDocument/2006/relationships/tags" Target="../tags/tag1033.xml"/><Relationship Id="rId6" Type="http://schemas.openxmlformats.org/officeDocument/2006/relationships/tags" Target="../tags/tag1038.xml"/><Relationship Id="rId11" Type="http://schemas.openxmlformats.org/officeDocument/2006/relationships/tags" Target="../tags/tag1043.xml"/><Relationship Id="rId24" Type="http://schemas.openxmlformats.org/officeDocument/2006/relationships/tags" Target="../tags/tag1056.xml"/><Relationship Id="rId32" Type="http://schemas.openxmlformats.org/officeDocument/2006/relationships/tags" Target="../tags/tag1064.xml"/><Relationship Id="rId37" Type="http://schemas.openxmlformats.org/officeDocument/2006/relationships/image" Target="../media/image2.png"/><Relationship Id="rId40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1037.xml"/><Relationship Id="rId15" Type="http://schemas.openxmlformats.org/officeDocument/2006/relationships/tags" Target="../tags/tag1047.xml"/><Relationship Id="rId23" Type="http://schemas.openxmlformats.org/officeDocument/2006/relationships/tags" Target="../tags/tag1055.xml"/><Relationship Id="rId28" Type="http://schemas.openxmlformats.org/officeDocument/2006/relationships/tags" Target="../tags/tag1060.xml"/><Relationship Id="rId36" Type="http://schemas.openxmlformats.org/officeDocument/2006/relationships/notesSlide" Target="../notesSlides/notesSlide48.xml"/><Relationship Id="rId10" Type="http://schemas.openxmlformats.org/officeDocument/2006/relationships/tags" Target="../tags/tag1042.xml"/><Relationship Id="rId19" Type="http://schemas.openxmlformats.org/officeDocument/2006/relationships/tags" Target="../tags/tag1051.xml"/><Relationship Id="rId31" Type="http://schemas.openxmlformats.org/officeDocument/2006/relationships/tags" Target="../tags/tag1063.xml"/><Relationship Id="rId4" Type="http://schemas.openxmlformats.org/officeDocument/2006/relationships/tags" Target="../tags/tag1036.xml"/><Relationship Id="rId9" Type="http://schemas.openxmlformats.org/officeDocument/2006/relationships/tags" Target="../tags/tag1041.xml"/><Relationship Id="rId14" Type="http://schemas.openxmlformats.org/officeDocument/2006/relationships/tags" Target="../tags/tag1046.xml"/><Relationship Id="rId22" Type="http://schemas.openxmlformats.org/officeDocument/2006/relationships/tags" Target="../tags/tag1054.xml"/><Relationship Id="rId27" Type="http://schemas.openxmlformats.org/officeDocument/2006/relationships/tags" Target="../tags/tag1059.xml"/><Relationship Id="rId30" Type="http://schemas.openxmlformats.org/officeDocument/2006/relationships/tags" Target="../tags/tag1062.xml"/><Relationship Id="rId35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69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068.xml"/><Relationship Id="rId1" Type="http://schemas.openxmlformats.org/officeDocument/2006/relationships/tags" Target="../tags/tag1067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1077.xml"/><Relationship Id="rId13" Type="http://schemas.openxmlformats.org/officeDocument/2006/relationships/tags" Target="../tags/tag1082.xml"/><Relationship Id="rId18" Type="http://schemas.openxmlformats.org/officeDocument/2006/relationships/tags" Target="../tags/tag1087.xml"/><Relationship Id="rId26" Type="http://schemas.openxmlformats.org/officeDocument/2006/relationships/tags" Target="../tags/tag1095.xml"/><Relationship Id="rId3" Type="http://schemas.openxmlformats.org/officeDocument/2006/relationships/tags" Target="../tags/tag1072.xml"/><Relationship Id="rId21" Type="http://schemas.openxmlformats.org/officeDocument/2006/relationships/tags" Target="../tags/tag1090.xml"/><Relationship Id="rId34" Type="http://schemas.openxmlformats.org/officeDocument/2006/relationships/image" Target="../media/image2.png"/><Relationship Id="rId7" Type="http://schemas.openxmlformats.org/officeDocument/2006/relationships/tags" Target="../tags/tag1076.xml"/><Relationship Id="rId12" Type="http://schemas.openxmlformats.org/officeDocument/2006/relationships/tags" Target="../tags/tag1081.xml"/><Relationship Id="rId17" Type="http://schemas.openxmlformats.org/officeDocument/2006/relationships/tags" Target="../tags/tag1086.xml"/><Relationship Id="rId25" Type="http://schemas.openxmlformats.org/officeDocument/2006/relationships/tags" Target="../tags/tag1094.xml"/><Relationship Id="rId33" Type="http://schemas.openxmlformats.org/officeDocument/2006/relationships/slideLayout" Target="../slideLayouts/slideLayout18.xml"/><Relationship Id="rId2" Type="http://schemas.openxmlformats.org/officeDocument/2006/relationships/tags" Target="../tags/tag1071.xml"/><Relationship Id="rId16" Type="http://schemas.openxmlformats.org/officeDocument/2006/relationships/tags" Target="../tags/tag1085.xml"/><Relationship Id="rId20" Type="http://schemas.openxmlformats.org/officeDocument/2006/relationships/tags" Target="../tags/tag1089.xml"/><Relationship Id="rId29" Type="http://schemas.openxmlformats.org/officeDocument/2006/relationships/tags" Target="../tags/tag1098.xml"/><Relationship Id="rId1" Type="http://schemas.openxmlformats.org/officeDocument/2006/relationships/tags" Target="../tags/tag1070.xml"/><Relationship Id="rId6" Type="http://schemas.openxmlformats.org/officeDocument/2006/relationships/tags" Target="../tags/tag1075.xml"/><Relationship Id="rId11" Type="http://schemas.openxmlformats.org/officeDocument/2006/relationships/tags" Target="../tags/tag1080.xml"/><Relationship Id="rId24" Type="http://schemas.openxmlformats.org/officeDocument/2006/relationships/tags" Target="../tags/tag1093.xml"/><Relationship Id="rId32" Type="http://schemas.openxmlformats.org/officeDocument/2006/relationships/tags" Target="../tags/tag1101.xml"/><Relationship Id="rId37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1074.xml"/><Relationship Id="rId15" Type="http://schemas.openxmlformats.org/officeDocument/2006/relationships/tags" Target="../tags/tag1084.xml"/><Relationship Id="rId23" Type="http://schemas.openxmlformats.org/officeDocument/2006/relationships/tags" Target="../tags/tag1092.xml"/><Relationship Id="rId28" Type="http://schemas.openxmlformats.org/officeDocument/2006/relationships/tags" Target="../tags/tag1097.xml"/><Relationship Id="rId36" Type="http://schemas.openxmlformats.org/officeDocument/2006/relationships/image" Target="../media/image3.png"/><Relationship Id="rId10" Type="http://schemas.openxmlformats.org/officeDocument/2006/relationships/tags" Target="../tags/tag1079.xml"/><Relationship Id="rId19" Type="http://schemas.openxmlformats.org/officeDocument/2006/relationships/tags" Target="../tags/tag1088.xml"/><Relationship Id="rId31" Type="http://schemas.openxmlformats.org/officeDocument/2006/relationships/tags" Target="../tags/tag1100.xml"/><Relationship Id="rId4" Type="http://schemas.openxmlformats.org/officeDocument/2006/relationships/tags" Target="../tags/tag1073.xml"/><Relationship Id="rId9" Type="http://schemas.openxmlformats.org/officeDocument/2006/relationships/tags" Target="../tags/tag1078.xml"/><Relationship Id="rId14" Type="http://schemas.openxmlformats.org/officeDocument/2006/relationships/tags" Target="../tags/tag1083.xml"/><Relationship Id="rId22" Type="http://schemas.openxmlformats.org/officeDocument/2006/relationships/tags" Target="../tags/tag1091.xml"/><Relationship Id="rId27" Type="http://schemas.openxmlformats.org/officeDocument/2006/relationships/tags" Target="../tags/tag1096.xml"/><Relationship Id="rId30" Type="http://schemas.openxmlformats.org/officeDocument/2006/relationships/tags" Target="../tags/tag1099.xml"/><Relationship Id="rId35" Type="http://schemas.openxmlformats.org/officeDocument/2006/relationships/image" Target="file:///C:\Users\1V994W2\PycharmProjects\PPT_Background_Generation/pic_temp/0_pic_quater_left_up.png" TargetMode="Externa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1109.xml"/><Relationship Id="rId13" Type="http://schemas.openxmlformats.org/officeDocument/2006/relationships/tags" Target="../tags/tag1114.xml"/><Relationship Id="rId18" Type="http://schemas.openxmlformats.org/officeDocument/2006/relationships/tags" Target="../tags/tag1119.xml"/><Relationship Id="rId26" Type="http://schemas.openxmlformats.org/officeDocument/2006/relationships/tags" Target="../tags/tag1127.xml"/><Relationship Id="rId39" Type="http://schemas.openxmlformats.org/officeDocument/2006/relationships/image" Target="../media/image2.png"/><Relationship Id="rId3" Type="http://schemas.openxmlformats.org/officeDocument/2006/relationships/tags" Target="../tags/tag1104.xml"/><Relationship Id="rId21" Type="http://schemas.openxmlformats.org/officeDocument/2006/relationships/tags" Target="../tags/tag1122.xml"/><Relationship Id="rId34" Type="http://schemas.openxmlformats.org/officeDocument/2006/relationships/tags" Target="../tags/tag1135.xml"/><Relationship Id="rId42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1108.xml"/><Relationship Id="rId12" Type="http://schemas.openxmlformats.org/officeDocument/2006/relationships/tags" Target="../tags/tag1113.xml"/><Relationship Id="rId17" Type="http://schemas.openxmlformats.org/officeDocument/2006/relationships/tags" Target="../tags/tag1118.xml"/><Relationship Id="rId25" Type="http://schemas.openxmlformats.org/officeDocument/2006/relationships/tags" Target="../tags/tag1126.xml"/><Relationship Id="rId33" Type="http://schemas.openxmlformats.org/officeDocument/2006/relationships/tags" Target="../tags/tag1134.xml"/><Relationship Id="rId38" Type="http://schemas.openxmlformats.org/officeDocument/2006/relationships/notesSlide" Target="../notesSlides/notesSlide50.xml"/><Relationship Id="rId2" Type="http://schemas.openxmlformats.org/officeDocument/2006/relationships/tags" Target="../tags/tag1103.xml"/><Relationship Id="rId16" Type="http://schemas.openxmlformats.org/officeDocument/2006/relationships/tags" Target="../tags/tag1117.xml"/><Relationship Id="rId20" Type="http://schemas.openxmlformats.org/officeDocument/2006/relationships/tags" Target="../tags/tag1121.xml"/><Relationship Id="rId29" Type="http://schemas.openxmlformats.org/officeDocument/2006/relationships/tags" Target="../tags/tag1130.xml"/><Relationship Id="rId41" Type="http://schemas.openxmlformats.org/officeDocument/2006/relationships/image" Target="../media/image3.png"/><Relationship Id="rId1" Type="http://schemas.openxmlformats.org/officeDocument/2006/relationships/tags" Target="../tags/tag1102.xml"/><Relationship Id="rId6" Type="http://schemas.openxmlformats.org/officeDocument/2006/relationships/tags" Target="../tags/tag1107.xml"/><Relationship Id="rId11" Type="http://schemas.openxmlformats.org/officeDocument/2006/relationships/tags" Target="../tags/tag1112.xml"/><Relationship Id="rId24" Type="http://schemas.openxmlformats.org/officeDocument/2006/relationships/tags" Target="../tags/tag1125.xml"/><Relationship Id="rId32" Type="http://schemas.openxmlformats.org/officeDocument/2006/relationships/tags" Target="../tags/tag1133.xml"/><Relationship Id="rId37" Type="http://schemas.openxmlformats.org/officeDocument/2006/relationships/slideLayout" Target="../slideLayouts/slideLayout18.xml"/><Relationship Id="rId40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106.xml"/><Relationship Id="rId15" Type="http://schemas.openxmlformats.org/officeDocument/2006/relationships/tags" Target="../tags/tag1116.xml"/><Relationship Id="rId23" Type="http://schemas.openxmlformats.org/officeDocument/2006/relationships/tags" Target="../tags/tag1124.xml"/><Relationship Id="rId28" Type="http://schemas.openxmlformats.org/officeDocument/2006/relationships/tags" Target="../tags/tag1129.xml"/><Relationship Id="rId36" Type="http://schemas.openxmlformats.org/officeDocument/2006/relationships/tags" Target="../tags/tag1137.xml"/><Relationship Id="rId10" Type="http://schemas.openxmlformats.org/officeDocument/2006/relationships/tags" Target="../tags/tag1111.xml"/><Relationship Id="rId19" Type="http://schemas.openxmlformats.org/officeDocument/2006/relationships/tags" Target="../tags/tag1120.xml"/><Relationship Id="rId31" Type="http://schemas.openxmlformats.org/officeDocument/2006/relationships/tags" Target="../tags/tag1132.xml"/><Relationship Id="rId4" Type="http://schemas.openxmlformats.org/officeDocument/2006/relationships/tags" Target="../tags/tag1105.xml"/><Relationship Id="rId9" Type="http://schemas.openxmlformats.org/officeDocument/2006/relationships/tags" Target="../tags/tag1110.xml"/><Relationship Id="rId14" Type="http://schemas.openxmlformats.org/officeDocument/2006/relationships/tags" Target="../tags/tag1115.xml"/><Relationship Id="rId22" Type="http://schemas.openxmlformats.org/officeDocument/2006/relationships/tags" Target="../tags/tag1123.xml"/><Relationship Id="rId27" Type="http://schemas.openxmlformats.org/officeDocument/2006/relationships/tags" Target="../tags/tag1128.xml"/><Relationship Id="rId30" Type="http://schemas.openxmlformats.org/officeDocument/2006/relationships/tags" Target="../tags/tag1131.xml"/><Relationship Id="rId35" Type="http://schemas.openxmlformats.org/officeDocument/2006/relationships/tags" Target="../tags/tag1136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140.xml"/><Relationship Id="rId7" Type="http://schemas.openxmlformats.org/officeDocument/2006/relationships/image" Target="../media/image3.png"/><Relationship Id="rId2" Type="http://schemas.openxmlformats.org/officeDocument/2006/relationships/tags" Target="../tags/tag1139.xml"/><Relationship Id="rId1" Type="http://schemas.openxmlformats.org/officeDocument/2006/relationships/tags" Target="../tags/tag1138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1148.xml"/><Relationship Id="rId13" Type="http://schemas.openxmlformats.org/officeDocument/2006/relationships/tags" Target="../tags/tag1153.xml"/><Relationship Id="rId18" Type="http://schemas.openxmlformats.org/officeDocument/2006/relationships/tags" Target="../tags/tag1158.xml"/><Relationship Id="rId26" Type="http://schemas.openxmlformats.org/officeDocument/2006/relationships/tags" Target="../tags/tag1166.xml"/><Relationship Id="rId39" Type="http://schemas.openxmlformats.org/officeDocument/2006/relationships/image" Target="../media/image3.png"/><Relationship Id="rId3" Type="http://schemas.openxmlformats.org/officeDocument/2006/relationships/tags" Target="../tags/tag1143.xml"/><Relationship Id="rId21" Type="http://schemas.openxmlformats.org/officeDocument/2006/relationships/tags" Target="../tags/tag1161.xml"/><Relationship Id="rId34" Type="http://schemas.openxmlformats.org/officeDocument/2006/relationships/tags" Target="../tags/tag1174.xml"/><Relationship Id="rId7" Type="http://schemas.openxmlformats.org/officeDocument/2006/relationships/tags" Target="../tags/tag1147.xml"/><Relationship Id="rId12" Type="http://schemas.openxmlformats.org/officeDocument/2006/relationships/tags" Target="../tags/tag1152.xml"/><Relationship Id="rId17" Type="http://schemas.openxmlformats.org/officeDocument/2006/relationships/tags" Target="../tags/tag1157.xml"/><Relationship Id="rId25" Type="http://schemas.openxmlformats.org/officeDocument/2006/relationships/tags" Target="../tags/tag1165.xml"/><Relationship Id="rId33" Type="http://schemas.openxmlformats.org/officeDocument/2006/relationships/tags" Target="../tags/tag1173.xml"/><Relationship Id="rId38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42.xml"/><Relationship Id="rId16" Type="http://schemas.openxmlformats.org/officeDocument/2006/relationships/tags" Target="../tags/tag1156.xml"/><Relationship Id="rId20" Type="http://schemas.openxmlformats.org/officeDocument/2006/relationships/tags" Target="../tags/tag1160.xml"/><Relationship Id="rId29" Type="http://schemas.openxmlformats.org/officeDocument/2006/relationships/tags" Target="../tags/tag1169.xml"/><Relationship Id="rId1" Type="http://schemas.openxmlformats.org/officeDocument/2006/relationships/tags" Target="../tags/tag1141.xml"/><Relationship Id="rId6" Type="http://schemas.openxmlformats.org/officeDocument/2006/relationships/tags" Target="../tags/tag1146.xml"/><Relationship Id="rId11" Type="http://schemas.openxmlformats.org/officeDocument/2006/relationships/tags" Target="../tags/tag1151.xml"/><Relationship Id="rId24" Type="http://schemas.openxmlformats.org/officeDocument/2006/relationships/tags" Target="../tags/tag1164.xml"/><Relationship Id="rId32" Type="http://schemas.openxmlformats.org/officeDocument/2006/relationships/tags" Target="../tags/tag1172.xml"/><Relationship Id="rId37" Type="http://schemas.openxmlformats.org/officeDocument/2006/relationships/image" Target="../media/image2.png"/><Relationship Id="rId40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1145.xml"/><Relationship Id="rId15" Type="http://schemas.openxmlformats.org/officeDocument/2006/relationships/tags" Target="../tags/tag1155.xml"/><Relationship Id="rId23" Type="http://schemas.openxmlformats.org/officeDocument/2006/relationships/tags" Target="../tags/tag1163.xml"/><Relationship Id="rId28" Type="http://schemas.openxmlformats.org/officeDocument/2006/relationships/tags" Target="../tags/tag1168.xml"/><Relationship Id="rId36" Type="http://schemas.openxmlformats.org/officeDocument/2006/relationships/slideLayout" Target="../slideLayouts/slideLayout18.xml"/><Relationship Id="rId10" Type="http://schemas.openxmlformats.org/officeDocument/2006/relationships/tags" Target="../tags/tag1150.xml"/><Relationship Id="rId19" Type="http://schemas.openxmlformats.org/officeDocument/2006/relationships/tags" Target="../tags/tag1159.xml"/><Relationship Id="rId31" Type="http://schemas.openxmlformats.org/officeDocument/2006/relationships/tags" Target="../tags/tag1171.xml"/><Relationship Id="rId4" Type="http://schemas.openxmlformats.org/officeDocument/2006/relationships/tags" Target="../tags/tag1144.xml"/><Relationship Id="rId9" Type="http://schemas.openxmlformats.org/officeDocument/2006/relationships/tags" Target="../tags/tag1149.xml"/><Relationship Id="rId14" Type="http://schemas.openxmlformats.org/officeDocument/2006/relationships/tags" Target="../tags/tag1154.xml"/><Relationship Id="rId22" Type="http://schemas.openxmlformats.org/officeDocument/2006/relationships/tags" Target="../tags/tag1162.xml"/><Relationship Id="rId27" Type="http://schemas.openxmlformats.org/officeDocument/2006/relationships/tags" Target="../tags/tag1167.xml"/><Relationship Id="rId30" Type="http://schemas.openxmlformats.org/officeDocument/2006/relationships/tags" Target="../tags/tag1170.xml"/><Relationship Id="rId35" Type="http://schemas.openxmlformats.org/officeDocument/2006/relationships/tags" Target="../tags/tag1175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tags" Target="../tags/tag1183.xml"/><Relationship Id="rId13" Type="http://schemas.openxmlformats.org/officeDocument/2006/relationships/tags" Target="../tags/tag1188.xml"/><Relationship Id="rId18" Type="http://schemas.openxmlformats.org/officeDocument/2006/relationships/tags" Target="../tags/tag1193.xml"/><Relationship Id="rId26" Type="http://schemas.openxmlformats.org/officeDocument/2006/relationships/tags" Target="../tags/tag1201.xml"/><Relationship Id="rId39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178.xml"/><Relationship Id="rId21" Type="http://schemas.openxmlformats.org/officeDocument/2006/relationships/tags" Target="../tags/tag1196.xml"/><Relationship Id="rId34" Type="http://schemas.openxmlformats.org/officeDocument/2006/relationships/tags" Target="../tags/tag1209.xml"/><Relationship Id="rId7" Type="http://schemas.openxmlformats.org/officeDocument/2006/relationships/tags" Target="../tags/tag1182.xml"/><Relationship Id="rId12" Type="http://schemas.openxmlformats.org/officeDocument/2006/relationships/tags" Target="../tags/tag1187.xml"/><Relationship Id="rId17" Type="http://schemas.openxmlformats.org/officeDocument/2006/relationships/tags" Target="../tags/tag1192.xml"/><Relationship Id="rId25" Type="http://schemas.openxmlformats.org/officeDocument/2006/relationships/tags" Target="../tags/tag1200.xml"/><Relationship Id="rId33" Type="http://schemas.openxmlformats.org/officeDocument/2006/relationships/tags" Target="../tags/tag1208.xml"/><Relationship Id="rId38" Type="http://schemas.openxmlformats.org/officeDocument/2006/relationships/image" Target="../media/image2.png"/><Relationship Id="rId2" Type="http://schemas.openxmlformats.org/officeDocument/2006/relationships/tags" Target="../tags/tag1177.xml"/><Relationship Id="rId16" Type="http://schemas.openxmlformats.org/officeDocument/2006/relationships/tags" Target="../tags/tag1191.xml"/><Relationship Id="rId20" Type="http://schemas.openxmlformats.org/officeDocument/2006/relationships/tags" Target="../tags/tag1195.xml"/><Relationship Id="rId29" Type="http://schemas.openxmlformats.org/officeDocument/2006/relationships/tags" Target="../tags/tag1204.xml"/><Relationship Id="rId41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176.xml"/><Relationship Id="rId6" Type="http://schemas.openxmlformats.org/officeDocument/2006/relationships/tags" Target="../tags/tag1181.xml"/><Relationship Id="rId11" Type="http://schemas.openxmlformats.org/officeDocument/2006/relationships/tags" Target="../tags/tag1186.xml"/><Relationship Id="rId24" Type="http://schemas.openxmlformats.org/officeDocument/2006/relationships/tags" Target="../tags/tag1199.xml"/><Relationship Id="rId32" Type="http://schemas.openxmlformats.org/officeDocument/2006/relationships/tags" Target="../tags/tag1207.xml"/><Relationship Id="rId37" Type="http://schemas.openxmlformats.org/officeDocument/2006/relationships/slideLayout" Target="../slideLayouts/slideLayout18.xml"/><Relationship Id="rId40" Type="http://schemas.openxmlformats.org/officeDocument/2006/relationships/image" Target="../media/image3.png"/><Relationship Id="rId5" Type="http://schemas.openxmlformats.org/officeDocument/2006/relationships/tags" Target="../tags/tag1180.xml"/><Relationship Id="rId15" Type="http://schemas.openxmlformats.org/officeDocument/2006/relationships/tags" Target="../tags/tag1190.xml"/><Relationship Id="rId23" Type="http://schemas.openxmlformats.org/officeDocument/2006/relationships/tags" Target="../tags/tag1198.xml"/><Relationship Id="rId28" Type="http://schemas.openxmlformats.org/officeDocument/2006/relationships/tags" Target="../tags/tag1203.xml"/><Relationship Id="rId36" Type="http://schemas.openxmlformats.org/officeDocument/2006/relationships/tags" Target="../tags/tag1211.xml"/><Relationship Id="rId10" Type="http://schemas.openxmlformats.org/officeDocument/2006/relationships/tags" Target="../tags/tag1185.xml"/><Relationship Id="rId19" Type="http://schemas.openxmlformats.org/officeDocument/2006/relationships/tags" Target="../tags/tag1194.xml"/><Relationship Id="rId31" Type="http://schemas.openxmlformats.org/officeDocument/2006/relationships/tags" Target="../tags/tag1206.xml"/><Relationship Id="rId4" Type="http://schemas.openxmlformats.org/officeDocument/2006/relationships/tags" Target="../tags/tag1179.xml"/><Relationship Id="rId9" Type="http://schemas.openxmlformats.org/officeDocument/2006/relationships/tags" Target="../tags/tag1184.xml"/><Relationship Id="rId14" Type="http://schemas.openxmlformats.org/officeDocument/2006/relationships/tags" Target="../tags/tag1189.xml"/><Relationship Id="rId22" Type="http://schemas.openxmlformats.org/officeDocument/2006/relationships/tags" Target="../tags/tag1197.xml"/><Relationship Id="rId27" Type="http://schemas.openxmlformats.org/officeDocument/2006/relationships/tags" Target="../tags/tag1202.xml"/><Relationship Id="rId30" Type="http://schemas.openxmlformats.org/officeDocument/2006/relationships/tags" Target="../tags/tag1205.xml"/><Relationship Id="rId35" Type="http://schemas.openxmlformats.org/officeDocument/2006/relationships/tags" Target="../tags/tag1210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tags" Target="../tags/tag1219.xml"/><Relationship Id="rId13" Type="http://schemas.openxmlformats.org/officeDocument/2006/relationships/tags" Target="../tags/tag1224.xml"/><Relationship Id="rId18" Type="http://schemas.openxmlformats.org/officeDocument/2006/relationships/tags" Target="../tags/tag1229.xml"/><Relationship Id="rId26" Type="http://schemas.openxmlformats.org/officeDocument/2006/relationships/tags" Target="../tags/tag1237.xml"/><Relationship Id="rId3" Type="http://schemas.openxmlformats.org/officeDocument/2006/relationships/tags" Target="../tags/tag1214.xml"/><Relationship Id="rId21" Type="http://schemas.openxmlformats.org/officeDocument/2006/relationships/tags" Target="../tags/tag1232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1218.xml"/><Relationship Id="rId12" Type="http://schemas.openxmlformats.org/officeDocument/2006/relationships/tags" Target="../tags/tag1223.xml"/><Relationship Id="rId17" Type="http://schemas.openxmlformats.org/officeDocument/2006/relationships/tags" Target="../tags/tag1228.xml"/><Relationship Id="rId25" Type="http://schemas.openxmlformats.org/officeDocument/2006/relationships/tags" Target="../tags/tag1236.xml"/><Relationship Id="rId33" Type="http://schemas.openxmlformats.org/officeDocument/2006/relationships/image" Target="../media/image3.png"/><Relationship Id="rId2" Type="http://schemas.openxmlformats.org/officeDocument/2006/relationships/tags" Target="../tags/tag1213.xml"/><Relationship Id="rId16" Type="http://schemas.openxmlformats.org/officeDocument/2006/relationships/tags" Target="../tags/tag1227.xml"/><Relationship Id="rId20" Type="http://schemas.openxmlformats.org/officeDocument/2006/relationships/tags" Target="../tags/tag1231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1212.xml"/><Relationship Id="rId6" Type="http://schemas.openxmlformats.org/officeDocument/2006/relationships/tags" Target="../tags/tag1217.xml"/><Relationship Id="rId11" Type="http://schemas.openxmlformats.org/officeDocument/2006/relationships/tags" Target="../tags/tag1222.xml"/><Relationship Id="rId24" Type="http://schemas.openxmlformats.org/officeDocument/2006/relationships/tags" Target="../tags/tag1235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216.xml"/><Relationship Id="rId15" Type="http://schemas.openxmlformats.org/officeDocument/2006/relationships/tags" Target="../tags/tag1226.xml"/><Relationship Id="rId23" Type="http://schemas.openxmlformats.org/officeDocument/2006/relationships/tags" Target="../tags/tag1234.xml"/><Relationship Id="rId28" Type="http://schemas.openxmlformats.org/officeDocument/2006/relationships/tags" Target="../tags/tag1239.xml"/><Relationship Id="rId10" Type="http://schemas.openxmlformats.org/officeDocument/2006/relationships/tags" Target="../tags/tag1221.xml"/><Relationship Id="rId19" Type="http://schemas.openxmlformats.org/officeDocument/2006/relationships/tags" Target="../tags/tag1230.xml"/><Relationship Id="rId31" Type="http://schemas.openxmlformats.org/officeDocument/2006/relationships/image" Target="../media/image2.png"/><Relationship Id="rId4" Type="http://schemas.openxmlformats.org/officeDocument/2006/relationships/tags" Target="../tags/tag1215.xml"/><Relationship Id="rId9" Type="http://schemas.openxmlformats.org/officeDocument/2006/relationships/tags" Target="../tags/tag1220.xml"/><Relationship Id="rId14" Type="http://schemas.openxmlformats.org/officeDocument/2006/relationships/tags" Target="../tags/tag1225.xml"/><Relationship Id="rId22" Type="http://schemas.openxmlformats.org/officeDocument/2006/relationships/tags" Target="../tags/tag1233.xml"/><Relationship Id="rId27" Type="http://schemas.openxmlformats.org/officeDocument/2006/relationships/tags" Target="../tags/tag1238.xml"/><Relationship Id="rId30" Type="http://schemas.openxmlformats.org/officeDocument/2006/relationships/notesSlide" Target="../notesSlides/notesSlide5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tags" Target="../tags/tag1247.xml"/><Relationship Id="rId13" Type="http://schemas.openxmlformats.org/officeDocument/2006/relationships/tags" Target="../tags/tag1252.xml"/><Relationship Id="rId18" Type="http://schemas.openxmlformats.org/officeDocument/2006/relationships/tags" Target="../tags/tag1257.xml"/><Relationship Id="rId26" Type="http://schemas.openxmlformats.org/officeDocument/2006/relationships/tags" Target="../tags/tag1265.xml"/><Relationship Id="rId3" Type="http://schemas.openxmlformats.org/officeDocument/2006/relationships/tags" Target="../tags/tag1242.xml"/><Relationship Id="rId21" Type="http://schemas.openxmlformats.org/officeDocument/2006/relationships/tags" Target="../tags/tag1260.xml"/><Relationship Id="rId34" Type="http://schemas.openxmlformats.org/officeDocument/2006/relationships/image" Target="../media/image3.png"/><Relationship Id="rId7" Type="http://schemas.openxmlformats.org/officeDocument/2006/relationships/tags" Target="../tags/tag1246.xml"/><Relationship Id="rId12" Type="http://schemas.openxmlformats.org/officeDocument/2006/relationships/tags" Target="../tags/tag1251.xml"/><Relationship Id="rId17" Type="http://schemas.openxmlformats.org/officeDocument/2006/relationships/tags" Target="../tags/tag1256.xml"/><Relationship Id="rId25" Type="http://schemas.openxmlformats.org/officeDocument/2006/relationships/tags" Target="../tags/tag1264.xml"/><Relationship Id="rId33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241.xml"/><Relationship Id="rId16" Type="http://schemas.openxmlformats.org/officeDocument/2006/relationships/tags" Target="../tags/tag1255.xml"/><Relationship Id="rId20" Type="http://schemas.openxmlformats.org/officeDocument/2006/relationships/tags" Target="../tags/tag1259.xml"/><Relationship Id="rId29" Type="http://schemas.openxmlformats.org/officeDocument/2006/relationships/tags" Target="../tags/tag1268.xml"/><Relationship Id="rId1" Type="http://schemas.openxmlformats.org/officeDocument/2006/relationships/tags" Target="../tags/tag1240.xml"/><Relationship Id="rId6" Type="http://schemas.openxmlformats.org/officeDocument/2006/relationships/tags" Target="../tags/tag1245.xml"/><Relationship Id="rId11" Type="http://schemas.openxmlformats.org/officeDocument/2006/relationships/tags" Target="../tags/tag1250.xml"/><Relationship Id="rId24" Type="http://schemas.openxmlformats.org/officeDocument/2006/relationships/tags" Target="../tags/tag1263.xml"/><Relationship Id="rId32" Type="http://schemas.openxmlformats.org/officeDocument/2006/relationships/image" Target="../media/image2.png"/><Relationship Id="rId5" Type="http://schemas.openxmlformats.org/officeDocument/2006/relationships/tags" Target="../tags/tag1244.xml"/><Relationship Id="rId15" Type="http://schemas.openxmlformats.org/officeDocument/2006/relationships/tags" Target="../tags/tag1254.xml"/><Relationship Id="rId23" Type="http://schemas.openxmlformats.org/officeDocument/2006/relationships/tags" Target="../tags/tag1262.xml"/><Relationship Id="rId28" Type="http://schemas.openxmlformats.org/officeDocument/2006/relationships/tags" Target="../tags/tag1267.xml"/><Relationship Id="rId10" Type="http://schemas.openxmlformats.org/officeDocument/2006/relationships/tags" Target="../tags/tag1249.xml"/><Relationship Id="rId19" Type="http://schemas.openxmlformats.org/officeDocument/2006/relationships/tags" Target="../tags/tag1258.xml"/><Relationship Id="rId31" Type="http://schemas.openxmlformats.org/officeDocument/2006/relationships/notesSlide" Target="../notesSlides/notesSlide52.xml"/><Relationship Id="rId4" Type="http://schemas.openxmlformats.org/officeDocument/2006/relationships/tags" Target="../tags/tag1243.xml"/><Relationship Id="rId9" Type="http://schemas.openxmlformats.org/officeDocument/2006/relationships/tags" Target="../tags/tag1248.xml"/><Relationship Id="rId14" Type="http://schemas.openxmlformats.org/officeDocument/2006/relationships/tags" Target="../tags/tag1253.xml"/><Relationship Id="rId22" Type="http://schemas.openxmlformats.org/officeDocument/2006/relationships/tags" Target="../tags/tag1261.xml"/><Relationship Id="rId27" Type="http://schemas.openxmlformats.org/officeDocument/2006/relationships/tags" Target="../tags/tag1266.xml"/><Relationship Id="rId30" Type="http://schemas.openxmlformats.org/officeDocument/2006/relationships/slideLayout" Target="../slideLayouts/slideLayout18.xml"/><Relationship Id="rId35" Type="http://schemas.openxmlformats.org/officeDocument/2006/relationships/image" Target="file:///C:\Users\1V994W2\PycharmProjects\PPT_Background_Generation/pic_temp/1_pic_quater_right_up.png" TargetMode="Externa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1276.xml"/><Relationship Id="rId13" Type="http://schemas.openxmlformats.org/officeDocument/2006/relationships/tags" Target="../tags/tag1281.xml"/><Relationship Id="rId18" Type="http://schemas.openxmlformats.org/officeDocument/2006/relationships/tags" Target="../tags/tag1286.xml"/><Relationship Id="rId26" Type="http://schemas.openxmlformats.org/officeDocument/2006/relationships/tags" Target="../tags/tag1294.xml"/><Relationship Id="rId3" Type="http://schemas.openxmlformats.org/officeDocument/2006/relationships/tags" Target="../tags/tag1271.xml"/><Relationship Id="rId21" Type="http://schemas.openxmlformats.org/officeDocument/2006/relationships/tags" Target="../tags/tag1289.xml"/><Relationship Id="rId7" Type="http://schemas.openxmlformats.org/officeDocument/2006/relationships/tags" Target="../tags/tag1275.xml"/><Relationship Id="rId12" Type="http://schemas.openxmlformats.org/officeDocument/2006/relationships/tags" Target="../tags/tag1280.xml"/><Relationship Id="rId17" Type="http://schemas.openxmlformats.org/officeDocument/2006/relationships/tags" Target="../tags/tag1285.xml"/><Relationship Id="rId25" Type="http://schemas.openxmlformats.org/officeDocument/2006/relationships/tags" Target="../tags/tag1293.xml"/><Relationship Id="rId33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270.xml"/><Relationship Id="rId16" Type="http://schemas.openxmlformats.org/officeDocument/2006/relationships/tags" Target="../tags/tag1284.xml"/><Relationship Id="rId20" Type="http://schemas.openxmlformats.org/officeDocument/2006/relationships/tags" Target="../tags/tag1288.xml"/><Relationship Id="rId29" Type="http://schemas.openxmlformats.org/officeDocument/2006/relationships/notesSlide" Target="../notesSlides/notesSlide53.xml"/><Relationship Id="rId1" Type="http://schemas.openxmlformats.org/officeDocument/2006/relationships/tags" Target="../tags/tag1269.xml"/><Relationship Id="rId6" Type="http://schemas.openxmlformats.org/officeDocument/2006/relationships/tags" Target="../tags/tag1274.xml"/><Relationship Id="rId11" Type="http://schemas.openxmlformats.org/officeDocument/2006/relationships/tags" Target="../tags/tag1279.xml"/><Relationship Id="rId24" Type="http://schemas.openxmlformats.org/officeDocument/2006/relationships/tags" Target="../tags/tag1292.xml"/><Relationship Id="rId32" Type="http://schemas.openxmlformats.org/officeDocument/2006/relationships/image" Target="../media/image3.png"/><Relationship Id="rId5" Type="http://schemas.openxmlformats.org/officeDocument/2006/relationships/tags" Target="../tags/tag1273.xml"/><Relationship Id="rId15" Type="http://schemas.openxmlformats.org/officeDocument/2006/relationships/tags" Target="../tags/tag1283.xml"/><Relationship Id="rId23" Type="http://schemas.openxmlformats.org/officeDocument/2006/relationships/tags" Target="../tags/tag1291.xml"/><Relationship Id="rId28" Type="http://schemas.openxmlformats.org/officeDocument/2006/relationships/slideLayout" Target="../slideLayouts/slideLayout18.xml"/><Relationship Id="rId10" Type="http://schemas.openxmlformats.org/officeDocument/2006/relationships/tags" Target="../tags/tag1278.xml"/><Relationship Id="rId19" Type="http://schemas.openxmlformats.org/officeDocument/2006/relationships/tags" Target="../tags/tag1287.xml"/><Relationship Id="rId31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272.xml"/><Relationship Id="rId9" Type="http://schemas.openxmlformats.org/officeDocument/2006/relationships/tags" Target="../tags/tag1277.xml"/><Relationship Id="rId14" Type="http://schemas.openxmlformats.org/officeDocument/2006/relationships/tags" Target="../tags/tag1282.xml"/><Relationship Id="rId22" Type="http://schemas.openxmlformats.org/officeDocument/2006/relationships/tags" Target="../tags/tag1290.xml"/><Relationship Id="rId27" Type="http://schemas.openxmlformats.org/officeDocument/2006/relationships/tags" Target="../tags/tag1295.xml"/><Relationship Id="rId30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1303.xml"/><Relationship Id="rId13" Type="http://schemas.openxmlformats.org/officeDocument/2006/relationships/tags" Target="../tags/tag1308.xml"/><Relationship Id="rId18" Type="http://schemas.openxmlformats.org/officeDocument/2006/relationships/tags" Target="../tags/tag1313.xml"/><Relationship Id="rId26" Type="http://schemas.openxmlformats.org/officeDocument/2006/relationships/notesSlide" Target="../notesSlides/notesSlide54.xml"/><Relationship Id="rId3" Type="http://schemas.openxmlformats.org/officeDocument/2006/relationships/tags" Target="../tags/tag1298.xml"/><Relationship Id="rId21" Type="http://schemas.openxmlformats.org/officeDocument/2006/relationships/tags" Target="../tags/tag1316.xml"/><Relationship Id="rId7" Type="http://schemas.openxmlformats.org/officeDocument/2006/relationships/tags" Target="../tags/tag1302.xml"/><Relationship Id="rId12" Type="http://schemas.openxmlformats.org/officeDocument/2006/relationships/tags" Target="../tags/tag1307.xml"/><Relationship Id="rId17" Type="http://schemas.openxmlformats.org/officeDocument/2006/relationships/tags" Target="../tags/tag1312.xml"/><Relationship Id="rId25" Type="http://schemas.openxmlformats.org/officeDocument/2006/relationships/slideLayout" Target="../slideLayouts/slideLayout18.xml"/><Relationship Id="rId2" Type="http://schemas.openxmlformats.org/officeDocument/2006/relationships/tags" Target="../tags/tag1297.xml"/><Relationship Id="rId16" Type="http://schemas.openxmlformats.org/officeDocument/2006/relationships/tags" Target="../tags/tag1311.xml"/><Relationship Id="rId20" Type="http://schemas.openxmlformats.org/officeDocument/2006/relationships/tags" Target="../tags/tag1315.xml"/><Relationship Id="rId29" Type="http://schemas.openxmlformats.org/officeDocument/2006/relationships/image" Target="../media/image3.png"/><Relationship Id="rId1" Type="http://schemas.openxmlformats.org/officeDocument/2006/relationships/tags" Target="../tags/tag1296.xml"/><Relationship Id="rId6" Type="http://schemas.openxmlformats.org/officeDocument/2006/relationships/tags" Target="../tags/tag1301.xml"/><Relationship Id="rId11" Type="http://schemas.openxmlformats.org/officeDocument/2006/relationships/tags" Target="../tags/tag1306.xml"/><Relationship Id="rId24" Type="http://schemas.openxmlformats.org/officeDocument/2006/relationships/tags" Target="../tags/tag1319.xml"/><Relationship Id="rId5" Type="http://schemas.openxmlformats.org/officeDocument/2006/relationships/tags" Target="../tags/tag1300.xml"/><Relationship Id="rId15" Type="http://schemas.openxmlformats.org/officeDocument/2006/relationships/tags" Target="../tags/tag1310.xml"/><Relationship Id="rId23" Type="http://schemas.openxmlformats.org/officeDocument/2006/relationships/tags" Target="../tags/tag1318.xml"/><Relationship Id="rId28" Type="http://schemas.openxmlformats.org/officeDocument/2006/relationships/image" Target="file:///C:\Users\1V994W2\PycharmProjects\PPT_Background_Generation/pic_temp/0_pic_quater_left_up.png" TargetMode="External"/><Relationship Id="rId10" Type="http://schemas.openxmlformats.org/officeDocument/2006/relationships/tags" Target="../tags/tag1305.xml"/><Relationship Id="rId19" Type="http://schemas.openxmlformats.org/officeDocument/2006/relationships/tags" Target="../tags/tag1314.xml"/><Relationship Id="rId4" Type="http://schemas.openxmlformats.org/officeDocument/2006/relationships/tags" Target="../tags/tag1299.xml"/><Relationship Id="rId9" Type="http://schemas.openxmlformats.org/officeDocument/2006/relationships/tags" Target="../tags/tag1304.xml"/><Relationship Id="rId14" Type="http://schemas.openxmlformats.org/officeDocument/2006/relationships/tags" Target="../tags/tag1309.xml"/><Relationship Id="rId22" Type="http://schemas.openxmlformats.org/officeDocument/2006/relationships/tags" Target="../tags/tag1317.xml"/><Relationship Id="rId27" Type="http://schemas.openxmlformats.org/officeDocument/2006/relationships/image" Target="../media/image2.png"/><Relationship Id="rId30" Type="http://schemas.openxmlformats.org/officeDocument/2006/relationships/image" Target="file:///C:\Users\1V994W2\PycharmProjects\PPT_Background_Generation/pic_temp/1_pic_quater_right_up.png" TargetMode="Externa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22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321.xml"/><Relationship Id="rId1" Type="http://schemas.openxmlformats.org/officeDocument/2006/relationships/tags" Target="../tags/tag132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323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26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325.xml"/><Relationship Id="rId1" Type="http://schemas.openxmlformats.org/officeDocument/2006/relationships/tags" Target="../tags/tag1324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327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81.xml.rels><?xml version="1.0" encoding="UTF-8" standalone="yes"?>
<Relationships xmlns="http://schemas.openxmlformats.org/package/2006/relationships"><Relationship Id="rId13" Type="http://schemas.openxmlformats.org/officeDocument/2006/relationships/tags" Target="../tags/tag1340.xml"/><Relationship Id="rId18" Type="http://schemas.openxmlformats.org/officeDocument/2006/relationships/tags" Target="../tags/tag1345.xml"/><Relationship Id="rId26" Type="http://schemas.openxmlformats.org/officeDocument/2006/relationships/tags" Target="../tags/tag1353.xml"/><Relationship Id="rId39" Type="http://schemas.openxmlformats.org/officeDocument/2006/relationships/tags" Target="../tags/tag1366.xml"/><Relationship Id="rId3" Type="http://schemas.openxmlformats.org/officeDocument/2006/relationships/tags" Target="../tags/tag1330.xml"/><Relationship Id="rId21" Type="http://schemas.openxmlformats.org/officeDocument/2006/relationships/tags" Target="../tags/tag1348.xml"/><Relationship Id="rId34" Type="http://schemas.openxmlformats.org/officeDocument/2006/relationships/tags" Target="../tags/tag1361.xml"/><Relationship Id="rId42" Type="http://schemas.openxmlformats.org/officeDocument/2006/relationships/tags" Target="../tags/tag1369.xml"/><Relationship Id="rId47" Type="http://schemas.openxmlformats.org/officeDocument/2006/relationships/tags" Target="../tags/tag1374.xml"/><Relationship Id="rId50" Type="http://schemas.openxmlformats.org/officeDocument/2006/relationships/image" Target="../media/image2.png"/><Relationship Id="rId7" Type="http://schemas.openxmlformats.org/officeDocument/2006/relationships/tags" Target="../tags/tag1334.xml"/><Relationship Id="rId12" Type="http://schemas.openxmlformats.org/officeDocument/2006/relationships/tags" Target="../tags/tag1339.xml"/><Relationship Id="rId17" Type="http://schemas.openxmlformats.org/officeDocument/2006/relationships/tags" Target="../tags/tag1344.xml"/><Relationship Id="rId25" Type="http://schemas.openxmlformats.org/officeDocument/2006/relationships/tags" Target="../tags/tag1352.xml"/><Relationship Id="rId33" Type="http://schemas.openxmlformats.org/officeDocument/2006/relationships/tags" Target="../tags/tag1360.xml"/><Relationship Id="rId38" Type="http://schemas.openxmlformats.org/officeDocument/2006/relationships/tags" Target="../tags/tag1365.xml"/><Relationship Id="rId46" Type="http://schemas.openxmlformats.org/officeDocument/2006/relationships/tags" Target="../tags/tag1373.xml"/><Relationship Id="rId2" Type="http://schemas.openxmlformats.org/officeDocument/2006/relationships/tags" Target="../tags/tag1329.xml"/><Relationship Id="rId16" Type="http://schemas.openxmlformats.org/officeDocument/2006/relationships/tags" Target="../tags/tag1343.xml"/><Relationship Id="rId20" Type="http://schemas.openxmlformats.org/officeDocument/2006/relationships/tags" Target="../tags/tag1347.xml"/><Relationship Id="rId29" Type="http://schemas.openxmlformats.org/officeDocument/2006/relationships/tags" Target="../tags/tag1356.xml"/><Relationship Id="rId41" Type="http://schemas.openxmlformats.org/officeDocument/2006/relationships/tags" Target="../tags/tag1368.xml"/><Relationship Id="rId1" Type="http://schemas.openxmlformats.org/officeDocument/2006/relationships/tags" Target="../tags/tag1328.xml"/><Relationship Id="rId6" Type="http://schemas.openxmlformats.org/officeDocument/2006/relationships/tags" Target="../tags/tag1333.xml"/><Relationship Id="rId11" Type="http://schemas.openxmlformats.org/officeDocument/2006/relationships/tags" Target="../tags/tag1338.xml"/><Relationship Id="rId24" Type="http://schemas.openxmlformats.org/officeDocument/2006/relationships/tags" Target="../tags/tag1351.xml"/><Relationship Id="rId32" Type="http://schemas.openxmlformats.org/officeDocument/2006/relationships/tags" Target="../tags/tag1359.xml"/><Relationship Id="rId37" Type="http://schemas.openxmlformats.org/officeDocument/2006/relationships/tags" Target="../tags/tag1364.xml"/><Relationship Id="rId40" Type="http://schemas.openxmlformats.org/officeDocument/2006/relationships/tags" Target="../tags/tag1367.xml"/><Relationship Id="rId45" Type="http://schemas.openxmlformats.org/officeDocument/2006/relationships/tags" Target="../tags/tag1372.xml"/><Relationship Id="rId53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1332.xml"/><Relationship Id="rId15" Type="http://schemas.openxmlformats.org/officeDocument/2006/relationships/tags" Target="../tags/tag1342.xml"/><Relationship Id="rId23" Type="http://schemas.openxmlformats.org/officeDocument/2006/relationships/tags" Target="../tags/tag1350.xml"/><Relationship Id="rId28" Type="http://schemas.openxmlformats.org/officeDocument/2006/relationships/tags" Target="../tags/tag1355.xml"/><Relationship Id="rId36" Type="http://schemas.openxmlformats.org/officeDocument/2006/relationships/tags" Target="../tags/tag1363.xml"/><Relationship Id="rId49" Type="http://schemas.openxmlformats.org/officeDocument/2006/relationships/slideLayout" Target="../slideLayouts/slideLayout18.xml"/><Relationship Id="rId10" Type="http://schemas.openxmlformats.org/officeDocument/2006/relationships/tags" Target="../tags/tag1337.xml"/><Relationship Id="rId19" Type="http://schemas.openxmlformats.org/officeDocument/2006/relationships/tags" Target="../tags/tag1346.xml"/><Relationship Id="rId31" Type="http://schemas.openxmlformats.org/officeDocument/2006/relationships/tags" Target="../tags/tag1358.xml"/><Relationship Id="rId44" Type="http://schemas.openxmlformats.org/officeDocument/2006/relationships/tags" Target="../tags/tag1371.xml"/><Relationship Id="rId52" Type="http://schemas.openxmlformats.org/officeDocument/2006/relationships/image" Target="../media/image3.png"/><Relationship Id="rId4" Type="http://schemas.openxmlformats.org/officeDocument/2006/relationships/tags" Target="../tags/tag1331.xml"/><Relationship Id="rId9" Type="http://schemas.openxmlformats.org/officeDocument/2006/relationships/tags" Target="../tags/tag1336.xml"/><Relationship Id="rId14" Type="http://schemas.openxmlformats.org/officeDocument/2006/relationships/tags" Target="../tags/tag1341.xml"/><Relationship Id="rId22" Type="http://schemas.openxmlformats.org/officeDocument/2006/relationships/tags" Target="../tags/tag1349.xml"/><Relationship Id="rId27" Type="http://schemas.openxmlformats.org/officeDocument/2006/relationships/tags" Target="../tags/tag1354.xml"/><Relationship Id="rId30" Type="http://schemas.openxmlformats.org/officeDocument/2006/relationships/tags" Target="../tags/tag1357.xml"/><Relationship Id="rId35" Type="http://schemas.openxmlformats.org/officeDocument/2006/relationships/tags" Target="../tags/tag1362.xml"/><Relationship Id="rId43" Type="http://schemas.openxmlformats.org/officeDocument/2006/relationships/tags" Target="../tags/tag1370.xml"/><Relationship Id="rId48" Type="http://schemas.openxmlformats.org/officeDocument/2006/relationships/tags" Target="../tags/tag1375.xml"/><Relationship Id="rId8" Type="http://schemas.openxmlformats.org/officeDocument/2006/relationships/tags" Target="../tags/tag1335.xml"/><Relationship Id="rId51" Type="http://schemas.openxmlformats.org/officeDocument/2006/relationships/image" Target="file:///C:\Users\1V994W2\PycharmProjects\PPT_Background_Generation/pic_temp/0_pic_quater_left_up.png" TargetMode="Externa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378.xml"/><Relationship Id="rId7" Type="http://schemas.openxmlformats.org/officeDocument/2006/relationships/image" Target="../media/image2.png"/><Relationship Id="rId2" Type="http://schemas.openxmlformats.org/officeDocument/2006/relationships/tags" Target="../tags/tag1377.xml"/><Relationship Id="rId1" Type="http://schemas.openxmlformats.org/officeDocument/2006/relationships/tags" Target="../tags/tag1376.xml"/><Relationship Id="rId6" Type="http://schemas.openxmlformats.org/officeDocument/2006/relationships/notesSlide" Target="../notesSlides/notesSlide55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379.xml"/><Relationship Id="rId9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tags" Target="../tags/tag1392.xml"/><Relationship Id="rId18" Type="http://schemas.openxmlformats.org/officeDocument/2006/relationships/tags" Target="../tags/tag1397.xml"/><Relationship Id="rId26" Type="http://schemas.openxmlformats.org/officeDocument/2006/relationships/tags" Target="../tags/tag1405.xml"/><Relationship Id="rId39" Type="http://schemas.openxmlformats.org/officeDocument/2006/relationships/tags" Target="../tags/tag1418.xml"/><Relationship Id="rId21" Type="http://schemas.openxmlformats.org/officeDocument/2006/relationships/tags" Target="../tags/tag1400.xml"/><Relationship Id="rId34" Type="http://schemas.openxmlformats.org/officeDocument/2006/relationships/tags" Target="../tags/tag1413.xml"/><Relationship Id="rId42" Type="http://schemas.openxmlformats.org/officeDocument/2006/relationships/tags" Target="../tags/tag1421.xml"/><Relationship Id="rId47" Type="http://schemas.openxmlformats.org/officeDocument/2006/relationships/tags" Target="../tags/tag1426.xml"/><Relationship Id="rId50" Type="http://schemas.openxmlformats.org/officeDocument/2006/relationships/tags" Target="../tags/tag1429.xml"/><Relationship Id="rId55" Type="http://schemas.openxmlformats.org/officeDocument/2006/relationships/tags" Target="../tags/tag1434.xml"/><Relationship Id="rId63" Type="http://schemas.openxmlformats.org/officeDocument/2006/relationships/tags" Target="../tags/tag1442.xml"/><Relationship Id="rId68" Type="http://schemas.openxmlformats.org/officeDocument/2006/relationships/tags" Target="../tags/tag1447.xml"/><Relationship Id="rId76" Type="http://schemas.openxmlformats.org/officeDocument/2006/relationships/tags" Target="../tags/tag1455.xml"/><Relationship Id="rId84" Type="http://schemas.openxmlformats.org/officeDocument/2006/relationships/image" Target="../media/image3.png"/><Relationship Id="rId7" Type="http://schemas.openxmlformats.org/officeDocument/2006/relationships/tags" Target="../tags/tag1386.xml"/><Relationship Id="rId71" Type="http://schemas.openxmlformats.org/officeDocument/2006/relationships/tags" Target="../tags/tag1450.xml"/><Relationship Id="rId2" Type="http://schemas.openxmlformats.org/officeDocument/2006/relationships/tags" Target="../tags/tag1381.xml"/><Relationship Id="rId16" Type="http://schemas.openxmlformats.org/officeDocument/2006/relationships/tags" Target="../tags/tag1395.xml"/><Relationship Id="rId29" Type="http://schemas.openxmlformats.org/officeDocument/2006/relationships/tags" Target="../tags/tag1408.xml"/><Relationship Id="rId11" Type="http://schemas.openxmlformats.org/officeDocument/2006/relationships/tags" Target="../tags/tag1390.xml"/><Relationship Id="rId24" Type="http://schemas.openxmlformats.org/officeDocument/2006/relationships/tags" Target="../tags/tag1403.xml"/><Relationship Id="rId32" Type="http://schemas.openxmlformats.org/officeDocument/2006/relationships/tags" Target="../tags/tag1411.xml"/><Relationship Id="rId37" Type="http://schemas.openxmlformats.org/officeDocument/2006/relationships/tags" Target="../tags/tag1416.xml"/><Relationship Id="rId40" Type="http://schemas.openxmlformats.org/officeDocument/2006/relationships/tags" Target="../tags/tag1419.xml"/><Relationship Id="rId45" Type="http://schemas.openxmlformats.org/officeDocument/2006/relationships/tags" Target="../tags/tag1424.xml"/><Relationship Id="rId53" Type="http://schemas.openxmlformats.org/officeDocument/2006/relationships/tags" Target="../tags/tag1432.xml"/><Relationship Id="rId58" Type="http://schemas.openxmlformats.org/officeDocument/2006/relationships/tags" Target="../tags/tag1437.xml"/><Relationship Id="rId66" Type="http://schemas.openxmlformats.org/officeDocument/2006/relationships/tags" Target="../tags/tag1445.xml"/><Relationship Id="rId74" Type="http://schemas.openxmlformats.org/officeDocument/2006/relationships/tags" Target="../tags/tag1453.xml"/><Relationship Id="rId79" Type="http://schemas.openxmlformats.org/officeDocument/2006/relationships/tags" Target="../tags/tag1458.xml"/><Relationship Id="rId5" Type="http://schemas.openxmlformats.org/officeDocument/2006/relationships/tags" Target="../tags/tag1384.xml"/><Relationship Id="rId61" Type="http://schemas.openxmlformats.org/officeDocument/2006/relationships/tags" Target="../tags/tag1440.xml"/><Relationship Id="rId82" Type="http://schemas.openxmlformats.org/officeDocument/2006/relationships/image" Target="../media/image2.png"/><Relationship Id="rId19" Type="http://schemas.openxmlformats.org/officeDocument/2006/relationships/tags" Target="../tags/tag1398.xml"/><Relationship Id="rId4" Type="http://schemas.openxmlformats.org/officeDocument/2006/relationships/tags" Target="../tags/tag1383.xml"/><Relationship Id="rId9" Type="http://schemas.openxmlformats.org/officeDocument/2006/relationships/tags" Target="../tags/tag1388.xml"/><Relationship Id="rId14" Type="http://schemas.openxmlformats.org/officeDocument/2006/relationships/tags" Target="../tags/tag1393.xml"/><Relationship Id="rId22" Type="http://schemas.openxmlformats.org/officeDocument/2006/relationships/tags" Target="../tags/tag1401.xml"/><Relationship Id="rId27" Type="http://schemas.openxmlformats.org/officeDocument/2006/relationships/tags" Target="../tags/tag1406.xml"/><Relationship Id="rId30" Type="http://schemas.openxmlformats.org/officeDocument/2006/relationships/tags" Target="../tags/tag1409.xml"/><Relationship Id="rId35" Type="http://schemas.openxmlformats.org/officeDocument/2006/relationships/tags" Target="../tags/tag1414.xml"/><Relationship Id="rId43" Type="http://schemas.openxmlformats.org/officeDocument/2006/relationships/tags" Target="../tags/tag1422.xml"/><Relationship Id="rId48" Type="http://schemas.openxmlformats.org/officeDocument/2006/relationships/tags" Target="../tags/tag1427.xml"/><Relationship Id="rId56" Type="http://schemas.openxmlformats.org/officeDocument/2006/relationships/tags" Target="../tags/tag1435.xml"/><Relationship Id="rId64" Type="http://schemas.openxmlformats.org/officeDocument/2006/relationships/tags" Target="../tags/tag1443.xml"/><Relationship Id="rId69" Type="http://schemas.openxmlformats.org/officeDocument/2006/relationships/tags" Target="../tags/tag1448.xml"/><Relationship Id="rId77" Type="http://schemas.openxmlformats.org/officeDocument/2006/relationships/tags" Target="../tags/tag1456.xml"/><Relationship Id="rId8" Type="http://schemas.openxmlformats.org/officeDocument/2006/relationships/tags" Target="../tags/tag1387.xml"/><Relationship Id="rId51" Type="http://schemas.openxmlformats.org/officeDocument/2006/relationships/tags" Target="../tags/tag1430.xml"/><Relationship Id="rId72" Type="http://schemas.openxmlformats.org/officeDocument/2006/relationships/tags" Target="../tags/tag1451.xml"/><Relationship Id="rId80" Type="http://schemas.openxmlformats.org/officeDocument/2006/relationships/slideLayout" Target="../slideLayouts/slideLayout18.xml"/><Relationship Id="rId85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382.xml"/><Relationship Id="rId12" Type="http://schemas.openxmlformats.org/officeDocument/2006/relationships/tags" Target="../tags/tag1391.xml"/><Relationship Id="rId17" Type="http://schemas.openxmlformats.org/officeDocument/2006/relationships/tags" Target="../tags/tag1396.xml"/><Relationship Id="rId25" Type="http://schemas.openxmlformats.org/officeDocument/2006/relationships/tags" Target="../tags/tag1404.xml"/><Relationship Id="rId33" Type="http://schemas.openxmlformats.org/officeDocument/2006/relationships/tags" Target="../tags/tag1412.xml"/><Relationship Id="rId38" Type="http://schemas.openxmlformats.org/officeDocument/2006/relationships/tags" Target="../tags/tag1417.xml"/><Relationship Id="rId46" Type="http://schemas.openxmlformats.org/officeDocument/2006/relationships/tags" Target="../tags/tag1425.xml"/><Relationship Id="rId59" Type="http://schemas.openxmlformats.org/officeDocument/2006/relationships/tags" Target="../tags/tag1438.xml"/><Relationship Id="rId67" Type="http://schemas.openxmlformats.org/officeDocument/2006/relationships/tags" Target="../tags/tag1446.xml"/><Relationship Id="rId20" Type="http://schemas.openxmlformats.org/officeDocument/2006/relationships/tags" Target="../tags/tag1399.xml"/><Relationship Id="rId41" Type="http://schemas.openxmlformats.org/officeDocument/2006/relationships/tags" Target="../tags/tag1420.xml"/><Relationship Id="rId54" Type="http://schemas.openxmlformats.org/officeDocument/2006/relationships/tags" Target="../tags/tag1433.xml"/><Relationship Id="rId62" Type="http://schemas.openxmlformats.org/officeDocument/2006/relationships/tags" Target="../tags/tag1441.xml"/><Relationship Id="rId70" Type="http://schemas.openxmlformats.org/officeDocument/2006/relationships/tags" Target="../tags/tag1449.xml"/><Relationship Id="rId75" Type="http://schemas.openxmlformats.org/officeDocument/2006/relationships/tags" Target="../tags/tag1454.xml"/><Relationship Id="rId83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1380.xml"/><Relationship Id="rId6" Type="http://schemas.openxmlformats.org/officeDocument/2006/relationships/tags" Target="../tags/tag1385.xml"/><Relationship Id="rId15" Type="http://schemas.openxmlformats.org/officeDocument/2006/relationships/tags" Target="../tags/tag1394.xml"/><Relationship Id="rId23" Type="http://schemas.openxmlformats.org/officeDocument/2006/relationships/tags" Target="../tags/tag1402.xml"/><Relationship Id="rId28" Type="http://schemas.openxmlformats.org/officeDocument/2006/relationships/tags" Target="../tags/tag1407.xml"/><Relationship Id="rId36" Type="http://schemas.openxmlformats.org/officeDocument/2006/relationships/tags" Target="../tags/tag1415.xml"/><Relationship Id="rId49" Type="http://schemas.openxmlformats.org/officeDocument/2006/relationships/tags" Target="../tags/tag1428.xml"/><Relationship Id="rId57" Type="http://schemas.openxmlformats.org/officeDocument/2006/relationships/tags" Target="../tags/tag1436.xml"/><Relationship Id="rId10" Type="http://schemas.openxmlformats.org/officeDocument/2006/relationships/tags" Target="../tags/tag1389.xml"/><Relationship Id="rId31" Type="http://schemas.openxmlformats.org/officeDocument/2006/relationships/tags" Target="../tags/tag1410.xml"/><Relationship Id="rId44" Type="http://schemas.openxmlformats.org/officeDocument/2006/relationships/tags" Target="../tags/tag1423.xml"/><Relationship Id="rId52" Type="http://schemas.openxmlformats.org/officeDocument/2006/relationships/tags" Target="../tags/tag1431.xml"/><Relationship Id="rId60" Type="http://schemas.openxmlformats.org/officeDocument/2006/relationships/tags" Target="../tags/tag1439.xml"/><Relationship Id="rId65" Type="http://schemas.openxmlformats.org/officeDocument/2006/relationships/tags" Target="../tags/tag1444.xml"/><Relationship Id="rId73" Type="http://schemas.openxmlformats.org/officeDocument/2006/relationships/tags" Target="../tags/tag1452.xml"/><Relationship Id="rId78" Type="http://schemas.openxmlformats.org/officeDocument/2006/relationships/tags" Target="../tags/tag1457.xml"/><Relationship Id="rId81" Type="http://schemas.openxmlformats.org/officeDocument/2006/relationships/notesSlide" Target="../notesSlides/notesSlide56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461.xml"/><Relationship Id="rId7" Type="http://schemas.openxmlformats.org/officeDocument/2006/relationships/image" Target="../media/image2.png"/><Relationship Id="rId2" Type="http://schemas.openxmlformats.org/officeDocument/2006/relationships/tags" Target="../tags/tag1460.xml"/><Relationship Id="rId1" Type="http://schemas.openxmlformats.org/officeDocument/2006/relationships/tags" Target="../tags/tag1459.xml"/><Relationship Id="rId6" Type="http://schemas.openxmlformats.org/officeDocument/2006/relationships/notesSlide" Target="../notesSlides/notesSlide5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462.xml"/><Relationship Id="rId9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464.xml"/><Relationship Id="rId1" Type="http://schemas.openxmlformats.org/officeDocument/2006/relationships/tags" Target="../tags/tag14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3"/>
            <p:custDataLst>
              <p:tags r:id="rId2"/>
            </p:custDataLst>
          </p:nvPr>
        </p:nvSpPr>
        <p:spPr>
          <a:xfrm>
            <a:off x="7452360" y="5156835"/>
            <a:ext cx="1460500" cy="469265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鞠京芮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3"/>
            </p:custDataLst>
          </p:nvPr>
        </p:nvSpPr>
        <p:spPr>
          <a:xfrm>
            <a:off x="4787900" y="2436495"/>
            <a:ext cx="4201795" cy="728345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管理信息系统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菱形 2"/>
          <p:cNvSpPr/>
          <p:nvPr>
            <p:custDataLst>
              <p:tags r:id="rId2"/>
            </p:custDataLst>
          </p:nvPr>
        </p:nvSpPr>
        <p:spPr>
          <a:xfrm>
            <a:off x="1324536" y="3515640"/>
            <a:ext cx="381017" cy="38101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19858" y="3450391"/>
            <a:ext cx="2783331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信息系统分析                 </a:t>
            </a:r>
          </a:p>
        </p:txBody>
      </p:sp>
      <p:sp>
        <p:nvSpPr>
          <p:cNvPr id="5" name="菱形 4"/>
          <p:cNvSpPr/>
          <p:nvPr>
            <p:custDataLst>
              <p:tags r:id="rId4"/>
            </p:custDataLst>
          </p:nvPr>
        </p:nvSpPr>
        <p:spPr>
          <a:xfrm>
            <a:off x="1324536" y="2908394"/>
            <a:ext cx="381017" cy="381017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819858" y="2843145"/>
            <a:ext cx="2783331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信息系统总体规划           </a:t>
            </a:r>
          </a:p>
        </p:txBody>
      </p:sp>
      <p:sp>
        <p:nvSpPr>
          <p:cNvPr id="9" name="菱形 8"/>
          <p:cNvSpPr/>
          <p:nvPr>
            <p:custDataLst>
              <p:tags r:id="rId6"/>
            </p:custDataLst>
          </p:nvPr>
        </p:nvSpPr>
        <p:spPr>
          <a:xfrm>
            <a:off x="1324536" y="2301148"/>
            <a:ext cx="381017" cy="38101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819858" y="2235899"/>
            <a:ext cx="2783331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信息系统技术基础           </a:t>
            </a:r>
          </a:p>
        </p:txBody>
      </p:sp>
      <p:sp>
        <p:nvSpPr>
          <p:cNvPr id="12" name="菱形 11"/>
          <p:cNvSpPr/>
          <p:nvPr>
            <p:custDataLst>
              <p:tags r:id="rId8"/>
            </p:custDataLst>
          </p:nvPr>
        </p:nvSpPr>
        <p:spPr>
          <a:xfrm>
            <a:off x="1324536" y="1693902"/>
            <a:ext cx="381017" cy="381017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1819858" y="1628652"/>
            <a:ext cx="2783331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信息系统概论                 </a:t>
            </a:r>
          </a:p>
        </p:txBody>
      </p:sp>
      <p:sp>
        <p:nvSpPr>
          <p:cNvPr id="15" name="菱形 14"/>
          <p:cNvSpPr/>
          <p:nvPr>
            <p:custDataLst>
              <p:tags r:id="rId10"/>
            </p:custDataLst>
          </p:nvPr>
        </p:nvSpPr>
        <p:spPr>
          <a:xfrm>
            <a:off x="1324536" y="4122886"/>
            <a:ext cx="381017" cy="381017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1819858" y="4057637"/>
            <a:ext cx="2783331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信息系统设计                 </a:t>
            </a:r>
          </a:p>
        </p:txBody>
      </p:sp>
      <p:sp>
        <p:nvSpPr>
          <p:cNvPr id="18" name="菱形 17"/>
          <p:cNvSpPr/>
          <p:nvPr>
            <p:custDataLst>
              <p:tags r:id="rId12"/>
            </p:custDataLst>
          </p:nvPr>
        </p:nvSpPr>
        <p:spPr>
          <a:xfrm>
            <a:off x="1324536" y="4722512"/>
            <a:ext cx="381017" cy="38101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1819858" y="4664883"/>
            <a:ext cx="2783331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系统实施与管理              </a:t>
            </a:r>
          </a:p>
        </p:txBody>
      </p:sp>
      <p:sp>
        <p:nvSpPr>
          <p:cNvPr id="21" name="矩形 20"/>
          <p:cNvSpPr/>
          <p:nvPr>
            <p:custDataLst>
              <p:tags r:id="rId14"/>
            </p:custDataLst>
          </p:nvPr>
        </p:nvSpPr>
        <p:spPr>
          <a:xfrm>
            <a:off x="1397699" y="2960397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>
            <a:off x="1397699" y="2353151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3" name="矩形 22"/>
          <p:cNvSpPr/>
          <p:nvPr>
            <p:custDataLst>
              <p:tags r:id="rId16"/>
            </p:custDataLst>
          </p:nvPr>
        </p:nvSpPr>
        <p:spPr>
          <a:xfrm>
            <a:off x="1397699" y="1745904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24" name="矩形 23"/>
          <p:cNvSpPr/>
          <p:nvPr>
            <p:custDataLst>
              <p:tags r:id="rId17"/>
            </p:custDataLst>
          </p:nvPr>
        </p:nvSpPr>
        <p:spPr>
          <a:xfrm>
            <a:off x="1397699" y="3567643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  <p:sp>
        <p:nvSpPr>
          <p:cNvPr id="25" name="矩形 24"/>
          <p:cNvSpPr/>
          <p:nvPr>
            <p:custDataLst>
              <p:tags r:id="rId18"/>
            </p:custDataLst>
          </p:nvPr>
        </p:nvSpPr>
        <p:spPr>
          <a:xfrm>
            <a:off x="1397699" y="4174889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</a:t>
            </a:r>
          </a:p>
        </p:txBody>
      </p:sp>
      <p:sp>
        <p:nvSpPr>
          <p:cNvPr id="26" name="矩形 25"/>
          <p:cNvSpPr/>
          <p:nvPr>
            <p:custDataLst>
              <p:tags r:id="rId19"/>
            </p:custDataLst>
          </p:nvPr>
        </p:nvSpPr>
        <p:spPr>
          <a:xfrm>
            <a:off x="1397699" y="4774515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6</a:t>
            </a:r>
          </a:p>
        </p:txBody>
      </p:sp>
      <p:sp>
        <p:nvSpPr>
          <p:cNvPr id="6" name="文本框 5"/>
          <p:cNvSpPr txBox="1"/>
          <p:nvPr>
            <p:custDataLst>
              <p:tags r:id="rId20"/>
            </p:custDataLst>
          </p:nvPr>
        </p:nvSpPr>
        <p:spPr>
          <a:xfrm>
            <a:off x="1911350" y="603250"/>
            <a:ext cx="2691765" cy="576580"/>
          </a:xfrm>
          <a:prstGeom prst="rect">
            <a:avLst/>
          </a:prstGeom>
          <a:noFill/>
        </p:spPr>
        <p:txBody>
          <a:bodyPr wrap="square" lIns="67627" tIns="35242" rIns="67627" bIns="35242" rtlCol="0">
            <a:normAutofit fontScale="72500" lnSpcReduction="20000"/>
          </a:bodyPr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0" u="none" strike="noStrike" baseline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主  要  内  容</a:t>
            </a:r>
          </a:p>
        </p:txBody>
      </p:sp>
      <p:sp>
        <p:nvSpPr>
          <p:cNvPr id="8197" name="AutoShape 5"/>
          <p:cNvSpPr/>
          <p:nvPr/>
        </p:nvSpPr>
        <p:spPr>
          <a:xfrm>
            <a:off x="251143" y="2401570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sp>
        <p:nvSpPr>
          <p:cNvPr id="20" name="菱形 19"/>
          <p:cNvSpPr/>
          <p:nvPr>
            <p:custDataLst>
              <p:tags r:id="rId21"/>
            </p:custDataLst>
          </p:nvPr>
        </p:nvSpPr>
        <p:spPr>
          <a:xfrm>
            <a:off x="1340411" y="5198762"/>
            <a:ext cx="381017" cy="38101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1794591" y="5141133"/>
            <a:ext cx="2824473" cy="476272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上机实验</a:t>
            </a: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                          </a:t>
            </a:r>
          </a:p>
        </p:txBody>
      </p:sp>
      <p:sp>
        <p:nvSpPr>
          <p:cNvPr id="30" name="矩形 29"/>
          <p:cNvSpPr/>
          <p:nvPr>
            <p:custDataLst>
              <p:tags r:id="rId23"/>
            </p:custDataLst>
          </p:nvPr>
        </p:nvSpPr>
        <p:spPr>
          <a:xfrm>
            <a:off x="1413574" y="5295215"/>
            <a:ext cx="234690" cy="277012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7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32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7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9700" name="Rectangle 6">
            <a:hlinkClick r:id="rId13" action="ppaction://hlinksldjump"/>
          </p:cNvPr>
          <p:cNvSpPr/>
          <p:nvPr>
            <p:custDataLst>
              <p:tags r:id="rId4"/>
            </p:custDataLst>
          </p:nvPr>
        </p:nvSpPr>
        <p:spPr>
          <a:xfrm>
            <a:off x="2843212" y="2282509"/>
            <a:ext cx="3457575" cy="546735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计算机硬件技术</a:t>
            </a:r>
          </a:p>
        </p:txBody>
      </p:sp>
      <p:sp>
        <p:nvSpPr>
          <p:cNvPr id="29701" name="Rectangle 7">
            <a:hlinkClick r:id="rId13" action="ppaction://hlinksldjump"/>
          </p:cNvPr>
          <p:cNvSpPr/>
          <p:nvPr>
            <p:custDataLst>
              <p:tags r:id="rId5"/>
            </p:custDataLst>
          </p:nvPr>
        </p:nvSpPr>
        <p:spPr>
          <a:xfrm>
            <a:off x="2843212" y="3329624"/>
            <a:ext cx="3457575" cy="546735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计算机软件技术</a:t>
            </a:r>
          </a:p>
        </p:txBody>
      </p:sp>
      <p:sp>
        <p:nvSpPr>
          <p:cNvPr id="29702" name="Rectangle 8">
            <a:hlinkClick r:id="rId13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2843212" y="4377374"/>
            <a:ext cx="3457575" cy="546735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数据通信技术</a:t>
            </a:r>
          </a:p>
        </p:txBody>
      </p:sp>
      <p:sp>
        <p:nvSpPr>
          <p:cNvPr id="29699" name="矩形 9"/>
          <p:cNvSpPr/>
          <p:nvPr/>
        </p:nvSpPr>
        <p:spPr>
          <a:xfrm>
            <a:off x="684213" y="390525"/>
            <a:ext cx="8047037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信息技术是管理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信息系统的技术基础，只有将信息技术和管理技术结合起来，才能真正发挥管理信息系统的作用。</a:t>
            </a:r>
            <a:b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信息技术主要包括：</a:t>
            </a:r>
            <a:endParaRPr lang="zh-CN" altLang="en-US" sz="24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1" r:link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63" r:link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1746" name="矩形 3"/>
          <p:cNvSpPr/>
          <p:nvPr/>
        </p:nvSpPr>
        <p:spPr>
          <a:xfrm>
            <a:off x="312738" y="230188"/>
            <a:ext cx="3001010" cy="6140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、计算机硬件</a:t>
            </a:r>
          </a:p>
        </p:txBody>
      </p:sp>
      <p:sp>
        <p:nvSpPr>
          <p:cNvPr id="31747" name="矩形 1"/>
          <p:cNvSpPr/>
          <p:nvPr>
            <p:custDataLst>
              <p:tags r:id="rId4"/>
            </p:custDataLst>
          </p:nvPr>
        </p:nvSpPr>
        <p:spPr>
          <a:xfrm>
            <a:off x="412750" y="2292350"/>
            <a:ext cx="1009650" cy="6492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硬件</a:t>
            </a:r>
          </a:p>
        </p:txBody>
      </p:sp>
      <p:sp>
        <p:nvSpPr>
          <p:cNvPr id="31748" name="矩形 4"/>
          <p:cNvSpPr/>
          <p:nvPr>
            <p:custDataLst>
              <p:tags r:id="rId5"/>
            </p:custDataLst>
          </p:nvPr>
        </p:nvSpPr>
        <p:spPr>
          <a:xfrm>
            <a:off x="2190750" y="122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主机</a:t>
            </a:r>
          </a:p>
        </p:txBody>
      </p:sp>
      <p:sp>
        <p:nvSpPr>
          <p:cNvPr id="31749" name="矩形 8"/>
          <p:cNvSpPr/>
          <p:nvPr>
            <p:custDataLst>
              <p:tags r:id="rId6"/>
            </p:custDataLst>
          </p:nvPr>
        </p:nvSpPr>
        <p:spPr>
          <a:xfrm>
            <a:off x="2190750" y="376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外设</a:t>
            </a:r>
          </a:p>
        </p:txBody>
      </p:sp>
      <p:sp>
        <p:nvSpPr>
          <p:cNvPr id="31750" name="矩形 9"/>
          <p:cNvSpPr/>
          <p:nvPr>
            <p:custDataLst>
              <p:tags r:id="rId7"/>
            </p:custDataLst>
          </p:nvPr>
        </p:nvSpPr>
        <p:spPr>
          <a:xfrm>
            <a:off x="3711575" y="620713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CPU</a:t>
            </a:r>
          </a:p>
        </p:txBody>
      </p:sp>
      <p:sp>
        <p:nvSpPr>
          <p:cNvPr id="31751" name="矩形 10"/>
          <p:cNvSpPr/>
          <p:nvPr>
            <p:custDataLst>
              <p:tags r:id="rId8"/>
            </p:custDataLst>
          </p:nvPr>
        </p:nvSpPr>
        <p:spPr>
          <a:xfrm>
            <a:off x="3711575" y="1228725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内存</a:t>
            </a:r>
          </a:p>
        </p:txBody>
      </p:sp>
      <p:sp>
        <p:nvSpPr>
          <p:cNvPr id="31752" name="矩形 11"/>
          <p:cNvSpPr/>
          <p:nvPr>
            <p:custDataLst>
              <p:tags r:id="rId9"/>
            </p:custDataLst>
          </p:nvPr>
        </p:nvSpPr>
        <p:spPr>
          <a:xfrm>
            <a:off x="3711575" y="1878013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主板</a:t>
            </a:r>
          </a:p>
        </p:txBody>
      </p:sp>
      <p:sp>
        <p:nvSpPr>
          <p:cNvPr id="31753" name="矩形 12"/>
          <p:cNvSpPr/>
          <p:nvPr>
            <p:custDataLst>
              <p:tags r:id="rId10"/>
            </p:custDataLst>
          </p:nvPr>
        </p:nvSpPr>
        <p:spPr>
          <a:xfrm>
            <a:off x="3733800" y="2970213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存储</a:t>
            </a:r>
          </a:p>
        </p:txBody>
      </p:sp>
      <p:sp>
        <p:nvSpPr>
          <p:cNvPr id="31754" name="矩形 13"/>
          <p:cNvSpPr/>
          <p:nvPr>
            <p:custDataLst>
              <p:tags r:id="rId11"/>
            </p:custDataLst>
          </p:nvPr>
        </p:nvSpPr>
        <p:spPr>
          <a:xfrm>
            <a:off x="3694113" y="3762375"/>
            <a:ext cx="140811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输入设备</a:t>
            </a:r>
          </a:p>
        </p:txBody>
      </p:sp>
      <p:sp>
        <p:nvSpPr>
          <p:cNvPr id="31755" name="矩形 14"/>
          <p:cNvSpPr/>
          <p:nvPr>
            <p:custDataLst>
              <p:tags r:id="rId12"/>
            </p:custDataLst>
          </p:nvPr>
        </p:nvSpPr>
        <p:spPr>
          <a:xfrm>
            <a:off x="3694113" y="4473575"/>
            <a:ext cx="140811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输出设备</a:t>
            </a:r>
          </a:p>
        </p:txBody>
      </p:sp>
      <p:sp>
        <p:nvSpPr>
          <p:cNvPr id="31756" name="矩形 18"/>
          <p:cNvSpPr/>
          <p:nvPr>
            <p:custDataLst>
              <p:tags r:id="rId13"/>
            </p:custDataLst>
          </p:nvPr>
        </p:nvSpPr>
        <p:spPr>
          <a:xfrm>
            <a:off x="5683250" y="18748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磁盘</a:t>
            </a:r>
          </a:p>
        </p:txBody>
      </p:sp>
      <p:sp>
        <p:nvSpPr>
          <p:cNvPr id="31757" name="矩形 19"/>
          <p:cNvSpPr/>
          <p:nvPr>
            <p:custDataLst>
              <p:tags r:id="rId14"/>
            </p:custDataLst>
          </p:nvPr>
        </p:nvSpPr>
        <p:spPr>
          <a:xfrm>
            <a:off x="5683250" y="24844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光盘</a:t>
            </a:r>
          </a:p>
        </p:txBody>
      </p:sp>
      <p:sp>
        <p:nvSpPr>
          <p:cNvPr id="31758" name="矩形 20"/>
          <p:cNvSpPr/>
          <p:nvPr>
            <p:custDataLst>
              <p:tags r:id="rId15"/>
            </p:custDataLst>
          </p:nvPr>
        </p:nvSpPr>
        <p:spPr>
          <a:xfrm>
            <a:off x="5683250" y="3132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闪存</a:t>
            </a:r>
          </a:p>
        </p:txBody>
      </p:sp>
      <p:sp>
        <p:nvSpPr>
          <p:cNvPr id="31759" name="矩形 21"/>
          <p:cNvSpPr/>
          <p:nvPr>
            <p:custDataLst>
              <p:tags r:id="rId16"/>
            </p:custDataLst>
          </p:nvPr>
        </p:nvSpPr>
        <p:spPr>
          <a:xfrm>
            <a:off x="7556500" y="2490788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键盘</a:t>
            </a:r>
          </a:p>
        </p:txBody>
      </p:sp>
      <p:sp>
        <p:nvSpPr>
          <p:cNvPr id="31760" name="矩形 22"/>
          <p:cNvSpPr/>
          <p:nvPr>
            <p:custDataLst>
              <p:tags r:id="rId17"/>
            </p:custDataLst>
          </p:nvPr>
        </p:nvSpPr>
        <p:spPr>
          <a:xfrm>
            <a:off x="7556500" y="3101975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鼠标</a:t>
            </a:r>
          </a:p>
        </p:txBody>
      </p:sp>
      <p:sp>
        <p:nvSpPr>
          <p:cNvPr id="31761" name="矩形 23"/>
          <p:cNvSpPr/>
          <p:nvPr>
            <p:custDataLst>
              <p:tags r:id="rId18"/>
            </p:custDataLst>
          </p:nvPr>
        </p:nvSpPr>
        <p:spPr>
          <a:xfrm>
            <a:off x="7556500" y="37338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扫描仪</a:t>
            </a:r>
          </a:p>
        </p:txBody>
      </p:sp>
      <p:sp>
        <p:nvSpPr>
          <p:cNvPr id="31762" name="矩形 24"/>
          <p:cNvSpPr/>
          <p:nvPr>
            <p:custDataLst>
              <p:tags r:id="rId19"/>
            </p:custDataLst>
          </p:nvPr>
        </p:nvSpPr>
        <p:spPr>
          <a:xfrm>
            <a:off x="7556500" y="43815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摄像头</a:t>
            </a:r>
          </a:p>
        </p:txBody>
      </p:sp>
      <p:sp>
        <p:nvSpPr>
          <p:cNvPr id="31763" name="矩形 25"/>
          <p:cNvSpPr/>
          <p:nvPr>
            <p:custDataLst>
              <p:tags r:id="rId20"/>
            </p:custDataLst>
          </p:nvPr>
        </p:nvSpPr>
        <p:spPr>
          <a:xfrm>
            <a:off x="7556500" y="50292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数码相机</a:t>
            </a:r>
          </a:p>
        </p:txBody>
      </p:sp>
      <p:cxnSp>
        <p:nvCxnSpPr>
          <p:cNvPr id="31764" name="直接连接符 33"/>
          <p:cNvCxnSpPr>
            <a:stCxn id="31747" idx="3"/>
          </p:cNvCxnSpPr>
          <p:nvPr>
            <p:custDataLst>
              <p:tags r:id="rId21"/>
            </p:custDataLst>
          </p:nvPr>
        </p:nvCxnSpPr>
        <p:spPr>
          <a:xfrm>
            <a:off x="1422400" y="2617788"/>
            <a:ext cx="279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5" name="直接连接符 35"/>
          <p:cNvCxnSpPr/>
          <p:nvPr>
            <p:custDataLst>
              <p:tags r:id="rId22"/>
            </p:custDataLst>
          </p:nvPr>
        </p:nvCxnSpPr>
        <p:spPr>
          <a:xfrm>
            <a:off x="1701800" y="1452563"/>
            <a:ext cx="0" cy="2540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6" name="直接连接符 37"/>
          <p:cNvCxnSpPr>
            <a:endCxn id="31748" idx="1"/>
          </p:cNvCxnSpPr>
          <p:nvPr>
            <p:custDataLst>
              <p:tags r:id="rId23"/>
            </p:custDataLst>
          </p:nvPr>
        </p:nvCxnSpPr>
        <p:spPr>
          <a:xfrm>
            <a:off x="1701800" y="145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7" name="直接连接符 39"/>
          <p:cNvCxnSpPr>
            <a:endCxn id="31749" idx="1"/>
          </p:cNvCxnSpPr>
          <p:nvPr>
            <p:custDataLst>
              <p:tags r:id="rId24"/>
            </p:custDataLst>
          </p:nvPr>
        </p:nvCxnSpPr>
        <p:spPr>
          <a:xfrm>
            <a:off x="1701800" y="399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8" name="直接连接符 44"/>
          <p:cNvCxnSpPr>
            <a:stCxn id="31750" idx="1"/>
          </p:cNvCxnSpPr>
          <p:nvPr>
            <p:custDataLst>
              <p:tags r:id="rId25"/>
            </p:custDataLst>
          </p:nvPr>
        </p:nvCxnSpPr>
        <p:spPr>
          <a:xfrm flipH="1" flipV="1">
            <a:off x="3440113" y="8461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9" name="直接连接符 46"/>
          <p:cNvCxnSpPr/>
          <p:nvPr>
            <p:custDataLst>
              <p:tags r:id="rId26"/>
            </p:custDataLst>
          </p:nvPr>
        </p:nvCxnSpPr>
        <p:spPr>
          <a:xfrm>
            <a:off x="3440113" y="846138"/>
            <a:ext cx="0" cy="12573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0" name="直接连接符 48"/>
          <p:cNvCxnSpPr>
            <a:endCxn id="31751" idx="1"/>
          </p:cNvCxnSpPr>
          <p:nvPr>
            <p:custDataLst>
              <p:tags r:id="rId27"/>
            </p:custDataLst>
          </p:nvPr>
        </p:nvCxnSpPr>
        <p:spPr>
          <a:xfrm>
            <a:off x="3440113" y="1454150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1" name="直接连接符 52"/>
          <p:cNvCxnSpPr>
            <a:endCxn id="31752" idx="1"/>
          </p:cNvCxnSpPr>
          <p:nvPr>
            <p:custDataLst>
              <p:tags r:id="rId28"/>
            </p:custDataLst>
          </p:nvPr>
        </p:nvCxnSpPr>
        <p:spPr>
          <a:xfrm>
            <a:off x="3440113" y="21034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2" name="直接连接符 54"/>
          <p:cNvCxnSpPr>
            <a:stCxn id="31748" idx="3"/>
          </p:cNvCxnSpPr>
          <p:nvPr>
            <p:custDataLst>
              <p:tags r:id="rId29"/>
            </p:custDataLst>
          </p:nvPr>
        </p:nvCxnSpPr>
        <p:spPr>
          <a:xfrm>
            <a:off x="3198813" y="145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3" name="直接连接符 56"/>
          <p:cNvCxnSpPr/>
          <p:nvPr>
            <p:custDataLst>
              <p:tags r:id="rId30"/>
            </p:custDataLst>
          </p:nvPr>
        </p:nvCxnSpPr>
        <p:spPr>
          <a:xfrm flipH="1">
            <a:off x="3429000" y="3195638"/>
            <a:ext cx="11113" cy="15192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4" name="直接连接符 58"/>
          <p:cNvCxnSpPr>
            <a:endCxn id="31753" idx="1"/>
          </p:cNvCxnSpPr>
          <p:nvPr>
            <p:custDataLst>
              <p:tags r:id="rId31"/>
            </p:custDataLst>
          </p:nvPr>
        </p:nvCxnSpPr>
        <p:spPr>
          <a:xfrm>
            <a:off x="3440113" y="3195638"/>
            <a:ext cx="2936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5" name="直接连接符 60"/>
          <p:cNvCxnSpPr>
            <a:endCxn id="31754" idx="1"/>
          </p:cNvCxnSpPr>
          <p:nvPr>
            <p:custDataLst>
              <p:tags r:id="rId32"/>
            </p:custDataLst>
          </p:nvPr>
        </p:nvCxnSpPr>
        <p:spPr>
          <a:xfrm>
            <a:off x="3440113" y="3987800"/>
            <a:ext cx="254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6" name="直接连接符 62"/>
          <p:cNvCxnSpPr>
            <a:endCxn id="31755" idx="1"/>
          </p:cNvCxnSpPr>
          <p:nvPr>
            <p:custDataLst>
              <p:tags r:id="rId33"/>
            </p:custDataLst>
          </p:nvPr>
        </p:nvCxnSpPr>
        <p:spPr>
          <a:xfrm>
            <a:off x="3440113" y="4699000"/>
            <a:ext cx="254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7" name="直接连接符 7171"/>
          <p:cNvCxnSpPr>
            <a:stCxn id="31749" idx="3"/>
          </p:cNvCxnSpPr>
          <p:nvPr>
            <p:custDataLst>
              <p:tags r:id="rId34"/>
            </p:custDataLst>
          </p:nvPr>
        </p:nvCxnSpPr>
        <p:spPr>
          <a:xfrm>
            <a:off x="3198813" y="399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8" name="直接连接符 7173"/>
          <p:cNvCxnSpPr/>
          <p:nvPr>
            <p:custDataLst>
              <p:tags r:id="rId35"/>
            </p:custDataLst>
          </p:nvPr>
        </p:nvCxnSpPr>
        <p:spPr>
          <a:xfrm>
            <a:off x="5445125" y="2103438"/>
            <a:ext cx="0" cy="12541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9" name="直接连接符 7175"/>
          <p:cNvCxnSpPr>
            <a:endCxn id="31756" idx="1"/>
          </p:cNvCxnSpPr>
          <p:nvPr>
            <p:custDataLst>
              <p:tags r:id="rId36"/>
            </p:custDataLst>
          </p:nvPr>
        </p:nvCxnSpPr>
        <p:spPr>
          <a:xfrm flipV="1">
            <a:off x="5445125" y="2100263"/>
            <a:ext cx="238125" cy="3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0" name="直接连接符 7180"/>
          <p:cNvCxnSpPr>
            <a:endCxn id="31758" idx="1"/>
          </p:cNvCxnSpPr>
          <p:nvPr>
            <p:custDataLst>
              <p:tags r:id="rId37"/>
            </p:custDataLst>
          </p:nvPr>
        </p:nvCxnSpPr>
        <p:spPr>
          <a:xfrm>
            <a:off x="5445125" y="3357563"/>
            <a:ext cx="2381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1" name="直接连接符 7182"/>
          <p:cNvCxnSpPr>
            <a:stCxn id="31753" idx="3"/>
          </p:cNvCxnSpPr>
          <p:nvPr>
            <p:custDataLst>
              <p:tags r:id="rId38"/>
            </p:custDataLst>
          </p:nvPr>
        </p:nvCxnSpPr>
        <p:spPr>
          <a:xfrm>
            <a:off x="5141913" y="3195638"/>
            <a:ext cx="8731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2" name="直接连接符 7184"/>
          <p:cNvCxnSpPr/>
          <p:nvPr>
            <p:custDataLst>
              <p:tags r:id="rId39"/>
            </p:custDataLst>
          </p:nvPr>
        </p:nvCxnSpPr>
        <p:spPr>
          <a:xfrm flipV="1">
            <a:off x="5229225" y="2709863"/>
            <a:ext cx="0" cy="485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3" name="直接连接符 7186"/>
          <p:cNvCxnSpPr>
            <a:endCxn id="31757" idx="1"/>
          </p:cNvCxnSpPr>
          <p:nvPr>
            <p:custDataLst>
              <p:tags r:id="rId40"/>
            </p:custDataLst>
          </p:nvPr>
        </p:nvCxnSpPr>
        <p:spPr>
          <a:xfrm flipV="1">
            <a:off x="5229225" y="2709863"/>
            <a:ext cx="454025" cy="3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4" name="直接连接符 7190"/>
          <p:cNvCxnSpPr/>
          <p:nvPr>
            <p:custDataLst>
              <p:tags r:id="rId41"/>
            </p:custDataLst>
          </p:nvPr>
        </p:nvCxnSpPr>
        <p:spPr>
          <a:xfrm>
            <a:off x="5102225" y="3987800"/>
            <a:ext cx="2432050" cy="47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5" name="直接连接符 7192"/>
          <p:cNvCxnSpPr/>
          <p:nvPr>
            <p:custDataLst>
              <p:tags r:id="rId42"/>
            </p:custDataLst>
          </p:nvPr>
        </p:nvCxnSpPr>
        <p:spPr>
          <a:xfrm>
            <a:off x="7102475" y="2709863"/>
            <a:ext cx="0" cy="25447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6" name="直接连接符 7197"/>
          <p:cNvCxnSpPr>
            <a:endCxn id="31759" idx="1"/>
          </p:cNvCxnSpPr>
          <p:nvPr>
            <p:custDataLst>
              <p:tags r:id="rId43"/>
            </p:custDataLst>
          </p:nvPr>
        </p:nvCxnSpPr>
        <p:spPr>
          <a:xfrm>
            <a:off x="7102475" y="2716213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7" name="直接连接符 7199"/>
          <p:cNvCxnSpPr>
            <a:endCxn id="31760" idx="1"/>
          </p:cNvCxnSpPr>
          <p:nvPr>
            <p:custDataLst>
              <p:tags r:id="rId44"/>
            </p:custDataLst>
          </p:nvPr>
        </p:nvCxnSpPr>
        <p:spPr>
          <a:xfrm>
            <a:off x="7102475" y="3327400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8" name="直接连接符 7204"/>
          <p:cNvCxnSpPr>
            <a:endCxn id="31762" idx="1"/>
          </p:cNvCxnSpPr>
          <p:nvPr>
            <p:custDataLst>
              <p:tags r:id="rId45"/>
            </p:custDataLst>
          </p:nvPr>
        </p:nvCxnSpPr>
        <p:spPr>
          <a:xfrm>
            <a:off x="7102475" y="4606925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9" name="直接连接符 7206"/>
          <p:cNvCxnSpPr>
            <a:endCxn id="31763" idx="1"/>
          </p:cNvCxnSpPr>
          <p:nvPr>
            <p:custDataLst>
              <p:tags r:id="rId46"/>
            </p:custDataLst>
          </p:nvPr>
        </p:nvCxnSpPr>
        <p:spPr>
          <a:xfrm>
            <a:off x="7102475" y="5254625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1790" name="矩形 103"/>
          <p:cNvSpPr/>
          <p:nvPr>
            <p:custDataLst>
              <p:tags r:id="rId47"/>
            </p:custDataLst>
          </p:nvPr>
        </p:nvSpPr>
        <p:spPr>
          <a:xfrm>
            <a:off x="5656263" y="4254500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显卡</a:t>
            </a:r>
          </a:p>
        </p:txBody>
      </p:sp>
      <p:sp>
        <p:nvSpPr>
          <p:cNvPr id="31791" name="矩形 104"/>
          <p:cNvSpPr/>
          <p:nvPr>
            <p:custDataLst>
              <p:tags r:id="rId48"/>
            </p:custDataLst>
          </p:nvPr>
        </p:nvSpPr>
        <p:spPr>
          <a:xfrm>
            <a:off x="5656263" y="4867275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显示器</a:t>
            </a:r>
          </a:p>
        </p:txBody>
      </p:sp>
      <p:sp>
        <p:nvSpPr>
          <p:cNvPr id="31792" name="矩形 105"/>
          <p:cNvSpPr/>
          <p:nvPr>
            <p:custDataLst>
              <p:tags r:id="rId49"/>
            </p:custDataLst>
          </p:nvPr>
        </p:nvSpPr>
        <p:spPr>
          <a:xfrm>
            <a:off x="5656263" y="5497513"/>
            <a:ext cx="1147762" cy="4524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音箱</a:t>
            </a:r>
          </a:p>
        </p:txBody>
      </p:sp>
      <p:sp>
        <p:nvSpPr>
          <p:cNvPr id="31793" name="矩形 106"/>
          <p:cNvSpPr/>
          <p:nvPr>
            <p:custDataLst>
              <p:tags r:id="rId50"/>
            </p:custDataLst>
          </p:nvPr>
        </p:nvSpPr>
        <p:spPr>
          <a:xfrm>
            <a:off x="5656263" y="6146800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打印机</a:t>
            </a:r>
          </a:p>
        </p:txBody>
      </p:sp>
      <p:cxnSp>
        <p:nvCxnSpPr>
          <p:cNvPr id="31794" name="直接连接符 107"/>
          <p:cNvCxnSpPr>
            <a:endCxn id="31790" idx="1"/>
          </p:cNvCxnSpPr>
          <p:nvPr>
            <p:custDataLst>
              <p:tags r:id="rId51"/>
            </p:custDataLst>
          </p:nvPr>
        </p:nvCxnSpPr>
        <p:spPr>
          <a:xfrm>
            <a:off x="5456238" y="4479925"/>
            <a:ext cx="200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5" name="直接连接符 108"/>
          <p:cNvCxnSpPr>
            <a:endCxn id="31791" idx="1"/>
          </p:cNvCxnSpPr>
          <p:nvPr>
            <p:custDataLst>
              <p:tags r:id="rId52"/>
            </p:custDataLst>
          </p:nvPr>
        </p:nvCxnSpPr>
        <p:spPr>
          <a:xfrm>
            <a:off x="5429250" y="5092700"/>
            <a:ext cx="2270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6" name="直接连接符 109"/>
          <p:cNvCxnSpPr>
            <a:endCxn id="31793" idx="1"/>
          </p:cNvCxnSpPr>
          <p:nvPr>
            <p:custDataLst>
              <p:tags r:id="rId53"/>
            </p:custDataLst>
          </p:nvPr>
        </p:nvCxnSpPr>
        <p:spPr>
          <a:xfrm>
            <a:off x="5456238" y="6372225"/>
            <a:ext cx="200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7" name="直接连接符 114"/>
          <p:cNvCxnSpPr/>
          <p:nvPr>
            <p:custDataLst>
              <p:tags r:id="rId54"/>
            </p:custDataLst>
          </p:nvPr>
        </p:nvCxnSpPr>
        <p:spPr>
          <a:xfrm flipH="1">
            <a:off x="5429250" y="4465638"/>
            <a:ext cx="9525" cy="190341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8" name="直接连接符 117"/>
          <p:cNvCxnSpPr/>
          <p:nvPr>
            <p:custDataLst>
              <p:tags r:id="rId55"/>
            </p:custDataLst>
          </p:nvPr>
        </p:nvCxnSpPr>
        <p:spPr>
          <a:xfrm>
            <a:off x="5454650" y="5722938"/>
            <a:ext cx="228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9" name="直接连接符 7216"/>
          <p:cNvCxnSpPr/>
          <p:nvPr>
            <p:custDataLst>
              <p:tags r:id="rId56"/>
            </p:custDataLst>
          </p:nvPr>
        </p:nvCxnSpPr>
        <p:spPr>
          <a:xfrm>
            <a:off x="5229225" y="5480050"/>
            <a:ext cx="198438" cy="63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800" name="直接连接符 7219"/>
          <p:cNvCxnSpPr/>
          <p:nvPr>
            <p:custDataLst>
              <p:tags r:id="rId57"/>
            </p:custDataLst>
          </p:nvPr>
        </p:nvCxnSpPr>
        <p:spPr>
          <a:xfrm flipV="1">
            <a:off x="5229225" y="4705350"/>
            <a:ext cx="0" cy="7747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801" name="直接连接符 7221"/>
          <p:cNvCxnSpPr>
            <a:stCxn id="31755" idx="3"/>
          </p:cNvCxnSpPr>
          <p:nvPr>
            <p:custDataLst>
              <p:tags r:id="rId58"/>
            </p:custDataLst>
          </p:nvPr>
        </p:nvCxnSpPr>
        <p:spPr>
          <a:xfrm flipV="1">
            <a:off x="5102225" y="4699000"/>
            <a:ext cx="127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268537" y="333375"/>
            <a:ext cx="8540750" cy="8636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sz="34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2、计算机软件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323850" y="1341438"/>
            <a:ext cx="8540750" cy="41941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软件技术就是研究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2A3BE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计算机系统软件、应用软件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及其所依赖的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基础理论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如数据结构、数据库原理等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基本方法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如系统开发方法等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3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5"/>
          <p:cNvSpPr/>
          <p:nvPr>
            <p:custDataLst>
              <p:tags r:id="rId4"/>
            </p:custDataLst>
          </p:nvPr>
        </p:nvSpPr>
        <p:spPr>
          <a:xfrm>
            <a:off x="2624138" y="1268413"/>
            <a:ext cx="6519862" cy="1291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指为管理、控制和维护计算机及外设，以及提供计算机与用户界面等的软件。</a:t>
            </a:r>
          </a:p>
        </p:txBody>
      </p:sp>
      <p:sp>
        <p:nvSpPr>
          <p:cNvPr id="35843" name="Rectangle 6"/>
          <p:cNvSpPr/>
          <p:nvPr/>
        </p:nvSpPr>
        <p:spPr>
          <a:xfrm>
            <a:off x="2555875" y="2492375"/>
            <a:ext cx="6588125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如操作系统 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(OS)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、各种语言编译系统等。</a:t>
            </a:r>
          </a:p>
        </p:txBody>
      </p:sp>
      <p:sp>
        <p:nvSpPr>
          <p:cNvPr id="6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3786" y="3913089"/>
            <a:ext cx="1631950" cy="576263"/>
          </a:xfrm>
          <a:prstGeom prst="rect">
            <a:avLst/>
          </a:prstGeom>
          <a:solidFill>
            <a:schemeClr val="dk2"/>
          </a:solidFill>
          <a:ln>
            <a:solidFill>
              <a:schemeClr val="dk1"/>
            </a:solidFill>
            <a:miter lim="800000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应用软件</a:t>
            </a:r>
          </a:p>
        </p:txBody>
      </p:sp>
      <p:sp>
        <p:nvSpPr>
          <p:cNvPr id="35845" name="Rectangle 8"/>
          <p:cNvSpPr/>
          <p:nvPr>
            <p:custDataLst>
              <p:tags r:id="rId6"/>
            </p:custDataLst>
          </p:nvPr>
        </p:nvSpPr>
        <p:spPr>
          <a:xfrm>
            <a:off x="2484438" y="4005263"/>
            <a:ext cx="6335712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指面向用户的、为用户服务的软件。</a:t>
            </a:r>
          </a:p>
        </p:txBody>
      </p:sp>
      <p:sp>
        <p:nvSpPr>
          <p:cNvPr id="35846" name="Rectangle 9"/>
          <p:cNvSpPr/>
          <p:nvPr/>
        </p:nvSpPr>
        <p:spPr>
          <a:xfrm>
            <a:off x="2555875" y="4725395"/>
            <a:ext cx="5829300" cy="891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如科学计算类软件、数据处理类软件、辅助设计类软件等。</a:t>
            </a:r>
          </a:p>
        </p:txBody>
      </p:sp>
      <p:sp>
        <p:nvSpPr>
          <p:cNvPr id="9" name="Rectangle 12"/>
          <p:cNvSpPr txBox="1">
            <a:spLocks noChangeArrowheads="1"/>
          </p:cNvSpPr>
          <p:nvPr/>
        </p:nvSpPr>
        <p:spPr bwMode="auto">
          <a:xfrm>
            <a:off x="563786" y="1412776"/>
            <a:ext cx="1631950" cy="5762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系统软件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7306" y="404664"/>
            <a:ext cx="9217024" cy="7747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  </a:t>
            </a:r>
            <a:r>
              <a:rPr lang="en-US" altLang="zh-CN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阅读：比尔·盖茨是怎样发家的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？</a:t>
            </a:r>
          </a:p>
        </p:txBody>
      </p:sp>
      <p:sp>
        <p:nvSpPr>
          <p:cNvPr id="36867" name="Rectangle 3"/>
          <p:cNvSpPr txBox="1"/>
          <p:nvPr>
            <p:custDataLst>
              <p:tags r:id="rId4"/>
            </p:custDataLst>
          </p:nvPr>
        </p:nvSpPr>
        <p:spPr>
          <a:xfrm>
            <a:off x="119698" y="1268760"/>
            <a:ext cx="8754268" cy="5256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1966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年，比尔盖茨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11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岁时，盖茨进入西雅图最著名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湖滨中学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学习，学校花巨资购置了一台计算机供学生们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了解、学习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，就此迷上了计算机。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1973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年，盖茨被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哈佛录取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。哈佛是世界著名大学，来年，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第一台个人电脑问世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，他决定退学。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1975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年，盖茨和他的好朋友保罗终于成立了自己的公司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——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微软公司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，在计算机界已小有名气。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1981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年，当时最大的计算机公司</a:t>
            </a:r>
            <a:r>
              <a:rPr lang="en" altLang="zh-CN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IBM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公司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正式展出其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新型个人计算机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，轰动一时，盖茨为</a:t>
            </a:r>
            <a:r>
              <a:rPr lang="en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IBM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公司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设计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微机操作系统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（用来协调计算机硬件和软件的程序）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——</a:t>
            </a:r>
            <a:r>
              <a:rPr lang="en-US" altLang="zh-CN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MS-DOS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（微软磁盘操作系统）</a:t>
            </a:r>
            <a:endParaRPr lang="en-US" altLang="zh-CN" sz="2100" b="1" u="sng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lvl="0" indent="-342900"/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随着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IBM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建立了行业标准，其他计算机制造商也很快采用了，后来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MS-DOS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又被微软的另一种产品视窗操作系统所替代。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今天，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世界上</a:t>
            </a:r>
            <a:r>
              <a:rPr lang="en-US" altLang="zh-CN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80%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的微机都使用这一系统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。盖茨在每台带有视窗操作系统的计算机上都赚钱。现在，微软公司还生产文字处理、电子制表软件和其它许多应用软件。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endParaRPr lang="zh-CN" altLang="en-US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>
            <p:custDataLst>
              <p:tags r:id="rId2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35" r:link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047875" y="61913"/>
            <a:ext cx="8540750" cy="765175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sz="34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3、数据通信技术</a:t>
            </a:r>
          </a:p>
        </p:txBody>
      </p:sp>
      <p:sp>
        <p:nvSpPr>
          <p:cNvPr id="7" name="Rectangle 4"/>
          <p:cNvSpPr txBox="1"/>
          <p:nvPr>
            <p:custDataLst>
              <p:tags r:id="rId4"/>
            </p:custDataLst>
          </p:nvPr>
        </p:nvSpPr>
        <p:spPr>
          <a:xfrm>
            <a:off x="190817" y="872955"/>
            <a:ext cx="8674100" cy="161221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数据通信系统是以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计算机为中心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，结合分散在远程的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终端装置或其他计算机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，通过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通信线路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彼此连接起来，进行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数据的传输、交换、存储和处理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的设备总称。</a:t>
            </a:r>
          </a:p>
        </p:txBody>
      </p:sp>
      <p:sp>
        <p:nvSpPr>
          <p:cNvPr id="38934" name="Text Box 6"/>
          <p:cNvSpPr txBox="1"/>
          <p:nvPr>
            <p:custDataLst>
              <p:tags r:id="rId5"/>
            </p:custDataLst>
          </p:nvPr>
        </p:nvSpPr>
        <p:spPr>
          <a:xfrm>
            <a:off x="6939984" y="4589397"/>
            <a:ext cx="1808480" cy="58356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（远程通信软件）</a:t>
            </a:r>
          </a:p>
        </p:txBody>
      </p:sp>
      <p:sp>
        <p:nvSpPr>
          <p:cNvPr id="38936" name="Rectangle 8"/>
          <p:cNvSpPr/>
          <p:nvPr>
            <p:custDataLst>
              <p:tags r:id="rId6"/>
            </p:custDataLst>
          </p:nvPr>
        </p:nvSpPr>
        <p:spPr>
          <a:xfrm>
            <a:off x="1092885" y="3478147"/>
            <a:ext cx="485140" cy="7493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37" name="Rectangle 9"/>
          <p:cNvSpPr/>
          <p:nvPr>
            <p:custDataLst>
              <p:tags r:id="rId7"/>
            </p:custDataLst>
          </p:nvPr>
        </p:nvSpPr>
        <p:spPr>
          <a:xfrm>
            <a:off x="1162100" y="3628007"/>
            <a:ext cx="346710" cy="44958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38" name="Rectangle 10"/>
          <p:cNvSpPr/>
          <p:nvPr>
            <p:custDataLst>
              <p:tags r:id="rId8"/>
            </p:custDataLst>
          </p:nvPr>
        </p:nvSpPr>
        <p:spPr>
          <a:xfrm>
            <a:off x="1023670" y="4377307"/>
            <a:ext cx="624205" cy="29972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39" name="AutoShape 11"/>
          <p:cNvSpPr/>
          <p:nvPr>
            <p:custDataLst>
              <p:tags r:id="rId9"/>
            </p:custDataLst>
          </p:nvPr>
        </p:nvSpPr>
        <p:spPr>
          <a:xfrm>
            <a:off x="1162100" y="4227447"/>
            <a:ext cx="346710" cy="14986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0" name="Line 12"/>
          <p:cNvSpPr/>
          <p:nvPr/>
        </p:nvSpPr>
        <p:spPr>
          <a:xfrm>
            <a:off x="1439595" y="4527167"/>
            <a:ext cx="138430" cy="0"/>
          </a:xfrm>
          <a:prstGeom prst="line">
            <a:avLst/>
          </a:prstGeom>
          <a:ln w="28575" cap="flat" cmpd="sng">
            <a:solidFill>
              <a:srgbClr val="5F5F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41" name="Text Box 13"/>
          <p:cNvSpPr txBox="1"/>
          <p:nvPr/>
        </p:nvSpPr>
        <p:spPr>
          <a:xfrm>
            <a:off x="971600" y="3805807"/>
            <a:ext cx="3606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..</a:t>
            </a:r>
          </a:p>
        </p:txBody>
      </p:sp>
      <p:sp>
        <p:nvSpPr>
          <p:cNvPr id="38942" name="Rectangle 14"/>
          <p:cNvSpPr/>
          <p:nvPr>
            <p:custDataLst>
              <p:tags r:id="rId10"/>
            </p:custDataLst>
          </p:nvPr>
        </p:nvSpPr>
        <p:spPr>
          <a:xfrm>
            <a:off x="2548940" y="4077587"/>
            <a:ext cx="1040130" cy="599440"/>
          </a:xfrm>
          <a:prstGeom prst="rect">
            <a:avLst/>
          </a:prstGeom>
          <a:solidFill>
            <a:schemeClr val="accent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3" name="Oval 15"/>
          <p:cNvSpPr/>
          <p:nvPr>
            <p:custDataLst>
              <p:tags r:id="rId11"/>
            </p:custDataLst>
          </p:nvPr>
        </p:nvSpPr>
        <p:spPr>
          <a:xfrm>
            <a:off x="2687370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4" name="Oval 16"/>
          <p:cNvSpPr/>
          <p:nvPr>
            <p:custDataLst>
              <p:tags r:id="rId12"/>
            </p:custDataLst>
          </p:nvPr>
        </p:nvSpPr>
        <p:spPr>
          <a:xfrm>
            <a:off x="2895015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5" name="Oval 17"/>
          <p:cNvSpPr/>
          <p:nvPr>
            <p:custDataLst>
              <p:tags r:id="rId13"/>
            </p:custDataLst>
          </p:nvPr>
        </p:nvSpPr>
        <p:spPr>
          <a:xfrm>
            <a:off x="3103295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6" name="Oval 18"/>
          <p:cNvSpPr/>
          <p:nvPr>
            <p:custDataLst>
              <p:tags r:id="rId14"/>
            </p:custDataLst>
          </p:nvPr>
        </p:nvSpPr>
        <p:spPr>
          <a:xfrm>
            <a:off x="3310940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7" name="Rectangle 19"/>
          <p:cNvSpPr/>
          <p:nvPr>
            <p:custDataLst>
              <p:tags r:id="rId15"/>
            </p:custDataLst>
          </p:nvPr>
        </p:nvSpPr>
        <p:spPr>
          <a:xfrm>
            <a:off x="5527109" y="4077587"/>
            <a:ext cx="1040130" cy="599440"/>
          </a:xfrm>
          <a:prstGeom prst="rect">
            <a:avLst/>
          </a:prstGeom>
          <a:solidFill>
            <a:schemeClr val="accent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8" name="Oval 20"/>
          <p:cNvSpPr/>
          <p:nvPr>
            <p:custDataLst>
              <p:tags r:id="rId16"/>
            </p:custDataLst>
          </p:nvPr>
        </p:nvSpPr>
        <p:spPr>
          <a:xfrm>
            <a:off x="5665539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9" name="Oval 21"/>
          <p:cNvSpPr/>
          <p:nvPr>
            <p:custDataLst>
              <p:tags r:id="rId17"/>
            </p:custDataLst>
          </p:nvPr>
        </p:nvSpPr>
        <p:spPr>
          <a:xfrm>
            <a:off x="5873819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0" name="Oval 22"/>
          <p:cNvSpPr/>
          <p:nvPr>
            <p:custDataLst>
              <p:tags r:id="rId18"/>
            </p:custDataLst>
          </p:nvPr>
        </p:nvSpPr>
        <p:spPr>
          <a:xfrm>
            <a:off x="6081464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1" name="Oval 23"/>
          <p:cNvSpPr/>
          <p:nvPr>
            <p:custDataLst>
              <p:tags r:id="rId19"/>
            </p:custDataLst>
          </p:nvPr>
        </p:nvSpPr>
        <p:spPr>
          <a:xfrm>
            <a:off x="6289744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2" name="Rectangle 24"/>
          <p:cNvSpPr/>
          <p:nvPr>
            <p:custDataLst>
              <p:tags r:id="rId20"/>
            </p:custDataLst>
          </p:nvPr>
        </p:nvSpPr>
        <p:spPr>
          <a:xfrm>
            <a:off x="7651819" y="3415917"/>
            <a:ext cx="485140" cy="7493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3" name="Rectangle 25"/>
          <p:cNvSpPr/>
          <p:nvPr>
            <p:custDataLst>
              <p:tags r:id="rId21"/>
            </p:custDataLst>
          </p:nvPr>
        </p:nvSpPr>
        <p:spPr>
          <a:xfrm>
            <a:off x="7721034" y="3565777"/>
            <a:ext cx="346710" cy="44958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4" name="Rectangle 26"/>
          <p:cNvSpPr/>
          <p:nvPr>
            <p:custDataLst>
              <p:tags r:id="rId22"/>
            </p:custDataLst>
          </p:nvPr>
        </p:nvSpPr>
        <p:spPr>
          <a:xfrm>
            <a:off x="7581969" y="4315077"/>
            <a:ext cx="624205" cy="29972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5" name="AutoShape 27"/>
          <p:cNvSpPr/>
          <p:nvPr>
            <p:custDataLst>
              <p:tags r:id="rId23"/>
            </p:custDataLst>
          </p:nvPr>
        </p:nvSpPr>
        <p:spPr>
          <a:xfrm>
            <a:off x="7721034" y="4165217"/>
            <a:ext cx="346710" cy="14986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6" name="Line 28"/>
          <p:cNvSpPr/>
          <p:nvPr/>
        </p:nvSpPr>
        <p:spPr>
          <a:xfrm>
            <a:off x="7997894" y="4464937"/>
            <a:ext cx="138430" cy="0"/>
          </a:xfrm>
          <a:prstGeom prst="line">
            <a:avLst/>
          </a:prstGeom>
          <a:ln w="28575" cap="flat" cmpd="sng">
            <a:solidFill>
              <a:srgbClr val="5F5F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57" name="Text Box 29"/>
          <p:cNvSpPr txBox="1"/>
          <p:nvPr/>
        </p:nvSpPr>
        <p:spPr>
          <a:xfrm>
            <a:off x="7527359" y="3743577"/>
            <a:ext cx="3606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..</a:t>
            </a:r>
          </a:p>
        </p:txBody>
      </p:sp>
      <p:sp>
        <p:nvSpPr>
          <p:cNvPr id="38958" name="Line 30"/>
          <p:cNvSpPr/>
          <p:nvPr>
            <p:custDataLst>
              <p:tags r:id="rId24"/>
            </p:custDataLst>
          </p:nvPr>
        </p:nvSpPr>
        <p:spPr>
          <a:xfrm>
            <a:off x="1786305" y="4227447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8959" name="Line 31"/>
          <p:cNvSpPr/>
          <p:nvPr>
            <p:custDataLst>
              <p:tags r:id="rId25"/>
            </p:custDataLst>
          </p:nvPr>
        </p:nvSpPr>
        <p:spPr>
          <a:xfrm>
            <a:off x="4174991" y="4030806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60" name="Line 32"/>
          <p:cNvSpPr/>
          <p:nvPr>
            <p:custDataLst>
              <p:tags r:id="rId26"/>
            </p:custDataLst>
          </p:nvPr>
        </p:nvSpPr>
        <p:spPr>
          <a:xfrm flipH="1">
            <a:off x="4451851" y="4030806"/>
            <a:ext cx="346710" cy="44958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61" name="Line 33"/>
          <p:cNvSpPr/>
          <p:nvPr>
            <p:custDataLst>
              <p:tags r:id="rId27"/>
            </p:custDataLst>
          </p:nvPr>
        </p:nvSpPr>
        <p:spPr>
          <a:xfrm>
            <a:off x="4451851" y="4480386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62" name="Line 34"/>
          <p:cNvSpPr/>
          <p:nvPr>
            <p:custDataLst>
              <p:tags r:id="rId28"/>
            </p:custDataLst>
          </p:nvPr>
        </p:nvSpPr>
        <p:spPr>
          <a:xfrm>
            <a:off x="6844099" y="4077587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8963" name="Text Box 35"/>
          <p:cNvSpPr txBox="1"/>
          <p:nvPr>
            <p:custDataLst>
              <p:tags r:id="rId29"/>
            </p:custDataLst>
          </p:nvPr>
        </p:nvSpPr>
        <p:spPr>
          <a:xfrm>
            <a:off x="2533700" y="4701792"/>
            <a:ext cx="1097280" cy="64516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远程通信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处理器</a:t>
            </a:r>
          </a:p>
        </p:txBody>
      </p:sp>
      <p:sp>
        <p:nvSpPr>
          <p:cNvPr id="38964" name="Text Box 36"/>
          <p:cNvSpPr txBox="1"/>
          <p:nvPr>
            <p:custDataLst>
              <p:tags r:id="rId30"/>
            </p:custDataLst>
          </p:nvPr>
        </p:nvSpPr>
        <p:spPr>
          <a:xfrm>
            <a:off x="4003495" y="4690447"/>
            <a:ext cx="1338828" cy="646331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远程通信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信道和介质</a:t>
            </a:r>
          </a:p>
        </p:txBody>
      </p:sp>
      <p:sp>
        <p:nvSpPr>
          <p:cNvPr id="38917" name="文本框 1"/>
          <p:cNvSpPr txBox="1"/>
          <p:nvPr/>
        </p:nvSpPr>
        <p:spPr>
          <a:xfrm flipH="1">
            <a:off x="2339752" y="5275218"/>
            <a:ext cx="20193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调制解调器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38918" name="文本框 36"/>
          <p:cNvSpPr txBox="1"/>
          <p:nvPr/>
        </p:nvSpPr>
        <p:spPr>
          <a:xfrm flipH="1">
            <a:off x="3951674" y="5291916"/>
            <a:ext cx="2573337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buClrTx/>
              <a:buSzTx/>
              <a:buFontTx/>
              <a:defRPr kumimoji="1" sz="180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latin typeface="+mn-lt"/>
                <a:ea typeface="+mn-ea"/>
              </a:defRPr>
            </a:lvl5pPr>
          </a:lstStyle>
          <a:p>
            <a:r>
              <a:rPr lang="en-US" altLang="zh-CN" dirty="0"/>
              <a:t>(</a:t>
            </a:r>
            <a:r>
              <a:rPr lang="zh-CN" altLang="en-US" dirty="0"/>
              <a:t>电话线、光纤</a:t>
            </a:r>
            <a:r>
              <a:rPr lang="en-US" altLang="zh-CN" dirty="0"/>
              <a:t>)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047875" y="61913"/>
            <a:ext cx="8540750" cy="765175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sz="34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3、数据通信技术</a:t>
            </a:r>
          </a:p>
        </p:txBody>
      </p:sp>
      <p:sp>
        <p:nvSpPr>
          <p:cNvPr id="38921" name="文本框 1"/>
          <p:cNvSpPr txBox="1"/>
          <p:nvPr>
            <p:custDataLst>
              <p:tags r:id="rId4"/>
            </p:custDataLst>
          </p:nvPr>
        </p:nvSpPr>
        <p:spPr>
          <a:xfrm flipH="1">
            <a:off x="262642" y="1052736"/>
            <a:ext cx="8881358" cy="171739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信号传输方向：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单工：指数据传输只支持数据在一个方向上传输，如电视广播</a:t>
            </a:r>
            <a:endParaRPr lang="en-US" altLang="zh-CN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双工：指二台通讯设备之间，允许有双向的资料传输。</a:t>
            </a:r>
            <a:endParaRPr lang="en-US" altLang="zh-CN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1C8A23-BFDD-E50A-01C0-D0A0FB8630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5329" y="3273348"/>
            <a:ext cx="3733294" cy="12036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1738A1-9239-0D52-07DE-405B856EC0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804" y="4800251"/>
            <a:ext cx="3096344" cy="19958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13CF32A-39E9-A5AE-3912-C28842D03D59}"/>
              </a:ext>
            </a:extLst>
          </p:cNvPr>
          <p:cNvSpPr txBox="1"/>
          <p:nvPr/>
        </p:nvSpPr>
        <p:spPr>
          <a:xfrm>
            <a:off x="131465" y="2636912"/>
            <a:ext cx="4427984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800"/>
              </a:spcAft>
            </a:pPr>
            <a:r>
              <a:rPr lang="zh-CN" altLang="en-US" sz="2200" dirty="0">
                <a:solidFill>
                  <a:schemeClr val="dk1"/>
                </a:solidFill>
                <a:ea typeface="楷体" panose="02010609060101010101" charset="-122"/>
              </a:rPr>
              <a:t>两种双工模式：</a:t>
            </a:r>
            <a:endParaRPr lang="en-US" altLang="zh-CN" sz="22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全双工（</a:t>
            </a:r>
            <a:r>
              <a:rPr lang="en" altLang="zh-C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full-duplex</a:t>
            </a:r>
            <a:r>
              <a:rPr lang="zh-CN" altLang="e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的系统允许二台设备间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同时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双向数据传输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。如：手机之间</a:t>
            </a:r>
            <a:endParaRPr lang="en-US" altLang="zh-CN" sz="22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/>
            <a:endParaRPr lang="en-US" altLang="zh-CN" sz="22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半双工（</a:t>
            </a:r>
            <a:r>
              <a:rPr lang="en" altLang="zh-C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half-duplex</a:t>
            </a:r>
            <a:r>
              <a:rPr lang="zh-CN" altLang="e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的系统允许二台设备之间的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双向数据传输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，但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不能同时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进行。如：对讲机之间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513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3" name="图片 2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868"/>
          <p:cNvSpPr/>
          <p:nvPr/>
        </p:nvSpPr>
        <p:spPr>
          <a:xfrm>
            <a:off x="275193" y="899890"/>
            <a:ext cx="8700210" cy="793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根据网络应用范围和应用方式，计算机网络可分为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</a:p>
        </p:txBody>
      </p:sp>
      <p:sp>
        <p:nvSpPr>
          <p:cNvPr id="5" name="Rectangle 869"/>
          <p:cNvSpPr>
            <a:spLocks noChangeArrowheads="1"/>
          </p:cNvSpPr>
          <p:nvPr/>
        </p:nvSpPr>
        <p:spPr bwMode="auto">
          <a:xfrm>
            <a:off x="374332" y="3789040"/>
            <a:ext cx="822960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2A3BE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局域网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2A3BE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(LAN)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指传输距离在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0.1-10km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，传送速率在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lMb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/s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～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10Mb/s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范围较小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的一种网络。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广域网</a:t>
            </a:r>
            <a:r>
              <a:rPr lang="en-US" altLang="zh-CN" sz="24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(WAN)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：是</a:t>
            </a:r>
            <a:r>
              <a:rPr lang="zh-CN" altLang="en-US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局域网的扩展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，一般由相距较远的局域网经由</a:t>
            </a:r>
            <a:r>
              <a:rPr lang="zh-CN" altLang="en-US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公共电信网络互连而成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，数据传输速率一般在</a:t>
            </a:r>
            <a:r>
              <a:rPr lang="en-US" altLang="zh-CN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1.2kbps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～</a:t>
            </a:r>
            <a:r>
              <a:rPr lang="en-US" altLang="zh-CN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1.554Mbps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，传输距离可遍及全球。</a:t>
            </a:r>
            <a:endParaRPr lang="en-US" altLang="zh-CN" sz="24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互联网（</a:t>
            </a:r>
            <a:r>
              <a:rPr lang="en-US" altLang="zh-CN" sz="24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Internet</a:t>
            </a:r>
            <a:r>
              <a:rPr lang="zh-CN" altLang="en-US" sz="24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：是一个由</a:t>
            </a:r>
            <a:r>
              <a:rPr lang="zh-CN" altLang="en-US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无数个较小的网络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构成的复杂系统，其中包括了</a:t>
            </a:r>
            <a:r>
              <a:rPr lang="zh-CN" altLang="en-US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广域网、局域网以及其他各种网络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，是</a:t>
            </a:r>
            <a:r>
              <a:rPr lang="zh-CN" altLang="en-US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全球最大的公共互连网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，它允许世界各地的计算机和其他设备通过</a:t>
            </a:r>
            <a:r>
              <a:rPr lang="en" altLang="zh-CN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TCP/IP</a:t>
            </a:r>
            <a:r>
              <a:rPr lang="zh-CN" altLang="en-US" sz="24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协议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进行互联互通，从而实现了信息的快速传播和共享。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AA509FA-B277-8DF9-4807-33CD1377A63A}"/>
              </a:ext>
            </a:extLst>
          </p:cNvPr>
          <p:cNvSpPr txBox="1">
            <a:spLocks noChangeArrowheads="1"/>
          </p:cNvSpPr>
          <p:nvPr/>
        </p:nvSpPr>
        <p:spPr>
          <a:xfrm>
            <a:off x="-2047875" y="61913"/>
            <a:ext cx="8540750" cy="765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rtlCol="0" anchor="ctr" anchorCtr="0" compatLnSpc="1">
            <a:noAutofit/>
          </a:bodyPr>
          <a:lstStyle>
            <a:lvl1pPr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sz="4400" b="1" u="none" strike="noStrike" kern="1200" cap="none" spc="200" normalizeH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>
              <a:defRPr/>
            </a:pPr>
            <a:r>
              <a:rPr lang="en-US" altLang="zh-CN" sz="340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3、数据通信技术</a:t>
            </a:r>
            <a:endParaRPr lang="en-US" altLang="zh-CN" sz="3400" dirty="0">
              <a:solidFill>
                <a:schemeClr val="accent1"/>
              </a:solidFill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8239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2411760" y="1412776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100000"/>
              </a:spcBef>
              <a:buClr>
                <a:srgbClr val="002060"/>
              </a:buClr>
              <a:buSzTx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数据处理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100000"/>
              </a:spcBef>
              <a:buClr>
                <a:srgbClr val="002060"/>
              </a:buClr>
              <a:buSzTx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数据组织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100000"/>
              </a:spcBef>
              <a:buClr>
                <a:srgbClr val="002060"/>
              </a:buClr>
              <a:buSzTx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数据库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876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9" r:link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4034" name="Rectangle 5"/>
          <p:cNvSpPr/>
          <p:nvPr>
            <p:custDataLst>
              <p:tags r:id="rId4"/>
            </p:custDataLst>
          </p:nvPr>
        </p:nvSpPr>
        <p:spPr>
          <a:xfrm>
            <a:off x="1477019" y="3429075"/>
            <a:ext cx="1266825" cy="585788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对象</a:t>
            </a:r>
          </a:p>
        </p:txBody>
      </p:sp>
      <p:sp>
        <p:nvSpPr>
          <p:cNvPr id="44035" name="Rectangle 6"/>
          <p:cNvSpPr/>
          <p:nvPr>
            <p:custDataLst>
              <p:tags r:id="rId5"/>
            </p:custDataLst>
          </p:nvPr>
        </p:nvSpPr>
        <p:spPr>
          <a:xfrm>
            <a:off x="4750444" y="3429075"/>
            <a:ext cx="1266825" cy="585788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</a:t>
            </a:r>
          </a:p>
        </p:txBody>
      </p:sp>
      <p:sp>
        <p:nvSpPr>
          <p:cNvPr id="44036" name="Rectangle 7"/>
          <p:cNvSpPr/>
          <p:nvPr>
            <p:custDataLst>
              <p:tags r:id="rId6"/>
            </p:custDataLst>
          </p:nvPr>
        </p:nvSpPr>
        <p:spPr>
          <a:xfrm>
            <a:off x="4750444" y="5256288"/>
            <a:ext cx="1266825" cy="584200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</a:t>
            </a:r>
          </a:p>
        </p:txBody>
      </p:sp>
      <p:sp>
        <p:nvSpPr>
          <p:cNvPr id="44037" name="Rectangle 8"/>
          <p:cNvSpPr/>
          <p:nvPr>
            <p:custDataLst>
              <p:tags r:id="rId7"/>
            </p:custDataLst>
          </p:nvPr>
        </p:nvSpPr>
        <p:spPr>
          <a:xfrm>
            <a:off x="1477019" y="5256288"/>
            <a:ext cx="1266825" cy="584200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知识</a:t>
            </a:r>
          </a:p>
        </p:txBody>
      </p:sp>
      <p:sp>
        <p:nvSpPr>
          <p:cNvPr id="44039" name="AutoShape 10"/>
          <p:cNvSpPr/>
          <p:nvPr>
            <p:custDataLst>
              <p:tags r:id="rId8"/>
            </p:custDataLst>
          </p:nvPr>
        </p:nvSpPr>
        <p:spPr>
          <a:xfrm>
            <a:off x="3048644" y="3546550"/>
            <a:ext cx="1484313" cy="350838"/>
          </a:xfrm>
          <a:prstGeom prst="rightArrow">
            <a:avLst>
              <a:gd name="adj1" fmla="val 50000"/>
              <a:gd name="adj2" fmla="val 94624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40" name="AutoShape 11"/>
          <p:cNvSpPr/>
          <p:nvPr>
            <p:custDataLst>
              <p:tags r:id="rId9"/>
            </p:custDataLst>
          </p:nvPr>
        </p:nvSpPr>
        <p:spPr>
          <a:xfrm>
            <a:off x="2961332" y="5345188"/>
            <a:ext cx="1571625" cy="350837"/>
          </a:xfrm>
          <a:prstGeom prst="leftArrow">
            <a:avLst>
              <a:gd name="adj1" fmla="val 50000"/>
              <a:gd name="adj2" fmla="val 10019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41" name="Rectangle 12"/>
          <p:cNvSpPr/>
          <p:nvPr>
            <p:custDataLst>
              <p:tags r:id="rId10"/>
            </p:custDataLst>
          </p:nvPr>
        </p:nvSpPr>
        <p:spPr>
          <a:xfrm>
            <a:off x="2743844" y="2636912"/>
            <a:ext cx="1571625" cy="1290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识别、检测、表达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B5FEE8-1E1A-445E-A9ED-450068CA0CFB}"/>
              </a:ext>
            </a:extLst>
          </p:cNvPr>
          <p:cNvGrpSpPr/>
          <p:nvPr/>
        </p:nvGrpSpPr>
        <p:grpSpPr>
          <a:xfrm>
            <a:off x="6468119" y="3857700"/>
            <a:ext cx="1992313" cy="1641475"/>
            <a:chOff x="6467475" y="2825750"/>
            <a:chExt cx="1992313" cy="1641475"/>
          </a:xfrm>
        </p:grpSpPr>
        <p:sp>
          <p:nvSpPr>
            <p:cNvPr id="44038" name="AutoShape 9"/>
            <p:cNvSpPr/>
            <p:nvPr>
              <p:custDataLst>
                <p:tags r:id="rId15"/>
              </p:custDataLst>
            </p:nvPr>
          </p:nvSpPr>
          <p:spPr>
            <a:xfrm>
              <a:off x="6467475" y="2825750"/>
              <a:ext cx="1004888" cy="1641475"/>
            </a:xfrm>
            <a:prstGeom prst="curvedLeftArrow">
              <a:avLst>
                <a:gd name="adj1" fmla="val 17120"/>
                <a:gd name="adj2" fmla="val 53648"/>
                <a:gd name="adj3" fmla="val 29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042" name="Rectangle 13"/>
            <p:cNvSpPr/>
            <p:nvPr>
              <p:custDataLst>
                <p:tags r:id="rId16"/>
              </p:custDataLst>
            </p:nvPr>
          </p:nvSpPr>
          <p:spPr>
            <a:xfrm>
              <a:off x="7631113" y="2825750"/>
              <a:ext cx="828675" cy="1289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转变、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处理</a:t>
              </a:r>
            </a:p>
          </p:txBody>
        </p:sp>
      </p:grpSp>
      <p:sp>
        <p:nvSpPr>
          <p:cNvPr id="44043" name="Rectangle 14"/>
          <p:cNvSpPr/>
          <p:nvPr>
            <p:custDataLst>
              <p:tags r:id="rId11"/>
            </p:custDataLst>
          </p:nvPr>
        </p:nvSpPr>
        <p:spPr>
          <a:xfrm>
            <a:off x="3088331" y="5345188"/>
            <a:ext cx="1484313" cy="1289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获取、创造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048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1、数据处理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E86870A-AFE1-4239-9E0E-AA81ED4040F2}"/>
              </a:ext>
            </a:extLst>
          </p:cNvPr>
          <p:cNvGrpSpPr/>
          <p:nvPr/>
        </p:nvGrpSpPr>
        <p:grpSpPr>
          <a:xfrm>
            <a:off x="6468119" y="3859243"/>
            <a:ext cx="1992313" cy="1641475"/>
            <a:chOff x="6467475" y="2825750"/>
            <a:chExt cx="1992313" cy="1641475"/>
          </a:xfrm>
        </p:grpSpPr>
        <p:sp>
          <p:nvSpPr>
            <p:cNvPr id="17" name="AutoShape 9">
              <a:extLst>
                <a:ext uri="{FF2B5EF4-FFF2-40B4-BE49-F238E27FC236}">
                  <a16:creationId xmlns:a16="http://schemas.microsoft.com/office/drawing/2014/main" id="{23915ECD-DDAC-4A91-9FFA-1C86EAD778F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467475" y="2825750"/>
              <a:ext cx="1004888" cy="1641475"/>
            </a:xfrm>
            <a:prstGeom prst="curvedLeftArrow">
              <a:avLst>
                <a:gd name="adj1" fmla="val 17120"/>
                <a:gd name="adj2" fmla="val 53648"/>
                <a:gd name="adj3" fmla="val 29500"/>
              </a:avLst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9D902BFD-A51C-4D45-9B60-19371E26C3A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631113" y="2825750"/>
              <a:ext cx="828675" cy="1289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转变、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处理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6F986B4-4264-C923-D5DE-0C0715A27AC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 flipH="1">
            <a:off x="839356" y="1533245"/>
            <a:ext cx="8000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</a:t>
            </a:r>
            <a:r>
              <a:rPr kumimoji="1"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处理：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把来自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科学研究、生产实践和社会经济活动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领域中的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原始数据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，用一定的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设备和手段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，按一定的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使用要求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，加工成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另一种形式的数据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的过程。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6083" name="Rectangle 6"/>
          <p:cNvSpPr/>
          <p:nvPr>
            <p:custDataLst>
              <p:tags r:id="rId4"/>
            </p:custDataLst>
          </p:nvPr>
        </p:nvSpPr>
        <p:spPr>
          <a:xfrm>
            <a:off x="539552" y="620688"/>
            <a:ext cx="3055344" cy="461665"/>
          </a:xfrm>
          <a:prstGeom prst="rect">
            <a:avLst/>
          </a:prstGeom>
          <a:solidFill>
            <a:schemeClr val="accent2"/>
          </a:solidFill>
          <a:ln w="9525">
            <a:noFill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数据处理基本内容：</a:t>
            </a: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 flipH="1">
            <a:off x="931491" y="1077889"/>
            <a:ext cx="6580188" cy="23069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数据收集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数据转换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数据分组、筛选与排序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数据运算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数据存储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A5CA4D-6EAD-4DE2-AB32-9B451D76BC0D}"/>
              </a:ext>
            </a:extLst>
          </p:cNvPr>
          <p:cNvGrpSpPr/>
          <p:nvPr/>
        </p:nvGrpSpPr>
        <p:grpSpPr>
          <a:xfrm>
            <a:off x="683568" y="2527025"/>
            <a:ext cx="8456962" cy="1998370"/>
            <a:chOff x="1331640" y="3319112"/>
            <a:chExt cx="8456962" cy="1998370"/>
          </a:xfrm>
        </p:grpSpPr>
        <p:sp>
          <p:nvSpPr>
            <p:cNvPr id="46084" name="Rectangle 7"/>
            <p:cNvSpPr/>
            <p:nvPr>
              <p:custDataLst>
                <p:tags r:id="rId8"/>
              </p:custDataLst>
            </p:nvPr>
          </p:nvSpPr>
          <p:spPr>
            <a:xfrm>
              <a:off x="1331640" y="4016276"/>
              <a:ext cx="3044948" cy="46166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  <a:effectLst>
              <a:outerShdw dist="107763" dir="18900000" algn="ctr" rotWithShape="0">
                <a:schemeClr val="lt2">
                  <a:alpha val="50000"/>
                </a:schemeClr>
              </a:outerShdw>
            </a:effectLst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lt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一定的方法和手段：</a:t>
              </a:r>
            </a:p>
          </p:txBody>
        </p:sp>
        <p:sp>
          <p:nvSpPr>
            <p:cNvPr id="46091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1619250" y="4436964"/>
              <a:ext cx="3916457" cy="8309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线性结构（农历节气表）</a:t>
              </a:r>
              <a:endParaRPr lang="en-US" altLang="zh-CN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endParaRPr>
            </a:p>
            <a:p>
              <a:pPr marL="342900" lvl="0" indent="-34290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非线性结构（学校）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CE46D7E-8212-415E-89BC-40AF42135C76}"/>
                </a:ext>
              </a:extLst>
            </p:cNvPr>
            <p:cNvGrpSpPr/>
            <p:nvPr/>
          </p:nvGrpSpPr>
          <p:grpSpPr>
            <a:xfrm>
              <a:off x="4376588" y="3319112"/>
              <a:ext cx="5412014" cy="1998370"/>
              <a:chOff x="4306327" y="3537103"/>
              <a:chExt cx="5412014" cy="199837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29D22EBD-FCAA-47EE-90CD-4B5D1F58F4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38033" y="3678425"/>
                <a:ext cx="3224795" cy="1857048"/>
              </a:xfrm>
              <a:prstGeom prst="rect">
                <a:avLst/>
              </a:prstGeom>
            </p:spPr>
          </p:pic>
          <p:sp>
            <p:nvSpPr>
              <p:cNvPr id="8" name="箭头: 右 7">
                <a:extLst>
                  <a:ext uri="{FF2B5EF4-FFF2-40B4-BE49-F238E27FC236}">
                    <a16:creationId xmlns:a16="http://schemas.microsoft.com/office/drawing/2014/main" id="{A10C14A4-FCEC-4ADE-9E4F-E56752DF4867}"/>
                  </a:ext>
                </a:extLst>
              </p:cNvPr>
              <p:cNvSpPr/>
              <p:nvPr/>
            </p:nvSpPr>
            <p:spPr>
              <a:xfrm>
                <a:off x="4306327" y="4167222"/>
                <a:ext cx="647556" cy="594464"/>
              </a:xfrm>
              <a:prstGeom prst="right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87" name="Text Box 10"/>
              <p:cNvSpPr txBox="1"/>
              <p:nvPr/>
            </p:nvSpPr>
            <p:spPr>
              <a:xfrm>
                <a:off x="5313102" y="3537103"/>
                <a:ext cx="4405239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决定了数据处理的效率</a:t>
                </a: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723DBC6-F17A-40BF-903D-D81DA5A3E8ED}"/>
              </a:ext>
            </a:extLst>
          </p:cNvPr>
          <p:cNvGrpSpPr/>
          <p:nvPr/>
        </p:nvGrpSpPr>
        <p:grpSpPr>
          <a:xfrm>
            <a:off x="683568" y="4486268"/>
            <a:ext cx="7674054" cy="1519456"/>
            <a:chOff x="1283495" y="5284004"/>
            <a:chExt cx="7674054" cy="151945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863535C-9503-441F-BF53-7FC8DF7D2E8C}"/>
                </a:ext>
              </a:extLst>
            </p:cNvPr>
            <p:cNvGrpSpPr/>
            <p:nvPr/>
          </p:nvGrpSpPr>
          <p:grpSpPr>
            <a:xfrm>
              <a:off x="1283495" y="5431308"/>
              <a:ext cx="7674054" cy="1372152"/>
              <a:chOff x="1283495" y="5431308"/>
              <a:chExt cx="7674054" cy="137215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86EC042D-71A9-4D15-BFDC-6F95A49193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447" y="5431308"/>
                <a:ext cx="6591300" cy="647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2412EAE4-9FC7-4710-9E5F-8AFF315FBA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83495" y="6165285"/>
                <a:ext cx="6602252" cy="638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308AE7-01EB-4210-8034-D3D1E012546F}"/>
                  </a:ext>
                </a:extLst>
              </p:cNvPr>
              <p:cNvSpPr txBox="1"/>
              <p:nvPr/>
            </p:nvSpPr>
            <p:spPr>
              <a:xfrm>
                <a:off x="7849553" y="5501419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dk1"/>
                    </a:solidFill>
                    <a:ea typeface="楷体" panose="02010609060101010101" charset="-122"/>
                  </a:rPr>
                  <a:t>顺序表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8A28507-716C-4216-84CB-C118F80CC423}"/>
                  </a:ext>
                </a:extLst>
              </p:cNvPr>
              <p:cNvSpPr txBox="1"/>
              <p:nvPr/>
            </p:nvSpPr>
            <p:spPr>
              <a:xfrm>
                <a:off x="7911346" y="620509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dk1"/>
                    </a:solidFill>
                    <a:ea typeface="楷体" panose="02010609060101010101" charset="-122"/>
                  </a:rPr>
                  <a:t>链表</a:t>
                </a:r>
              </a:p>
            </p:txBody>
          </p:sp>
        </p:grp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C50A705B-5640-4B75-BC7C-4A6503FC1B7B}"/>
                </a:ext>
              </a:extLst>
            </p:cNvPr>
            <p:cNvSpPr/>
            <p:nvPr/>
          </p:nvSpPr>
          <p:spPr>
            <a:xfrm rot="5400000">
              <a:off x="6652449" y="5287436"/>
              <a:ext cx="475365" cy="468502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478DB47-CDFE-4FEE-924C-E8335E669AB4}"/>
              </a:ext>
            </a:extLst>
          </p:cNvPr>
          <p:cNvGrpSpPr/>
          <p:nvPr/>
        </p:nvGrpSpPr>
        <p:grpSpPr>
          <a:xfrm>
            <a:off x="755576" y="4997015"/>
            <a:ext cx="6695517" cy="1030239"/>
            <a:chOff x="4874292" y="1881329"/>
            <a:chExt cx="6695517" cy="103023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BF5C280-62C4-45EF-8B19-20493FA4D53B}"/>
                </a:ext>
              </a:extLst>
            </p:cNvPr>
            <p:cNvGrpSpPr/>
            <p:nvPr/>
          </p:nvGrpSpPr>
          <p:grpSpPr>
            <a:xfrm>
              <a:off x="4874292" y="1990818"/>
              <a:ext cx="6695517" cy="920750"/>
              <a:chOff x="7368450" y="1860349"/>
              <a:chExt cx="6695517" cy="920750"/>
            </a:xfrm>
          </p:grpSpPr>
          <p:sp>
            <p:nvSpPr>
              <p:cNvPr id="46085" name="Rectangle 8"/>
              <p:cNvSpPr/>
              <p:nvPr>
                <p:custDataLst>
                  <p:tags r:id="rId6"/>
                </p:custDataLst>
              </p:nvPr>
            </p:nvSpPr>
            <p:spPr>
              <a:xfrm>
                <a:off x="7368450" y="1882574"/>
                <a:ext cx="2628900" cy="46037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  <a:effectLst>
                <a:outerShdw dist="107763" dir="18900000" algn="ctr" rotWithShape="0">
                  <a:schemeClr val="lt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chemeClr val="lt1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输出</a:t>
                </a:r>
              </a:p>
            </p:txBody>
          </p:sp>
          <p:sp>
            <p:nvSpPr>
              <p:cNvPr id="46088" name="Text Box 11"/>
              <p:cNvSpPr txBox="1"/>
              <p:nvPr/>
            </p:nvSpPr>
            <p:spPr>
              <a:xfrm>
                <a:off x="11098090" y="1860349"/>
                <a:ext cx="2965877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       数据处理的归宿</a:t>
                </a:r>
              </a:p>
            </p:txBody>
          </p:sp>
          <p:sp>
            <p:nvSpPr>
              <p:cNvPr id="46090" name="文本框 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711052" y="2320724"/>
                <a:ext cx="1706880" cy="4603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各类图表等</a:t>
                </a:r>
              </a:p>
            </p:txBody>
          </p:sp>
        </p:grp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1B5EDAB4-F5BE-4843-81E7-897AD7D68815}"/>
                </a:ext>
              </a:extLst>
            </p:cNvPr>
            <p:cNvSpPr/>
            <p:nvPr/>
          </p:nvSpPr>
          <p:spPr>
            <a:xfrm>
              <a:off x="7929636" y="1881329"/>
              <a:ext cx="647556" cy="594464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8130" name="Rectangle 5"/>
          <p:cNvSpPr/>
          <p:nvPr/>
        </p:nvSpPr>
        <p:spPr>
          <a:xfrm>
            <a:off x="466056" y="1421877"/>
            <a:ext cx="8496300" cy="3851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、把数据转换成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便于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观察分析、传送或进一步处理的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形式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ps.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成绩分析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、从大量的原始数据中抽取、推导出对于人们有价值的信息以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作为行动和决策的依据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ps. 啤酒与尿布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、科学地保存和管理已经处理的大量数据，以便人们能方便而充分地利用这些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宝贵的信息资源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ps. 数据宝藏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468313" y="692150"/>
            <a:ext cx="156019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j-cs"/>
              </a:rPr>
              <a:t>目的：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pic>
        <p:nvPicPr>
          <p:cNvPr id="50178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223" y="1620837"/>
            <a:ext cx="8207375" cy="361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11188" y="333375"/>
            <a:ext cx="640908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实例</a:t>
            </a:r>
            <a:r>
              <a:rPr kumimoji="1"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原始分布</a:t>
            </a:r>
            <a:r>
              <a:rPr kumimoji="1" lang="en-US" altLang="zh-CN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—&gt;</a:t>
            </a:r>
            <a:r>
              <a:rPr kumimoji="1" lang="zh-CN" altLang="en-US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累加</a:t>
            </a:r>
            <a:endParaRPr kumimoji="1" lang="en-US" altLang="zh-CN" sz="3200" b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  <a:cs typeface="微软雅黑" panose="020B0503020204020204" pitchFamily="34" charset="-12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1" lang="en-US" altLang="zh-CN" sz="3200" b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2、数据组织</a:t>
            </a:r>
          </a:p>
        </p:txBody>
      </p:sp>
      <p:sp>
        <p:nvSpPr>
          <p:cNvPr id="52227" name="Rectangle 22"/>
          <p:cNvSpPr/>
          <p:nvPr>
            <p:custDataLst>
              <p:tags r:id="rId4"/>
            </p:custDataLst>
          </p:nvPr>
        </p:nvSpPr>
        <p:spPr>
          <a:xfrm>
            <a:off x="10319" y="1307502"/>
            <a:ext cx="8882856" cy="36337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数据组织：</a:t>
            </a:r>
            <a:r>
              <a:rPr lang="zh-CN" altLang="en-US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按照一定的方式和规则，对数据进行归并、存储、处理的过程。数据的逻辑组织：</a:t>
            </a:r>
            <a:endParaRPr lang="en-US" altLang="zh-CN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2AA9D38-C972-A3F7-5B30-7B9B594991F7}"/>
              </a:ext>
            </a:extLst>
          </p:cNvPr>
          <p:cNvSpPr txBox="1"/>
          <p:nvPr/>
        </p:nvSpPr>
        <p:spPr>
          <a:xfrm>
            <a:off x="574619" y="2576446"/>
            <a:ext cx="8295378" cy="30315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数据项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是组成数据系统的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最小基本单位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。它的作用是描述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一个数据处理对象的某些属性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记录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与数据处理对象有关的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一切数据项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构成该对象的一条记录。标识记录的数据项称为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关键项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</a:t>
            </a: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文件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相关（同类）记录的集合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数据库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按一定方式组织起来的、逻辑相关的文件集合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8370" name="Text Box 2"/>
          <p:cNvSpPr txBox="1"/>
          <p:nvPr>
            <p:custDataLst>
              <p:tags r:id="rId4"/>
            </p:custDataLst>
          </p:nvPr>
        </p:nvSpPr>
        <p:spPr>
          <a:xfrm>
            <a:off x="685800" y="426178"/>
            <a:ext cx="8173258" cy="1600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例：指出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“学生基本情况”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表格中的数据项、记录、文件，都是什么？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1027" name="Text Box 3"/>
          <p:cNvSpPr txBox="1"/>
          <p:nvPr/>
        </p:nvSpPr>
        <p:spPr>
          <a:xfrm>
            <a:off x="685800" y="3716249"/>
            <a:ext cx="8528620" cy="27699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“学号” 、“姓名” 、“年龄” 、“性别”是</a:t>
            </a:r>
            <a:r>
              <a:rPr lang="en-US" altLang="zh-CN" sz="24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数据项</a:t>
            </a:r>
            <a:r>
              <a:rPr lang="zh-CN" altLang="en-US" sz="24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名</a:t>
            </a:r>
            <a:endParaRPr lang="en-US" altLang="zh-CN" sz="24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08936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”是一个</a:t>
            </a:r>
            <a:r>
              <a:rPr lang="zh-CN" altLang="en-US" sz="24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数据项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08936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，张三，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，男”是为一条</a:t>
            </a:r>
            <a:r>
              <a:rPr lang="en-US" altLang="zh-CN" sz="24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记录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“学生基本情况”构成一个</a:t>
            </a:r>
            <a:r>
              <a:rPr lang="en-US" altLang="zh-CN" sz="24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文件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02C0245-92A6-4C27-C72F-0589F72AF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98429"/>
              </p:ext>
            </p:extLst>
          </p:nvPr>
        </p:nvGraphicFramePr>
        <p:xfrm>
          <a:off x="1331640" y="1556792"/>
          <a:ext cx="60960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818283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764197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4230721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41214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学号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姓名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年龄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性别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08936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张三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23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男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1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08937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李四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22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男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06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08938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王五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23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女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94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6419" name="Rectangle 35"/>
          <p:cNvSpPr>
            <a:spLocks noChangeArrowheads="1"/>
          </p:cNvSpPr>
          <p:nvPr/>
        </p:nvSpPr>
        <p:spPr bwMode="auto">
          <a:xfrm>
            <a:off x="-1430337" y="94202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数据组织的层次</a:t>
            </a:r>
          </a:p>
        </p:txBody>
      </p:sp>
      <p:sp>
        <p:nvSpPr>
          <p:cNvPr id="59399" name="Text Box 4"/>
          <p:cNvSpPr txBox="1"/>
          <p:nvPr/>
        </p:nvSpPr>
        <p:spPr>
          <a:xfrm>
            <a:off x="1043305" y="1646555"/>
            <a:ext cx="2159000" cy="5035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数据的层次</a:t>
            </a:r>
          </a:p>
        </p:txBody>
      </p:sp>
      <p:sp>
        <p:nvSpPr>
          <p:cNvPr id="59400" name="Text Box 5"/>
          <p:cNvSpPr txBox="1"/>
          <p:nvPr/>
        </p:nvSpPr>
        <p:spPr>
          <a:xfrm>
            <a:off x="3594100" y="1646555"/>
            <a:ext cx="1962150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举例</a:t>
            </a:r>
          </a:p>
        </p:txBody>
      </p:sp>
      <p:sp>
        <p:nvSpPr>
          <p:cNvPr id="59401" name="Text Box 6"/>
          <p:cNvSpPr txBox="1"/>
          <p:nvPr/>
        </p:nvSpPr>
        <p:spPr>
          <a:xfrm>
            <a:off x="1043305" y="3843655"/>
            <a:ext cx="2159000" cy="91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9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文件</a:t>
            </a:r>
          </a:p>
        </p:txBody>
      </p:sp>
      <p:sp>
        <p:nvSpPr>
          <p:cNvPr id="59402" name="Text Box 7"/>
          <p:cNvSpPr txBox="1"/>
          <p:nvPr/>
        </p:nvSpPr>
        <p:spPr>
          <a:xfrm>
            <a:off x="1043305" y="5672455"/>
            <a:ext cx="2159000" cy="5492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数据项</a:t>
            </a:r>
          </a:p>
        </p:txBody>
      </p:sp>
      <p:sp>
        <p:nvSpPr>
          <p:cNvPr id="59403" name="Text Box 8"/>
          <p:cNvSpPr txBox="1"/>
          <p:nvPr/>
        </p:nvSpPr>
        <p:spPr>
          <a:xfrm>
            <a:off x="1043305" y="4939030"/>
            <a:ext cx="2159000" cy="5492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记录</a:t>
            </a:r>
          </a:p>
        </p:txBody>
      </p:sp>
      <p:sp>
        <p:nvSpPr>
          <p:cNvPr id="59404" name="Text Box 9"/>
          <p:cNvSpPr txBox="1"/>
          <p:nvPr/>
        </p:nvSpPr>
        <p:spPr>
          <a:xfrm>
            <a:off x="1043305" y="2379980"/>
            <a:ext cx="2159000" cy="12795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9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数据库</a:t>
            </a:r>
          </a:p>
        </p:txBody>
      </p:sp>
      <p:sp>
        <p:nvSpPr>
          <p:cNvPr id="59422" name="Text Box 11"/>
          <p:cNvSpPr txBox="1"/>
          <p:nvPr/>
        </p:nvSpPr>
        <p:spPr>
          <a:xfrm>
            <a:off x="3594100" y="5672455"/>
            <a:ext cx="1176655" cy="5492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刘汉云</a:t>
            </a:r>
          </a:p>
        </p:txBody>
      </p:sp>
      <p:sp>
        <p:nvSpPr>
          <p:cNvPr id="59423" name="Text Box 12"/>
          <p:cNvSpPr txBox="1"/>
          <p:nvPr>
            <p:custDataLst>
              <p:tags r:id="rId4"/>
            </p:custDataLst>
          </p:nvPr>
        </p:nvSpPr>
        <p:spPr>
          <a:xfrm>
            <a:off x="4942205" y="5795010"/>
            <a:ext cx="1457325" cy="2876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（名字字段）</a:t>
            </a:r>
          </a:p>
        </p:txBody>
      </p:sp>
      <p:sp>
        <p:nvSpPr>
          <p:cNvPr id="59412" name="Text Box 14"/>
          <p:cNvSpPr txBox="1"/>
          <p:nvPr>
            <p:custDataLst>
              <p:tags r:id="rId5"/>
            </p:custDataLst>
          </p:nvPr>
        </p:nvSpPr>
        <p:spPr>
          <a:xfrm>
            <a:off x="4770755" y="2870835"/>
            <a:ext cx="2159000" cy="3606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学生数据库</a:t>
            </a:r>
          </a:p>
        </p:txBody>
      </p:sp>
      <p:sp>
        <p:nvSpPr>
          <p:cNvPr id="59419" name="Text Box 17"/>
          <p:cNvSpPr txBox="1"/>
          <p:nvPr/>
        </p:nvSpPr>
        <p:spPr>
          <a:xfrm>
            <a:off x="3593465" y="2379980"/>
            <a:ext cx="117729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20" name="Text Box 18"/>
          <p:cNvSpPr txBox="1"/>
          <p:nvPr/>
        </p:nvSpPr>
        <p:spPr>
          <a:xfrm>
            <a:off x="3593465" y="2837180"/>
            <a:ext cx="117729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21" name="Text Box 19"/>
          <p:cNvSpPr txBox="1"/>
          <p:nvPr/>
        </p:nvSpPr>
        <p:spPr>
          <a:xfrm>
            <a:off x="3593465" y="3295015"/>
            <a:ext cx="117729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16" name="Text Box 21"/>
          <p:cNvSpPr txBox="1"/>
          <p:nvPr/>
        </p:nvSpPr>
        <p:spPr>
          <a:xfrm>
            <a:off x="3575050" y="2379980"/>
            <a:ext cx="1177290" cy="5486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课程文件</a:t>
            </a:r>
          </a:p>
        </p:txBody>
      </p:sp>
      <p:sp>
        <p:nvSpPr>
          <p:cNvPr id="59417" name="Text Box 22"/>
          <p:cNvSpPr txBox="1"/>
          <p:nvPr/>
        </p:nvSpPr>
        <p:spPr>
          <a:xfrm>
            <a:off x="3575050" y="2837180"/>
            <a:ext cx="117729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简历文件</a:t>
            </a:r>
          </a:p>
        </p:txBody>
      </p:sp>
      <p:sp>
        <p:nvSpPr>
          <p:cNvPr id="59418" name="Text Box 23"/>
          <p:cNvSpPr txBox="1"/>
          <p:nvPr/>
        </p:nvSpPr>
        <p:spPr>
          <a:xfrm>
            <a:off x="3575050" y="3295015"/>
            <a:ext cx="1177290" cy="5486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财务文件</a:t>
            </a:r>
          </a:p>
        </p:txBody>
      </p:sp>
      <p:sp>
        <p:nvSpPr>
          <p:cNvPr id="59408" name="Text Box 25"/>
          <p:cNvSpPr txBox="1"/>
          <p:nvPr>
            <p:custDataLst>
              <p:tags r:id="rId6"/>
            </p:custDataLst>
          </p:nvPr>
        </p:nvSpPr>
        <p:spPr>
          <a:xfrm>
            <a:off x="6732905" y="4094480"/>
            <a:ext cx="1555750" cy="3606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课程文件</a:t>
            </a:r>
          </a:p>
        </p:txBody>
      </p:sp>
      <p:sp>
        <p:nvSpPr>
          <p:cNvPr id="59410" name="Text Box 27"/>
          <p:cNvSpPr txBox="1"/>
          <p:nvPr/>
        </p:nvSpPr>
        <p:spPr>
          <a:xfrm>
            <a:off x="3593465" y="3843655"/>
            <a:ext cx="3139440" cy="9131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11" name="Text Box 28"/>
          <p:cNvSpPr txBox="1"/>
          <p:nvPr/>
        </p:nvSpPr>
        <p:spPr>
          <a:xfrm>
            <a:off x="3575050" y="3843655"/>
            <a:ext cx="3139440" cy="1095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刘汉云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4  89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李卓宇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4  85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张昕阳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4  85</a:t>
            </a:r>
          </a:p>
        </p:txBody>
      </p:sp>
      <p:sp>
        <p:nvSpPr>
          <p:cNvPr id="59397" name="Text Box 31"/>
          <p:cNvSpPr txBox="1"/>
          <p:nvPr/>
        </p:nvSpPr>
        <p:spPr>
          <a:xfrm>
            <a:off x="3564255" y="4958080"/>
            <a:ext cx="2551430" cy="5492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刘汉云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4  89</a:t>
            </a:r>
          </a:p>
        </p:txBody>
      </p:sp>
      <p:sp>
        <p:nvSpPr>
          <p:cNvPr id="59398" name="Text Box 32"/>
          <p:cNvSpPr txBox="1"/>
          <p:nvPr>
            <p:custDataLst>
              <p:tags r:id="rId7"/>
            </p:custDataLst>
          </p:nvPr>
        </p:nvSpPr>
        <p:spPr>
          <a:xfrm>
            <a:off x="6115050" y="4958080"/>
            <a:ext cx="2891155" cy="5949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包含：学生姓名、所选课程、</a:t>
            </a:r>
          </a:p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学分及成绩的记录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C8E3984-69AA-62B2-C70D-40FA97E6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904875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数据管理的问题：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A077C-1DBD-7F62-B7A6-252CD3FEA057}"/>
              </a:ext>
            </a:extLst>
          </p:cNvPr>
          <p:cNvSpPr txBox="1"/>
          <p:nvPr/>
        </p:nvSpPr>
        <p:spPr>
          <a:xfrm>
            <a:off x="755576" y="1916832"/>
            <a:ext cx="7123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、人工管理阶段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(20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世纪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年代中期以前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0A732DC-5956-9CB2-34FA-7114138DF2AC}"/>
              </a:ext>
            </a:extLst>
          </p:cNvPr>
          <p:cNvSpPr/>
          <p:nvPr/>
        </p:nvSpPr>
        <p:spPr>
          <a:xfrm>
            <a:off x="2743200" y="2492896"/>
            <a:ext cx="18288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66E910-CD10-767A-4A03-E4B461031C11}"/>
              </a:ext>
            </a:extLst>
          </p:cNvPr>
          <p:cNvSpPr/>
          <p:nvPr/>
        </p:nvSpPr>
        <p:spPr>
          <a:xfrm>
            <a:off x="5257800" y="2492896"/>
            <a:ext cx="16764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数据集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5D49D757-0078-7E23-4E9B-864854CD1E06}"/>
              </a:ext>
            </a:extLst>
          </p:cNvPr>
          <p:cNvSpPr/>
          <p:nvPr/>
        </p:nvSpPr>
        <p:spPr>
          <a:xfrm>
            <a:off x="2743200" y="3102496"/>
            <a:ext cx="18288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DC486E4-F287-DA74-4C93-F989F80D012D}"/>
              </a:ext>
            </a:extLst>
          </p:cNvPr>
          <p:cNvSpPr/>
          <p:nvPr/>
        </p:nvSpPr>
        <p:spPr>
          <a:xfrm>
            <a:off x="2743200" y="3712096"/>
            <a:ext cx="18288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FCA0DBE-4BAD-0DB8-9671-FF9D1CC9074B}"/>
              </a:ext>
            </a:extLst>
          </p:cNvPr>
          <p:cNvSpPr/>
          <p:nvPr/>
        </p:nvSpPr>
        <p:spPr>
          <a:xfrm>
            <a:off x="5257800" y="3102496"/>
            <a:ext cx="16764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数据集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8F042F84-34C2-4018-C235-3CDB41B0EED3}"/>
              </a:ext>
            </a:extLst>
          </p:cNvPr>
          <p:cNvSpPr/>
          <p:nvPr/>
        </p:nvSpPr>
        <p:spPr>
          <a:xfrm>
            <a:off x="5257800" y="3712096"/>
            <a:ext cx="16764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数据集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C5588E1B-CC92-A25B-CA04-95DB1FE38939}"/>
              </a:ext>
            </a:extLst>
          </p:cNvPr>
          <p:cNvSpPr/>
          <p:nvPr/>
        </p:nvSpPr>
        <p:spPr>
          <a:xfrm>
            <a:off x="1524000" y="2492896"/>
            <a:ext cx="8382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9FB6ED9A-08C0-9235-9A9C-37E28A917548}"/>
              </a:ext>
            </a:extLst>
          </p:cNvPr>
          <p:cNvSpPr/>
          <p:nvPr/>
        </p:nvSpPr>
        <p:spPr>
          <a:xfrm>
            <a:off x="1524000" y="3102496"/>
            <a:ext cx="8382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2160B014-DF93-AA48-713A-2693DEB1AE2A}"/>
              </a:ext>
            </a:extLst>
          </p:cNvPr>
          <p:cNvSpPr/>
          <p:nvPr/>
        </p:nvSpPr>
        <p:spPr>
          <a:xfrm>
            <a:off x="1524000" y="3712096"/>
            <a:ext cx="8382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07E9D75D-994F-5068-D521-19303AED4ADA}"/>
              </a:ext>
            </a:extLst>
          </p:cNvPr>
          <p:cNvSpPr/>
          <p:nvPr/>
        </p:nvSpPr>
        <p:spPr>
          <a:xfrm>
            <a:off x="2362200" y="2721496"/>
            <a:ext cx="3810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BC5E39D0-B8DF-2135-A8DF-D893225DA458}"/>
              </a:ext>
            </a:extLst>
          </p:cNvPr>
          <p:cNvSpPr/>
          <p:nvPr/>
        </p:nvSpPr>
        <p:spPr>
          <a:xfrm>
            <a:off x="2362200" y="3331096"/>
            <a:ext cx="3810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5CF273BC-92E2-B0F0-A740-5811D073BA2B}"/>
              </a:ext>
            </a:extLst>
          </p:cNvPr>
          <p:cNvSpPr/>
          <p:nvPr/>
        </p:nvSpPr>
        <p:spPr>
          <a:xfrm>
            <a:off x="2362200" y="3940696"/>
            <a:ext cx="3810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E09A463B-F1AB-9319-41AF-C0B1E9E2C9A5}"/>
              </a:ext>
            </a:extLst>
          </p:cNvPr>
          <p:cNvSpPr/>
          <p:nvPr/>
        </p:nvSpPr>
        <p:spPr>
          <a:xfrm>
            <a:off x="4572000" y="2721496"/>
            <a:ext cx="6858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EF5CB311-7A79-1F62-FD54-04495D2F918A}"/>
              </a:ext>
            </a:extLst>
          </p:cNvPr>
          <p:cNvSpPr/>
          <p:nvPr/>
        </p:nvSpPr>
        <p:spPr>
          <a:xfrm>
            <a:off x="4572000" y="3331096"/>
            <a:ext cx="6858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55351E13-606D-8C0B-6FA9-5EB148FA12DD}"/>
              </a:ext>
            </a:extLst>
          </p:cNvPr>
          <p:cNvSpPr/>
          <p:nvPr/>
        </p:nvSpPr>
        <p:spPr>
          <a:xfrm>
            <a:off x="4572000" y="3940696"/>
            <a:ext cx="6858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DE16F9-5A4F-483A-1D76-80CEF32BD15F}"/>
              </a:ext>
            </a:extLst>
          </p:cNvPr>
          <p:cNvSpPr txBox="1"/>
          <p:nvPr/>
        </p:nvSpPr>
        <p:spPr>
          <a:xfrm>
            <a:off x="143321" y="4366552"/>
            <a:ext cx="900067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</a:rPr>
              <a:t>特点：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①数据不保存：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当时计算机</a:t>
            </a: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主要用于科学计算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，一般不需要将数据进行长期保存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②应用程序管理数据：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没有相应的软件系统负责数据的管理工作，应用程序中不仅要规定数据的逻辑结构，而且要设计物理结构，包括存储结构，存取方法，输入方式等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③数据不共享：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数据</a:t>
            </a: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面向应用程序，一组数据只能对应一个程序。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当多个应用程序涉及某些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相同数据时必须各自定义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，无法相互利用，参照，因此，程序与程序之间有大量的冗余数据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④数据不具有独立性：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数据的逻辑结构或者物理结构发生变化后，必须对应用程序作相应的修改，</a:t>
            </a: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数据完全依赖于应用程序，数据缺乏独立性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7718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C8E3984-69AA-62B2-C70D-40FA97E6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64" y="687486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数据管理的问题：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A077C-1DBD-7F62-B7A6-252CD3FEA057}"/>
              </a:ext>
            </a:extLst>
          </p:cNvPr>
          <p:cNvSpPr txBox="1"/>
          <p:nvPr/>
        </p:nvSpPr>
        <p:spPr>
          <a:xfrm>
            <a:off x="683568" y="1772816"/>
            <a:ext cx="7123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、文件系统 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(50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年代后期到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60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年代中期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3" name="Picture 6" descr="2">
            <a:extLst>
              <a:ext uri="{FF2B5EF4-FFF2-40B4-BE49-F238E27FC236}">
                <a16:creationId xmlns:a16="http://schemas.microsoft.com/office/drawing/2014/main" id="{C396C0E7-86DB-1D54-A536-1515E58818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9632" y="2222259"/>
            <a:ext cx="4427092" cy="243087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D33A556-B085-011B-616B-5A046DD7E647}"/>
              </a:ext>
            </a:extLst>
          </p:cNvPr>
          <p:cNvSpPr txBox="1"/>
          <p:nvPr/>
        </p:nvSpPr>
        <p:spPr>
          <a:xfrm>
            <a:off x="37869" y="4569720"/>
            <a:ext cx="910613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</a:rPr>
              <a:t>特点：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①文件系统管理数据：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文件系统把数据组织成相互独立的数据文件，利用“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按文件名访问，按记录进行存取”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的管理技术，提供了对文件进行打开与关闭，对记录读取和写入</a:t>
            </a:r>
            <a:endParaRPr lang="en-US" altLang="zh-CN" sz="1700" dirty="0">
              <a:solidFill>
                <a:srgbClr val="000000"/>
              </a:solidFill>
              <a:ea typeface="楷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②数据共享性差，冗余度大：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数据组是面向应用的，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一个（或一组）文件（数据组）基本上对应一个应用程序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。不同应用程序的数据可能有交叉，但由不同的文件进行管理，数据存在冗余，不能共享，各自管理，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存在不一致性</a:t>
            </a:r>
            <a:endParaRPr lang="en-US" altLang="zh-CN" sz="1700" u="sng" dirty="0">
              <a:solidFill>
                <a:srgbClr val="000000"/>
              </a:solidFill>
              <a:ea typeface="楷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③数据独立性差：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文件的逻辑结构是针对具体的应用来设计和优化的，因此对文件中的数据再增加一些新的应用会很困难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4F042B-2BB7-38DA-D686-B22034C73626}"/>
              </a:ext>
            </a:extLst>
          </p:cNvPr>
          <p:cNvSpPr/>
          <p:nvPr/>
        </p:nvSpPr>
        <p:spPr>
          <a:xfrm>
            <a:off x="4606604" y="2288280"/>
            <a:ext cx="864096" cy="3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文件</a:t>
            </a:r>
            <a:r>
              <a:rPr kumimoji="1" lang="en-US" altLang="zh-CN" sz="1200" dirty="0"/>
              <a:t>1</a:t>
            </a:r>
            <a:endParaRPr kumimoji="1" lang="zh-CN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CBF164-BCE3-ED91-0E5E-78BD051910B8}"/>
              </a:ext>
            </a:extLst>
          </p:cNvPr>
          <p:cNvSpPr/>
          <p:nvPr/>
        </p:nvSpPr>
        <p:spPr>
          <a:xfrm>
            <a:off x="4606604" y="3119454"/>
            <a:ext cx="864096" cy="3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文件</a:t>
            </a:r>
            <a:r>
              <a:rPr kumimoji="1" lang="en-US" altLang="zh-CN" sz="1200" dirty="0"/>
              <a:t>2</a:t>
            </a:r>
            <a:endParaRPr kumimoji="1"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AAD0E8-07DE-E057-57A0-2DA1C2B3CC7F}"/>
              </a:ext>
            </a:extLst>
          </p:cNvPr>
          <p:cNvSpPr/>
          <p:nvPr/>
        </p:nvSpPr>
        <p:spPr>
          <a:xfrm>
            <a:off x="4606604" y="4149080"/>
            <a:ext cx="864096" cy="3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文件</a:t>
            </a:r>
            <a:r>
              <a:rPr kumimoji="1" lang="en-US" altLang="zh-CN" sz="1200" dirty="0"/>
              <a:t>n</a:t>
            </a:r>
            <a:endParaRPr kumimoji="1"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92E070-CCB0-9AF8-0E0C-C2512C6B2B12}"/>
              </a:ext>
            </a:extLst>
          </p:cNvPr>
          <p:cNvSpPr/>
          <p:nvPr/>
        </p:nvSpPr>
        <p:spPr>
          <a:xfrm>
            <a:off x="3257386" y="2603812"/>
            <a:ext cx="864096" cy="60916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文件系统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682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5" r:link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67" r:link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3545" name="Rectangle 3"/>
          <p:cNvSpPr/>
          <p:nvPr>
            <p:custDataLst>
              <p:tags r:id="rId4"/>
            </p:custDataLst>
          </p:nvPr>
        </p:nvSpPr>
        <p:spPr>
          <a:xfrm>
            <a:off x="4921250" y="152400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补贴</a:t>
            </a:r>
          </a:p>
        </p:txBody>
      </p:sp>
      <p:sp>
        <p:nvSpPr>
          <p:cNvPr id="63546" name="Rectangle 4"/>
          <p:cNvSpPr/>
          <p:nvPr>
            <p:custDataLst>
              <p:tags r:id="rId5"/>
            </p:custDataLst>
          </p:nvPr>
        </p:nvSpPr>
        <p:spPr>
          <a:xfrm>
            <a:off x="4051300" y="152400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547" name="Rectangle 5"/>
          <p:cNvSpPr/>
          <p:nvPr>
            <p:custDataLst>
              <p:tags r:id="rId6"/>
            </p:custDataLst>
          </p:nvPr>
        </p:nvSpPr>
        <p:spPr>
          <a:xfrm>
            <a:off x="3181350" y="152400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48" name="Rectangle 6"/>
          <p:cNvSpPr/>
          <p:nvPr>
            <p:custDataLst>
              <p:tags r:id="rId7"/>
            </p:custDataLst>
          </p:nvPr>
        </p:nvSpPr>
        <p:spPr>
          <a:xfrm>
            <a:off x="2310130" y="152400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49" name="Line 7"/>
          <p:cNvSpPr/>
          <p:nvPr>
            <p:custDataLst>
              <p:tags r:id="rId8"/>
            </p:custDataLst>
          </p:nvPr>
        </p:nvSpPr>
        <p:spPr>
          <a:xfrm>
            <a:off x="2310130" y="1524000"/>
            <a:ext cx="348297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0" name="Line 8"/>
          <p:cNvSpPr/>
          <p:nvPr>
            <p:custDataLst>
              <p:tags r:id="rId9"/>
            </p:custDataLst>
          </p:nvPr>
        </p:nvSpPr>
        <p:spPr>
          <a:xfrm>
            <a:off x="2310130" y="1981200"/>
            <a:ext cx="348297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1" name="Line 9"/>
          <p:cNvSpPr/>
          <p:nvPr>
            <p:custDataLst>
              <p:tags r:id="rId10"/>
            </p:custDataLst>
          </p:nvPr>
        </p:nvSpPr>
        <p:spPr>
          <a:xfrm>
            <a:off x="2310130" y="152400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2" name="Line 10"/>
          <p:cNvSpPr/>
          <p:nvPr>
            <p:custDataLst>
              <p:tags r:id="rId11"/>
            </p:custDataLst>
          </p:nvPr>
        </p:nvSpPr>
        <p:spPr>
          <a:xfrm>
            <a:off x="3181350" y="152400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3" name="Line 11"/>
          <p:cNvSpPr/>
          <p:nvPr>
            <p:custDataLst>
              <p:tags r:id="rId12"/>
            </p:custDataLst>
          </p:nvPr>
        </p:nvSpPr>
        <p:spPr>
          <a:xfrm>
            <a:off x="4051300" y="152400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4" name="Line 12"/>
          <p:cNvSpPr/>
          <p:nvPr>
            <p:custDataLst>
              <p:tags r:id="rId13"/>
            </p:custDataLst>
          </p:nvPr>
        </p:nvSpPr>
        <p:spPr>
          <a:xfrm>
            <a:off x="4921250" y="152400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5" name="Line 13"/>
          <p:cNvSpPr/>
          <p:nvPr>
            <p:custDataLst>
              <p:tags r:id="rId14"/>
            </p:custDataLst>
          </p:nvPr>
        </p:nvSpPr>
        <p:spPr>
          <a:xfrm>
            <a:off x="5793105" y="152400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6" name="Rectangle 14"/>
          <p:cNvSpPr/>
          <p:nvPr>
            <p:custDataLst>
              <p:tags r:id="rId15"/>
            </p:custDataLst>
          </p:nvPr>
        </p:nvSpPr>
        <p:spPr>
          <a:xfrm>
            <a:off x="390525" y="152400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财务科</a:t>
            </a:r>
          </a:p>
        </p:txBody>
      </p:sp>
      <p:pic>
        <p:nvPicPr>
          <p:cNvPr id="63557" name="Picture 15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95325" y="91440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30" name="Rectangle 16"/>
          <p:cNvSpPr/>
          <p:nvPr>
            <p:custDataLst>
              <p:tags r:id="rId16"/>
            </p:custDataLst>
          </p:nvPr>
        </p:nvSpPr>
        <p:spPr>
          <a:xfrm>
            <a:off x="5770880" y="259844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住址</a:t>
            </a:r>
          </a:p>
        </p:txBody>
      </p:sp>
      <p:sp>
        <p:nvSpPr>
          <p:cNvPr id="63531" name="Rectangle 17"/>
          <p:cNvSpPr/>
          <p:nvPr>
            <p:custDataLst>
              <p:tags r:id="rId17"/>
            </p:custDataLst>
          </p:nvPr>
        </p:nvSpPr>
        <p:spPr>
          <a:xfrm>
            <a:off x="4900930" y="259844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532" name="Rectangle 18"/>
          <p:cNvSpPr/>
          <p:nvPr>
            <p:custDataLst>
              <p:tags r:id="rId18"/>
            </p:custDataLst>
          </p:nvPr>
        </p:nvSpPr>
        <p:spPr>
          <a:xfrm>
            <a:off x="4029075" y="259844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63533" name="Rectangle 19"/>
          <p:cNvSpPr/>
          <p:nvPr>
            <p:custDataLst>
              <p:tags r:id="rId19"/>
            </p:custDataLst>
          </p:nvPr>
        </p:nvSpPr>
        <p:spPr>
          <a:xfrm>
            <a:off x="3159125" y="259844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34" name="Rectangle 20"/>
          <p:cNvSpPr/>
          <p:nvPr>
            <p:custDataLst>
              <p:tags r:id="rId20"/>
            </p:custDataLst>
          </p:nvPr>
        </p:nvSpPr>
        <p:spPr>
          <a:xfrm>
            <a:off x="2287905" y="259844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35" name="Line 21"/>
          <p:cNvSpPr/>
          <p:nvPr>
            <p:custDataLst>
              <p:tags r:id="rId21"/>
            </p:custDataLst>
          </p:nvPr>
        </p:nvSpPr>
        <p:spPr>
          <a:xfrm>
            <a:off x="2287905" y="2598440"/>
            <a:ext cx="435292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6" name="Line 22"/>
          <p:cNvSpPr/>
          <p:nvPr>
            <p:custDataLst>
              <p:tags r:id="rId22"/>
            </p:custDataLst>
          </p:nvPr>
        </p:nvSpPr>
        <p:spPr>
          <a:xfrm>
            <a:off x="2287905" y="3055640"/>
            <a:ext cx="435292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7" name="Line 23"/>
          <p:cNvSpPr/>
          <p:nvPr>
            <p:custDataLst>
              <p:tags r:id="rId23"/>
            </p:custDataLst>
          </p:nvPr>
        </p:nvSpPr>
        <p:spPr>
          <a:xfrm>
            <a:off x="2287905" y="259844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8" name="Line 24"/>
          <p:cNvSpPr/>
          <p:nvPr>
            <p:custDataLst>
              <p:tags r:id="rId24"/>
            </p:custDataLst>
          </p:nvPr>
        </p:nvSpPr>
        <p:spPr>
          <a:xfrm>
            <a:off x="3159125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9" name="Line 25"/>
          <p:cNvSpPr/>
          <p:nvPr>
            <p:custDataLst>
              <p:tags r:id="rId25"/>
            </p:custDataLst>
          </p:nvPr>
        </p:nvSpPr>
        <p:spPr>
          <a:xfrm>
            <a:off x="4029075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0" name="Line 26"/>
          <p:cNvSpPr/>
          <p:nvPr>
            <p:custDataLst>
              <p:tags r:id="rId26"/>
            </p:custDataLst>
          </p:nvPr>
        </p:nvSpPr>
        <p:spPr>
          <a:xfrm>
            <a:off x="4900930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1" name="Line 27"/>
          <p:cNvSpPr/>
          <p:nvPr>
            <p:custDataLst>
              <p:tags r:id="rId27"/>
            </p:custDataLst>
          </p:nvPr>
        </p:nvSpPr>
        <p:spPr>
          <a:xfrm>
            <a:off x="5770880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2" name="Line 28"/>
          <p:cNvSpPr/>
          <p:nvPr>
            <p:custDataLst>
              <p:tags r:id="rId28"/>
            </p:custDataLst>
          </p:nvPr>
        </p:nvSpPr>
        <p:spPr>
          <a:xfrm>
            <a:off x="6640830" y="259844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3" name="Rectangle 29"/>
          <p:cNvSpPr/>
          <p:nvPr>
            <p:custDataLst>
              <p:tags r:id="rId29"/>
            </p:custDataLst>
          </p:nvPr>
        </p:nvSpPr>
        <p:spPr>
          <a:xfrm>
            <a:off x="381000" y="259844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房产科</a:t>
            </a:r>
          </a:p>
        </p:txBody>
      </p:sp>
      <p:pic>
        <p:nvPicPr>
          <p:cNvPr id="63544" name="Picture 30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85800" y="198884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15" name="Rectangle 31"/>
          <p:cNvSpPr/>
          <p:nvPr>
            <p:custDataLst>
              <p:tags r:id="rId30"/>
            </p:custDataLst>
          </p:nvPr>
        </p:nvSpPr>
        <p:spPr>
          <a:xfrm>
            <a:off x="5770880" y="3680048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63516" name="Rectangle 32"/>
          <p:cNvSpPr/>
          <p:nvPr>
            <p:custDataLst>
              <p:tags r:id="rId31"/>
            </p:custDataLst>
          </p:nvPr>
        </p:nvSpPr>
        <p:spPr>
          <a:xfrm>
            <a:off x="4899025" y="3680048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63517" name="Rectangle 33"/>
          <p:cNvSpPr/>
          <p:nvPr>
            <p:custDataLst>
              <p:tags r:id="rId32"/>
            </p:custDataLst>
          </p:nvPr>
        </p:nvSpPr>
        <p:spPr>
          <a:xfrm>
            <a:off x="4029075" y="3680048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518" name="Rectangle 34"/>
          <p:cNvSpPr/>
          <p:nvPr>
            <p:custDataLst>
              <p:tags r:id="rId33"/>
            </p:custDataLst>
          </p:nvPr>
        </p:nvSpPr>
        <p:spPr>
          <a:xfrm>
            <a:off x="3159125" y="3680048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19" name="Rectangle 35"/>
          <p:cNvSpPr/>
          <p:nvPr>
            <p:custDataLst>
              <p:tags r:id="rId34"/>
            </p:custDataLst>
          </p:nvPr>
        </p:nvSpPr>
        <p:spPr>
          <a:xfrm>
            <a:off x="2287905" y="3680048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20" name="Line 36"/>
          <p:cNvSpPr/>
          <p:nvPr>
            <p:custDataLst>
              <p:tags r:id="rId35"/>
            </p:custDataLst>
          </p:nvPr>
        </p:nvSpPr>
        <p:spPr>
          <a:xfrm>
            <a:off x="2287905" y="3680048"/>
            <a:ext cx="435483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1" name="Line 37"/>
          <p:cNvSpPr/>
          <p:nvPr>
            <p:custDataLst>
              <p:tags r:id="rId36"/>
            </p:custDataLst>
          </p:nvPr>
        </p:nvSpPr>
        <p:spPr>
          <a:xfrm>
            <a:off x="2287905" y="4137248"/>
            <a:ext cx="435483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2" name="Line 38"/>
          <p:cNvSpPr/>
          <p:nvPr>
            <p:custDataLst>
              <p:tags r:id="rId37"/>
            </p:custDataLst>
          </p:nvPr>
        </p:nvSpPr>
        <p:spPr>
          <a:xfrm>
            <a:off x="2287905" y="3680048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3" name="Line 39"/>
          <p:cNvSpPr/>
          <p:nvPr>
            <p:custDataLst>
              <p:tags r:id="rId38"/>
            </p:custDataLst>
          </p:nvPr>
        </p:nvSpPr>
        <p:spPr>
          <a:xfrm>
            <a:off x="3159125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4" name="Line 40"/>
          <p:cNvSpPr/>
          <p:nvPr>
            <p:custDataLst>
              <p:tags r:id="rId39"/>
            </p:custDataLst>
          </p:nvPr>
        </p:nvSpPr>
        <p:spPr>
          <a:xfrm>
            <a:off x="4029075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5" name="Line 41"/>
          <p:cNvSpPr/>
          <p:nvPr>
            <p:custDataLst>
              <p:tags r:id="rId40"/>
            </p:custDataLst>
          </p:nvPr>
        </p:nvSpPr>
        <p:spPr>
          <a:xfrm>
            <a:off x="4899025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6" name="Line 42"/>
          <p:cNvSpPr/>
          <p:nvPr>
            <p:custDataLst>
              <p:tags r:id="rId41"/>
            </p:custDataLst>
          </p:nvPr>
        </p:nvSpPr>
        <p:spPr>
          <a:xfrm>
            <a:off x="5770880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7" name="Line 43"/>
          <p:cNvSpPr/>
          <p:nvPr>
            <p:custDataLst>
              <p:tags r:id="rId42"/>
            </p:custDataLst>
          </p:nvPr>
        </p:nvSpPr>
        <p:spPr>
          <a:xfrm>
            <a:off x="6642100" y="3680048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8" name="Rectangle 44"/>
          <p:cNvSpPr/>
          <p:nvPr>
            <p:custDataLst>
              <p:tags r:id="rId43"/>
            </p:custDataLst>
          </p:nvPr>
        </p:nvSpPr>
        <p:spPr>
          <a:xfrm>
            <a:off x="381000" y="3680048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学籍科</a:t>
            </a:r>
          </a:p>
        </p:txBody>
      </p:sp>
      <p:pic>
        <p:nvPicPr>
          <p:cNvPr id="63529" name="Picture 45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85800" y="3070448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5" name="Rectangle 46"/>
          <p:cNvSpPr/>
          <p:nvPr>
            <p:custDataLst>
              <p:tags r:id="rId44"/>
            </p:custDataLst>
          </p:nvPr>
        </p:nvSpPr>
        <p:spPr>
          <a:xfrm>
            <a:off x="6564630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63496" name="Rectangle 47"/>
          <p:cNvSpPr/>
          <p:nvPr>
            <p:custDataLst>
              <p:tags r:id="rId45"/>
            </p:custDataLst>
          </p:nvPr>
        </p:nvSpPr>
        <p:spPr>
          <a:xfrm>
            <a:off x="7435850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63497" name="Rectangle 48"/>
          <p:cNvSpPr/>
          <p:nvPr>
            <p:custDataLst>
              <p:tags r:id="rId46"/>
            </p:custDataLst>
          </p:nvPr>
        </p:nvSpPr>
        <p:spPr>
          <a:xfrm>
            <a:off x="5692775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63498" name="Rectangle 49"/>
          <p:cNvSpPr/>
          <p:nvPr>
            <p:custDataLst>
              <p:tags r:id="rId47"/>
            </p:custDataLst>
          </p:nvPr>
        </p:nvSpPr>
        <p:spPr>
          <a:xfrm>
            <a:off x="4822825" y="4686672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499" name="Rectangle 50"/>
          <p:cNvSpPr/>
          <p:nvPr>
            <p:custDataLst>
              <p:tags r:id="rId48"/>
            </p:custDataLst>
          </p:nvPr>
        </p:nvSpPr>
        <p:spPr>
          <a:xfrm>
            <a:off x="3951605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63500" name="Rectangle 51"/>
          <p:cNvSpPr/>
          <p:nvPr>
            <p:custDataLst>
              <p:tags r:id="rId49"/>
            </p:custDataLst>
          </p:nvPr>
        </p:nvSpPr>
        <p:spPr>
          <a:xfrm>
            <a:off x="3081655" y="4686672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01" name="Rectangle 52"/>
          <p:cNvSpPr/>
          <p:nvPr>
            <p:custDataLst>
              <p:tags r:id="rId50"/>
            </p:custDataLst>
          </p:nvPr>
        </p:nvSpPr>
        <p:spPr>
          <a:xfrm>
            <a:off x="2209800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02" name="Line 53"/>
          <p:cNvSpPr/>
          <p:nvPr>
            <p:custDataLst>
              <p:tags r:id="rId51"/>
            </p:custDataLst>
          </p:nvPr>
        </p:nvSpPr>
        <p:spPr>
          <a:xfrm>
            <a:off x="2209800" y="4686672"/>
            <a:ext cx="662940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3" name="Line 54"/>
          <p:cNvSpPr/>
          <p:nvPr>
            <p:custDataLst>
              <p:tags r:id="rId52"/>
            </p:custDataLst>
          </p:nvPr>
        </p:nvSpPr>
        <p:spPr>
          <a:xfrm>
            <a:off x="2209800" y="5143872"/>
            <a:ext cx="662940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4" name="Line 55"/>
          <p:cNvSpPr/>
          <p:nvPr>
            <p:custDataLst>
              <p:tags r:id="rId53"/>
            </p:custDataLst>
          </p:nvPr>
        </p:nvSpPr>
        <p:spPr>
          <a:xfrm>
            <a:off x="2209800" y="4686672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5" name="Line 56"/>
          <p:cNvSpPr/>
          <p:nvPr>
            <p:custDataLst>
              <p:tags r:id="rId54"/>
            </p:custDataLst>
          </p:nvPr>
        </p:nvSpPr>
        <p:spPr>
          <a:xfrm>
            <a:off x="308165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6" name="Line 57"/>
          <p:cNvSpPr/>
          <p:nvPr>
            <p:custDataLst>
              <p:tags r:id="rId55"/>
            </p:custDataLst>
          </p:nvPr>
        </p:nvSpPr>
        <p:spPr>
          <a:xfrm>
            <a:off x="395160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7" name="Line 58"/>
          <p:cNvSpPr/>
          <p:nvPr>
            <p:custDataLst>
              <p:tags r:id="rId56"/>
            </p:custDataLst>
          </p:nvPr>
        </p:nvSpPr>
        <p:spPr>
          <a:xfrm>
            <a:off x="482282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8" name="Line 59"/>
          <p:cNvSpPr/>
          <p:nvPr>
            <p:custDataLst>
              <p:tags r:id="rId57"/>
            </p:custDataLst>
          </p:nvPr>
        </p:nvSpPr>
        <p:spPr>
          <a:xfrm>
            <a:off x="569277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9" name="Line 60"/>
          <p:cNvSpPr/>
          <p:nvPr>
            <p:custDataLst>
              <p:tags r:id="rId58"/>
            </p:custDataLst>
          </p:nvPr>
        </p:nvSpPr>
        <p:spPr>
          <a:xfrm>
            <a:off x="6564630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10" name="Line 61"/>
          <p:cNvSpPr/>
          <p:nvPr>
            <p:custDataLst>
              <p:tags r:id="rId59"/>
            </p:custDataLst>
          </p:nvPr>
        </p:nvSpPr>
        <p:spPr>
          <a:xfrm>
            <a:off x="8307705" y="4686672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11" name="Line 62"/>
          <p:cNvSpPr/>
          <p:nvPr>
            <p:custDataLst>
              <p:tags r:id="rId60"/>
            </p:custDataLst>
          </p:nvPr>
        </p:nvSpPr>
        <p:spPr>
          <a:xfrm>
            <a:off x="7435850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12" name="Rectangle 63"/>
          <p:cNvSpPr/>
          <p:nvPr>
            <p:custDataLst>
              <p:tags r:id="rId61"/>
            </p:custDataLst>
          </p:nvPr>
        </p:nvSpPr>
        <p:spPr>
          <a:xfrm>
            <a:off x="381000" y="4686672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人事科</a:t>
            </a:r>
          </a:p>
        </p:txBody>
      </p:sp>
      <p:pic>
        <p:nvPicPr>
          <p:cNvPr id="63513" name="Picture 64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85800" y="4077072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14" name="Rectangle 65"/>
          <p:cNvSpPr/>
          <p:nvPr>
            <p:custDataLst>
              <p:tags r:id="rId62"/>
            </p:custDataLst>
          </p:nvPr>
        </p:nvSpPr>
        <p:spPr>
          <a:xfrm>
            <a:off x="8228964" y="4686672"/>
            <a:ext cx="86994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籍贯</a:t>
            </a:r>
          </a:p>
        </p:txBody>
      </p:sp>
      <p:sp>
        <p:nvSpPr>
          <p:cNvPr id="63494" name="Rectangle 66"/>
          <p:cNvSpPr/>
          <p:nvPr/>
        </p:nvSpPr>
        <p:spPr>
          <a:xfrm>
            <a:off x="482917" y="222328"/>
            <a:ext cx="6828236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举例：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学生”数据的文件设计方法</a:t>
            </a:r>
            <a:endParaRPr lang="zh-CN" altLang="en-US" sz="4400" b="1" dirty="0">
              <a:solidFill>
                <a:schemeClr val="accent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C8E3984-69AA-62B2-C70D-40FA97E6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50" y="764704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数据管理的问题：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A077C-1DBD-7F62-B7A6-252CD3FEA057}"/>
              </a:ext>
            </a:extLst>
          </p:cNvPr>
          <p:cNvSpPr txBox="1"/>
          <p:nvPr/>
        </p:nvSpPr>
        <p:spPr>
          <a:xfrm>
            <a:off x="467544" y="1805915"/>
            <a:ext cx="7123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、数据库管理系统 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(60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年代后期开始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4D6506-4ACB-74DB-4504-752CD2C84A3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293962" y="2354660"/>
            <a:ext cx="18288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F16E6F3-06CC-3721-9F48-3774AF8773B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293962" y="2964260"/>
            <a:ext cx="18288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D6E6074-9EF8-865F-C5B0-E5EF3C3DE09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93962" y="3573860"/>
            <a:ext cx="18288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9A538C8-EC9A-8F3A-CE74-034698F290A2}"/>
              </a:ext>
            </a:extLst>
          </p:cNvPr>
          <p:cNvSpPr/>
          <p:nvPr/>
        </p:nvSpPr>
        <p:spPr>
          <a:xfrm>
            <a:off x="4499992" y="2659460"/>
            <a:ext cx="990600" cy="1219200"/>
          </a:xfrm>
          <a:prstGeom prst="ellipse">
            <a:avLst/>
          </a:prstGeom>
          <a:solidFill>
            <a:srgbClr val="FFFF00"/>
          </a:solidFill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DBMS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40E40CE-5435-12CF-3541-F0F011318FC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22762" y="2507060"/>
            <a:ext cx="457200" cy="381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4F73B4A8-436E-6803-0AB0-C00EC1F0683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122762" y="31166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5F64B288-B105-6844-DD17-8D19EB664FA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V="1">
            <a:off x="4122762" y="3573860"/>
            <a:ext cx="457200" cy="2286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13809FB8-6F32-F43C-7895-DCFCEFE528D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94362" y="3269060"/>
            <a:ext cx="914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76958786-765C-18E9-AEBA-95DB987C5285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08762" y="2735660"/>
            <a:ext cx="1143000" cy="1066800"/>
          </a:xfrm>
          <a:prstGeom prst="flowChartMagneticDisk">
            <a:avLst/>
          </a:prstGeom>
          <a:solidFill>
            <a:schemeClr val="dk2"/>
          </a:solidFill>
          <a:ln w="12700">
            <a:solidFill>
              <a:schemeClr val="dk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数据库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F7EF7467-DE8C-584C-30BD-F3A430C4489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74762" y="2354660"/>
            <a:ext cx="8382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C0CFF3B9-B9ED-656A-CBEA-0D53C8025F8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74762" y="2964260"/>
            <a:ext cx="8382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6BFCEAEB-E25E-CA38-4F9E-7A21971D9D5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74762" y="3573860"/>
            <a:ext cx="8382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0D458F32-4DE1-4260-634E-F7441A23EC5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912962" y="25832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EEFFBDA4-7B95-93EE-6E2A-3FCC80EECD6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912962" y="31928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114B47D6-9241-BD20-65FD-8F364B33741A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912962" y="38024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DFF67F-BFDE-2556-3F7A-7C239F461918}"/>
              </a:ext>
            </a:extLst>
          </p:cNvPr>
          <p:cNvSpPr txBox="1"/>
          <p:nvPr/>
        </p:nvSpPr>
        <p:spPr>
          <a:xfrm>
            <a:off x="3995936" y="4037002"/>
            <a:ext cx="52527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solidFill>
                  <a:srgbClr val="000000"/>
                </a:solidFill>
                <a:ea typeface="楷体" panose="02010609060101010101" charset="-122"/>
              </a:rPr>
              <a:t>数据库管理系统 </a:t>
            </a:r>
            <a:r>
              <a:rPr kumimoji="1" lang="en-US" altLang="zh-CN" sz="1800" dirty="0">
                <a:solidFill>
                  <a:srgbClr val="000000"/>
                </a:solidFill>
                <a:ea typeface="楷体" panose="02010609060101010101" charset="-122"/>
              </a:rPr>
              <a:t>Database Management System</a:t>
            </a:r>
            <a:endParaRPr kumimoji="1" lang="zh-CN" altLang="en-US" sz="2000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  <p:sp>
        <p:nvSpPr>
          <p:cNvPr id="28" name="Text Box 22">
            <a:extLst>
              <a:ext uri="{FF2B5EF4-FFF2-40B4-BE49-F238E27FC236}">
                <a16:creationId xmlns:a16="http://schemas.microsoft.com/office/drawing/2014/main" id="{6F46EE43-A9A1-9938-1189-21DEB69CC662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725" y="4259659"/>
            <a:ext cx="9144000" cy="24160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特点：</a:t>
            </a: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①数据结构化：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在文件系统中，文件中的记录内部具有结构，但是</a:t>
            </a:r>
            <a:r>
              <a:rPr lang="zh-CN" altLang="en-US" sz="17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记录的结构和记录之间的联系被固化在程序中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。数据库系统实现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整体数据的结构化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，数据库中的数据</a:t>
            </a:r>
            <a:r>
              <a:rPr lang="zh-CN" altLang="en-US" sz="17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不再针对某一个应用，而是面向整个组织或企业</a:t>
            </a:r>
            <a:endParaRPr lang="en-US" altLang="zh-CN" sz="1700" u="sng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②数据的共享性高，冗余度低且易扩充：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数据面向整个系统，是有结构的数据，可被多个应用共享使用，也容易增加新的应用</a:t>
            </a:r>
            <a:endParaRPr lang="en-US" altLang="zh-CN" sz="17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③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数据独立性高：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包括物理独立性，用户的应用程序与数据库中数据的物理存储是相互独立的；逻辑独立性，用户的应用程序与数据库的逻辑结构是相互独立的</a:t>
            </a:r>
            <a:endParaRPr lang="en-US" altLang="zh-CN" sz="17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782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6" r:link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8" r:link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4754" name="Oval 2"/>
          <p:cNvSpPr/>
          <p:nvPr>
            <p:custDataLst>
              <p:tags r:id="rId4"/>
            </p:custDataLst>
          </p:nvPr>
        </p:nvSpPr>
        <p:spPr>
          <a:xfrm>
            <a:off x="2146300" y="2443163"/>
            <a:ext cx="4800600" cy="2819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5" name="Oval 10"/>
          <p:cNvSpPr/>
          <p:nvPr>
            <p:custDataLst>
              <p:tags r:id="rId5"/>
            </p:custDataLst>
          </p:nvPr>
        </p:nvSpPr>
        <p:spPr>
          <a:xfrm>
            <a:off x="5880100" y="3128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74756" name="Oval 11"/>
          <p:cNvSpPr/>
          <p:nvPr>
            <p:custDataLst>
              <p:tags r:id="rId6"/>
            </p:custDataLst>
          </p:nvPr>
        </p:nvSpPr>
        <p:spPr>
          <a:xfrm>
            <a:off x="58801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74757" name="Oval 32"/>
          <p:cNvSpPr/>
          <p:nvPr>
            <p:custDataLst>
              <p:tags r:id="rId7"/>
            </p:custDataLst>
          </p:nvPr>
        </p:nvSpPr>
        <p:spPr>
          <a:xfrm>
            <a:off x="2146300" y="2443163"/>
            <a:ext cx="4800600" cy="2819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8" name="Oval 40"/>
          <p:cNvSpPr/>
          <p:nvPr>
            <p:custDataLst>
              <p:tags r:id="rId8"/>
            </p:custDataLst>
          </p:nvPr>
        </p:nvSpPr>
        <p:spPr>
          <a:xfrm>
            <a:off x="5880100" y="3128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74759" name="Oval 41"/>
          <p:cNvSpPr/>
          <p:nvPr>
            <p:custDataLst>
              <p:tags r:id="rId9"/>
            </p:custDataLst>
          </p:nvPr>
        </p:nvSpPr>
        <p:spPr>
          <a:xfrm>
            <a:off x="58801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74789" name="Freeform 55"/>
          <p:cNvSpPr/>
          <p:nvPr>
            <p:custDataLst>
              <p:tags r:id="rId10"/>
            </p:custDataLst>
          </p:nvPr>
        </p:nvSpPr>
        <p:spPr>
          <a:xfrm>
            <a:off x="3352800" y="2541905"/>
            <a:ext cx="5234305" cy="2619375"/>
          </a:xfrm>
          <a:custGeom>
            <a:avLst/>
            <a:gdLst/>
            <a:ahLst/>
            <a:cxnLst>
              <a:cxn ang="0">
                <a:pos x="4875" y="1627"/>
              </a:cxn>
              <a:cxn ang="0">
                <a:pos x="4615" y="1650"/>
              </a:cxn>
              <a:cxn ang="0">
                <a:pos x="4185" y="1627"/>
              </a:cxn>
              <a:cxn ang="0">
                <a:pos x="3966" y="1579"/>
              </a:cxn>
              <a:cxn ang="0">
                <a:pos x="3734" y="1508"/>
              </a:cxn>
              <a:cxn ang="0">
                <a:pos x="3225" y="1335"/>
              </a:cxn>
              <a:cxn ang="0">
                <a:pos x="3145" y="1279"/>
              </a:cxn>
              <a:cxn ang="0">
                <a:pos x="2858" y="1074"/>
              </a:cxn>
              <a:cxn ang="0">
                <a:pos x="2659" y="1035"/>
              </a:cxn>
              <a:cxn ang="0">
                <a:pos x="1771" y="1027"/>
              </a:cxn>
              <a:cxn ang="0">
                <a:pos x="894" y="995"/>
              </a:cxn>
              <a:cxn ang="0">
                <a:pos x="302" y="909"/>
              </a:cxn>
              <a:cxn ang="0">
                <a:pos x="194" y="869"/>
              </a:cxn>
              <a:cxn ang="0">
                <a:pos x="16" y="751"/>
              </a:cxn>
              <a:cxn ang="0">
                <a:pos x="16" y="546"/>
              </a:cxn>
              <a:cxn ang="0">
                <a:pos x="223" y="175"/>
              </a:cxn>
              <a:cxn ang="0">
                <a:pos x="496" y="41"/>
              </a:cxn>
              <a:cxn ang="0">
                <a:pos x="865" y="25"/>
              </a:cxn>
              <a:cxn ang="0">
                <a:pos x="962" y="41"/>
              </a:cxn>
              <a:cxn ang="0">
                <a:pos x="1005" y="48"/>
              </a:cxn>
              <a:cxn ang="0">
                <a:pos x="1102" y="64"/>
              </a:cxn>
              <a:cxn ang="0">
                <a:pos x="1311" y="143"/>
              </a:cxn>
              <a:cxn ang="0">
                <a:pos x="1486" y="285"/>
              </a:cxn>
              <a:cxn ang="0">
                <a:pos x="1885" y="514"/>
              </a:cxn>
              <a:cxn ang="0">
                <a:pos x="2010" y="546"/>
              </a:cxn>
              <a:cxn ang="0">
                <a:pos x="2222" y="577"/>
              </a:cxn>
              <a:cxn ang="0">
                <a:pos x="2413" y="593"/>
              </a:cxn>
              <a:cxn ang="0">
                <a:pos x="2710" y="577"/>
              </a:cxn>
              <a:cxn ang="0">
                <a:pos x="2842" y="546"/>
              </a:cxn>
              <a:cxn ang="0">
                <a:pos x="3591" y="325"/>
              </a:cxn>
              <a:cxn ang="0">
                <a:pos x="4550" y="348"/>
              </a:cxn>
              <a:cxn ang="0">
                <a:pos x="4663" y="372"/>
              </a:cxn>
              <a:cxn ang="0">
                <a:pos x="5081" y="459"/>
              </a:cxn>
              <a:cxn ang="0">
                <a:pos x="5398" y="506"/>
              </a:cxn>
              <a:cxn ang="0">
                <a:pos x="5828" y="617"/>
              </a:cxn>
              <a:cxn ang="0">
                <a:pos x="6054" y="695"/>
              </a:cxn>
              <a:cxn ang="0">
                <a:pos x="6260" y="814"/>
              </a:cxn>
              <a:cxn ang="0">
                <a:pos x="6361" y="861"/>
              </a:cxn>
              <a:cxn ang="0">
                <a:pos x="6500" y="1074"/>
              </a:cxn>
              <a:cxn ang="0">
                <a:pos x="6487" y="1374"/>
              </a:cxn>
              <a:cxn ang="0">
                <a:pos x="6325" y="1477"/>
              </a:cxn>
              <a:cxn ang="0">
                <a:pos x="5652" y="1563"/>
              </a:cxn>
              <a:cxn ang="0">
                <a:pos x="5160" y="1595"/>
              </a:cxn>
              <a:cxn ang="0">
                <a:pos x="4875" y="1627"/>
              </a:cxn>
            </a:cxnLst>
            <a:rect l="0" t="0" r="0" b="0"/>
            <a:pathLst>
              <a:path w="3212" h="1650">
                <a:moveTo>
                  <a:pt x="2407" y="1627"/>
                </a:moveTo>
                <a:cubicBezTo>
                  <a:pt x="2366" y="1639"/>
                  <a:pt x="2322" y="1643"/>
                  <a:pt x="2280" y="1650"/>
                </a:cubicBezTo>
                <a:cubicBezTo>
                  <a:pt x="2197" y="1645"/>
                  <a:pt x="2143" y="1638"/>
                  <a:pt x="2067" y="1627"/>
                </a:cubicBezTo>
                <a:cubicBezTo>
                  <a:pt x="2029" y="1614"/>
                  <a:pt x="1993" y="1597"/>
                  <a:pt x="1957" y="1579"/>
                </a:cubicBezTo>
                <a:cubicBezTo>
                  <a:pt x="1920" y="1560"/>
                  <a:pt x="1884" y="1521"/>
                  <a:pt x="1846" y="1508"/>
                </a:cubicBezTo>
                <a:cubicBezTo>
                  <a:pt x="1741" y="1472"/>
                  <a:pt x="1673" y="1410"/>
                  <a:pt x="1594" y="1335"/>
                </a:cubicBezTo>
                <a:cubicBezTo>
                  <a:pt x="1560" y="1302"/>
                  <a:pt x="1580" y="1310"/>
                  <a:pt x="1555" y="1279"/>
                </a:cubicBezTo>
                <a:cubicBezTo>
                  <a:pt x="1502" y="1215"/>
                  <a:pt x="1472" y="1134"/>
                  <a:pt x="1413" y="1074"/>
                </a:cubicBezTo>
                <a:cubicBezTo>
                  <a:pt x="1388" y="1048"/>
                  <a:pt x="1342" y="1046"/>
                  <a:pt x="1310" y="1035"/>
                </a:cubicBezTo>
                <a:cubicBezTo>
                  <a:pt x="1161" y="1041"/>
                  <a:pt x="1023" y="1036"/>
                  <a:pt x="876" y="1027"/>
                </a:cubicBezTo>
                <a:cubicBezTo>
                  <a:pt x="732" y="1019"/>
                  <a:pt x="584" y="1024"/>
                  <a:pt x="442" y="995"/>
                </a:cubicBezTo>
                <a:cubicBezTo>
                  <a:pt x="339" y="974"/>
                  <a:pt x="248" y="938"/>
                  <a:pt x="150" y="909"/>
                </a:cubicBezTo>
                <a:cubicBezTo>
                  <a:pt x="87" y="846"/>
                  <a:pt x="168" y="922"/>
                  <a:pt x="95" y="869"/>
                </a:cubicBezTo>
                <a:cubicBezTo>
                  <a:pt x="58" y="842"/>
                  <a:pt x="31" y="793"/>
                  <a:pt x="16" y="751"/>
                </a:cubicBezTo>
                <a:cubicBezTo>
                  <a:pt x="0" y="653"/>
                  <a:pt x="6" y="713"/>
                  <a:pt x="16" y="546"/>
                </a:cubicBezTo>
                <a:cubicBezTo>
                  <a:pt x="23" y="422"/>
                  <a:pt x="38" y="280"/>
                  <a:pt x="111" y="175"/>
                </a:cubicBezTo>
                <a:cubicBezTo>
                  <a:pt x="128" y="117"/>
                  <a:pt x="187" y="58"/>
                  <a:pt x="245" y="41"/>
                </a:cubicBezTo>
                <a:cubicBezTo>
                  <a:pt x="304" y="0"/>
                  <a:pt x="346" y="20"/>
                  <a:pt x="426" y="25"/>
                </a:cubicBezTo>
                <a:cubicBezTo>
                  <a:pt x="442" y="30"/>
                  <a:pt x="458" y="36"/>
                  <a:pt x="474" y="41"/>
                </a:cubicBezTo>
                <a:cubicBezTo>
                  <a:pt x="482" y="43"/>
                  <a:pt x="489" y="46"/>
                  <a:pt x="497" y="48"/>
                </a:cubicBezTo>
                <a:cubicBezTo>
                  <a:pt x="513" y="53"/>
                  <a:pt x="545" y="64"/>
                  <a:pt x="545" y="64"/>
                </a:cubicBezTo>
                <a:cubicBezTo>
                  <a:pt x="579" y="90"/>
                  <a:pt x="620" y="109"/>
                  <a:pt x="647" y="143"/>
                </a:cubicBezTo>
                <a:cubicBezTo>
                  <a:pt x="682" y="187"/>
                  <a:pt x="703" y="240"/>
                  <a:pt x="734" y="285"/>
                </a:cubicBezTo>
                <a:cubicBezTo>
                  <a:pt x="769" y="389"/>
                  <a:pt x="830" y="467"/>
                  <a:pt x="931" y="514"/>
                </a:cubicBezTo>
                <a:cubicBezTo>
                  <a:pt x="952" y="524"/>
                  <a:pt x="971" y="539"/>
                  <a:pt x="994" y="546"/>
                </a:cubicBezTo>
                <a:cubicBezTo>
                  <a:pt x="1028" y="556"/>
                  <a:pt x="1062" y="570"/>
                  <a:pt x="1097" y="577"/>
                </a:cubicBezTo>
                <a:cubicBezTo>
                  <a:pt x="1128" y="583"/>
                  <a:pt x="1192" y="593"/>
                  <a:pt x="1192" y="593"/>
                </a:cubicBezTo>
                <a:cubicBezTo>
                  <a:pt x="1241" y="590"/>
                  <a:pt x="1295" y="598"/>
                  <a:pt x="1341" y="577"/>
                </a:cubicBezTo>
                <a:cubicBezTo>
                  <a:pt x="1363" y="567"/>
                  <a:pt x="1405" y="546"/>
                  <a:pt x="1405" y="546"/>
                </a:cubicBezTo>
                <a:cubicBezTo>
                  <a:pt x="1523" y="425"/>
                  <a:pt x="1608" y="359"/>
                  <a:pt x="1775" y="325"/>
                </a:cubicBezTo>
                <a:cubicBezTo>
                  <a:pt x="1903" y="328"/>
                  <a:pt x="2103" y="315"/>
                  <a:pt x="2249" y="348"/>
                </a:cubicBezTo>
                <a:cubicBezTo>
                  <a:pt x="2277" y="354"/>
                  <a:pt x="2276" y="360"/>
                  <a:pt x="2304" y="372"/>
                </a:cubicBezTo>
                <a:cubicBezTo>
                  <a:pt x="2373" y="402"/>
                  <a:pt x="2442" y="425"/>
                  <a:pt x="2509" y="459"/>
                </a:cubicBezTo>
                <a:cubicBezTo>
                  <a:pt x="2557" y="484"/>
                  <a:pt x="2617" y="483"/>
                  <a:pt x="2667" y="506"/>
                </a:cubicBezTo>
                <a:cubicBezTo>
                  <a:pt x="2738" y="539"/>
                  <a:pt x="2816" y="572"/>
                  <a:pt x="2880" y="617"/>
                </a:cubicBezTo>
                <a:cubicBezTo>
                  <a:pt x="2910" y="638"/>
                  <a:pt x="2954" y="684"/>
                  <a:pt x="2991" y="695"/>
                </a:cubicBezTo>
                <a:cubicBezTo>
                  <a:pt x="3035" y="726"/>
                  <a:pt x="3057" y="775"/>
                  <a:pt x="3093" y="814"/>
                </a:cubicBezTo>
                <a:cubicBezTo>
                  <a:pt x="3108" y="831"/>
                  <a:pt x="3125" y="845"/>
                  <a:pt x="3141" y="861"/>
                </a:cubicBezTo>
                <a:cubicBezTo>
                  <a:pt x="3193" y="912"/>
                  <a:pt x="3201" y="1008"/>
                  <a:pt x="3212" y="1074"/>
                </a:cubicBezTo>
                <a:cubicBezTo>
                  <a:pt x="3209" y="1174"/>
                  <a:pt x="3209" y="1274"/>
                  <a:pt x="3204" y="1374"/>
                </a:cubicBezTo>
                <a:cubicBezTo>
                  <a:pt x="3201" y="1432"/>
                  <a:pt x="3169" y="1453"/>
                  <a:pt x="3125" y="1477"/>
                </a:cubicBezTo>
                <a:cubicBezTo>
                  <a:pt x="3018" y="1536"/>
                  <a:pt x="2917" y="1553"/>
                  <a:pt x="2793" y="1563"/>
                </a:cubicBezTo>
                <a:cubicBezTo>
                  <a:pt x="2712" y="1577"/>
                  <a:pt x="2630" y="1579"/>
                  <a:pt x="2549" y="1595"/>
                </a:cubicBezTo>
                <a:cubicBezTo>
                  <a:pt x="2499" y="1605"/>
                  <a:pt x="2459" y="1627"/>
                  <a:pt x="2407" y="1627"/>
                </a:cubicBezTo>
                <a:close/>
              </a:path>
            </a:pathLst>
          </a:custGeom>
          <a:noFill/>
          <a:ln w="28575" cap="flat" cmpd="sng">
            <a:solidFill>
              <a:schemeClr val="hlink">
                <a:alpha val="100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90" name="Rectangle 56"/>
          <p:cNvSpPr/>
          <p:nvPr>
            <p:custDataLst>
              <p:tags r:id="rId11"/>
            </p:custDataLst>
          </p:nvPr>
        </p:nvSpPr>
        <p:spPr>
          <a:xfrm>
            <a:off x="6910705" y="427228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学籍科</a:t>
            </a:r>
          </a:p>
        </p:txBody>
      </p:sp>
      <p:pic>
        <p:nvPicPr>
          <p:cNvPr id="74791" name="Picture 57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7215505" y="36626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86" name="Rectangle 59"/>
          <p:cNvSpPr/>
          <p:nvPr>
            <p:custDataLst>
              <p:tags r:id="rId12"/>
            </p:custDataLst>
          </p:nvPr>
        </p:nvSpPr>
        <p:spPr>
          <a:xfrm>
            <a:off x="5194300" y="168148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人事科</a:t>
            </a:r>
          </a:p>
        </p:txBody>
      </p:sp>
      <p:pic>
        <p:nvPicPr>
          <p:cNvPr id="74787" name="Picture 60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5499100" y="10718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88" name="Freeform 61"/>
          <p:cNvSpPr/>
          <p:nvPr>
            <p:custDataLst>
              <p:tags r:id="rId13"/>
            </p:custDataLst>
          </p:nvPr>
        </p:nvSpPr>
        <p:spPr>
          <a:xfrm>
            <a:off x="3289300" y="990600"/>
            <a:ext cx="3721100" cy="4221480"/>
          </a:xfrm>
          <a:custGeom>
            <a:avLst/>
            <a:gdLst/>
            <a:ahLst/>
            <a:cxnLst>
              <a:cxn ang="0">
                <a:pos x="1680" y="8"/>
              </a:cxn>
              <a:cxn ang="0">
                <a:pos x="1475" y="31"/>
              </a:cxn>
              <a:cxn ang="0">
                <a:pos x="1404" y="55"/>
              </a:cxn>
              <a:cxn ang="0">
                <a:pos x="1380" y="63"/>
              </a:cxn>
              <a:cxn ang="0">
                <a:pos x="1293" y="94"/>
              </a:cxn>
              <a:cxn ang="0">
                <a:pos x="1136" y="213"/>
              </a:cxn>
              <a:cxn ang="0">
                <a:pos x="1104" y="268"/>
              </a:cxn>
              <a:cxn ang="0">
                <a:pos x="1088" y="315"/>
              </a:cxn>
              <a:cxn ang="0">
                <a:pos x="1104" y="505"/>
              </a:cxn>
              <a:cxn ang="0">
                <a:pos x="1167" y="710"/>
              </a:cxn>
              <a:cxn ang="0">
                <a:pos x="1136" y="899"/>
              </a:cxn>
              <a:cxn ang="0">
                <a:pos x="1041" y="1041"/>
              </a:cxn>
              <a:cxn ang="0">
                <a:pos x="962" y="1120"/>
              </a:cxn>
              <a:cxn ang="0">
                <a:pos x="796" y="1160"/>
              </a:cxn>
              <a:cxn ang="0">
                <a:pos x="702" y="1096"/>
              </a:cxn>
              <a:cxn ang="0">
                <a:pos x="512" y="986"/>
              </a:cxn>
              <a:cxn ang="0">
                <a:pos x="339" y="970"/>
              </a:cxn>
              <a:cxn ang="0">
                <a:pos x="244" y="994"/>
              </a:cxn>
              <a:cxn ang="0">
                <a:pos x="220" y="1002"/>
              </a:cxn>
              <a:cxn ang="0">
                <a:pos x="102" y="1049"/>
              </a:cxn>
              <a:cxn ang="0">
                <a:pos x="31" y="1096"/>
              </a:cxn>
              <a:cxn ang="0">
                <a:pos x="7" y="1144"/>
              </a:cxn>
              <a:cxn ang="0">
                <a:pos x="110" y="1381"/>
              </a:cxn>
              <a:cxn ang="0">
                <a:pos x="276" y="1483"/>
              </a:cxn>
              <a:cxn ang="0">
                <a:pos x="307" y="1530"/>
              </a:cxn>
              <a:cxn ang="0">
                <a:pos x="252" y="1641"/>
              </a:cxn>
              <a:cxn ang="0">
                <a:pos x="157" y="1759"/>
              </a:cxn>
              <a:cxn ang="0">
                <a:pos x="118" y="1830"/>
              </a:cxn>
              <a:cxn ang="0">
                <a:pos x="86" y="1941"/>
              </a:cxn>
              <a:cxn ang="0">
                <a:pos x="94" y="2272"/>
              </a:cxn>
              <a:cxn ang="0">
                <a:pos x="126" y="2485"/>
              </a:cxn>
              <a:cxn ang="0">
                <a:pos x="189" y="2548"/>
              </a:cxn>
              <a:cxn ang="0">
                <a:pos x="591" y="2651"/>
              </a:cxn>
              <a:cxn ang="0">
                <a:pos x="686" y="2659"/>
              </a:cxn>
              <a:cxn ang="0">
                <a:pos x="1286" y="2627"/>
              </a:cxn>
              <a:cxn ang="0">
                <a:pos x="1380" y="2596"/>
              </a:cxn>
              <a:cxn ang="0">
                <a:pos x="1459" y="2556"/>
              </a:cxn>
              <a:cxn ang="0">
                <a:pos x="1530" y="2462"/>
              </a:cxn>
              <a:cxn ang="0">
                <a:pos x="1767" y="2422"/>
              </a:cxn>
              <a:cxn ang="0">
                <a:pos x="1933" y="2367"/>
              </a:cxn>
              <a:cxn ang="0">
                <a:pos x="1964" y="2343"/>
              </a:cxn>
              <a:cxn ang="0">
                <a:pos x="2012" y="2296"/>
              </a:cxn>
              <a:cxn ang="0">
                <a:pos x="2083" y="2170"/>
              </a:cxn>
              <a:cxn ang="0">
                <a:pos x="2059" y="1783"/>
              </a:cxn>
              <a:cxn ang="0">
                <a:pos x="2004" y="1420"/>
              </a:cxn>
              <a:cxn ang="0">
                <a:pos x="1917" y="1278"/>
              </a:cxn>
              <a:cxn ang="0">
                <a:pos x="1940" y="1175"/>
              </a:cxn>
              <a:cxn ang="0">
                <a:pos x="1988" y="1128"/>
              </a:cxn>
              <a:cxn ang="0">
                <a:pos x="2035" y="1096"/>
              </a:cxn>
              <a:cxn ang="0">
                <a:pos x="2075" y="1057"/>
              </a:cxn>
              <a:cxn ang="0">
                <a:pos x="2114" y="1018"/>
              </a:cxn>
              <a:cxn ang="0">
                <a:pos x="2201" y="931"/>
              </a:cxn>
              <a:cxn ang="0">
                <a:pos x="2288" y="797"/>
              </a:cxn>
              <a:cxn ang="0">
                <a:pos x="2311" y="718"/>
              </a:cxn>
              <a:cxn ang="0">
                <a:pos x="2327" y="670"/>
              </a:cxn>
              <a:cxn ang="0">
                <a:pos x="2319" y="363"/>
              </a:cxn>
              <a:cxn ang="0">
                <a:pos x="1940" y="39"/>
              </a:cxn>
              <a:cxn ang="0">
                <a:pos x="1791" y="0"/>
              </a:cxn>
              <a:cxn ang="0">
                <a:pos x="1680" y="8"/>
              </a:cxn>
            </a:cxnLst>
            <a:rect l="0" t="0" r="0" b="0"/>
            <a:pathLst>
              <a:path w="2344" h="2659">
                <a:moveTo>
                  <a:pt x="1680" y="8"/>
                </a:moveTo>
                <a:cubicBezTo>
                  <a:pt x="1516" y="16"/>
                  <a:pt x="1584" y="3"/>
                  <a:pt x="1475" y="31"/>
                </a:cubicBezTo>
                <a:cubicBezTo>
                  <a:pt x="1451" y="37"/>
                  <a:pt x="1428" y="47"/>
                  <a:pt x="1404" y="55"/>
                </a:cubicBezTo>
                <a:cubicBezTo>
                  <a:pt x="1396" y="58"/>
                  <a:pt x="1380" y="63"/>
                  <a:pt x="1380" y="63"/>
                </a:cubicBezTo>
                <a:cubicBezTo>
                  <a:pt x="1352" y="83"/>
                  <a:pt x="1326" y="87"/>
                  <a:pt x="1293" y="94"/>
                </a:cubicBezTo>
                <a:cubicBezTo>
                  <a:pt x="1233" y="125"/>
                  <a:pt x="1183" y="165"/>
                  <a:pt x="1136" y="213"/>
                </a:cubicBezTo>
                <a:cubicBezTo>
                  <a:pt x="1125" y="224"/>
                  <a:pt x="1109" y="255"/>
                  <a:pt x="1104" y="268"/>
                </a:cubicBezTo>
                <a:cubicBezTo>
                  <a:pt x="1098" y="283"/>
                  <a:pt x="1088" y="315"/>
                  <a:pt x="1088" y="315"/>
                </a:cubicBezTo>
                <a:cubicBezTo>
                  <a:pt x="1093" y="405"/>
                  <a:pt x="1090" y="433"/>
                  <a:pt x="1104" y="505"/>
                </a:cubicBezTo>
                <a:cubicBezTo>
                  <a:pt x="1118" y="575"/>
                  <a:pt x="1150" y="641"/>
                  <a:pt x="1167" y="710"/>
                </a:cubicBezTo>
                <a:cubicBezTo>
                  <a:pt x="1162" y="764"/>
                  <a:pt x="1165" y="847"/>
                  <a:pt x="1136" y="899"/>
                </a:cubicBezTo>
                <a:cubicBezTo>
                  <a:pt x="1109" y="947"/>
                  <a:pt x="1074" y="1000"/>
                  <a:pt x="1041" y="1041"/>
                </a:cubicBezTo>
                <a:cubicBezTo>
                  <a:pt x="1010" y="1080"/>
                  <a:pt x="1014" y="1102"/>
                  <a:pt x="962" y="1120"/>
                </a:cubicBezTo>
                <a:cubicBezTo>
                  <a:pt x="907" y="1139"/>
                  <a:pt x="854" y="1152"/>
                  <a:pt x="796" y="1160"/>
                </a:cubicBezTo>
                <a:cubicBezTo>
                  <a:pt x="761" y="1148"/>
                  <a:pt x="733" y="1117"/>
                  <a:pt x="702" y="1096"/>
                </a:cubicBezTo>
                <a:cubicBezTo>
                  <a:pt x="643" y="1056"/>
                  <a:pt x="580" y="1009"/>
                  <a:pt x="512" y="986"/>
                </a:cubicBezTo>
                <a:cubicBezTo>
                  <a:pt x="452" y="944"/>
                  <a:pt x="431" y="964"/>
                  <a:pt x="339" y="970"/>
                </a:cubicBezTo>
                <a:cubicBezTo>
                  <a:pt x="274" y="981"/>
                  <a:pt x="307" y="973"/>
                  <a:pt x="244" y="994"/>
                </a:cubicBezTo>
                <a:cubicBezTo>
                  <a:pt x="236" y="997"/>
                  <a:pt x="220" y="1002"/>
                  <a:pt x="220" y="1002"/>
                </a:cubicBezTo>
                <a:cubicBezTo>
                  <a:pt x="185" y="1027"/>
                  <a:pt x="137" y="1026"/>
                  <a:pt x="102" y="1049"/>
                </a:cubicBezTo>
                <a:cubicBezTo>
                  <a:pt x="47" y="1086"/>
                  <a:pt x="71" y="1071"/>
                  <a:pt x="31" y="1096"/>
                </a:cubicBezTo>
                <a:cubicBezTo>
                  <a:pt x="25" y="1113"/>
                  <a:pt x="9" y="1126"/>
                  <a:pt x="7" y="1144"/>
                </a:cubicBezTo>
                <a:cubicBezTo>
                  <a:pt x="0" y="1222"/>
                  <a:pt x="44" y="1337"/>
                  <a:pt x="110" y="1381"/>
                </a:cubicBezTo>
                <a:cubicBezTo>
                  <a:pt x="148" y="1436"/>
                  <a:pt x="222" y="1447"/>
                  <a:pt x="276" y="1483"/>
                </a:cubicBezTo>
                <a:cubicBezTo>
                  <a:pt x="286" y="1499"/>
                  <a:pt x="305" y="1511"/>
                  <a:pt x="307" y="1530"/>
                </a:cubicBezTo>
                <a:cubicBezTo>
                  <a:pt x="313" y="1577"/>
                  <a:pt x="277" y="1609"/>
                  <a:pt x="252" y="1641"/>
                </a:cubicBezTo>
                <a:cubicBezTo>
                  <a:pt x="220" y="1682"/>
                  <a:pt x="195" y="1723"/>
                  <a:pt x="157" y="1759"/>
                </a:cubicBezTo>
                <a:cubicBezTo>
                  <a:pt x="148" y="1786"/>
                  <a:pt x="134" y="1806"/>
                  <a:pt x="118" y="1830"/>
                </a:cubicBezTo>
                <a:cubicBezTo>
                  <a:pt x="105" y="1869"/>
                  <a:pt x="94" y="1901"/>
                  <a:pt x="86" y="1941"/>
                </a:cubicBezTo>
                <a:cubicBezTo>
                  <a:pt x="71" y="2114"/>
                  <a:pt x="76" y="2003"/>
                  <a:pt x="94" y="2272"/>
                </a:cubicBezTo>
                <a:cubicBezTo>
                  <a:pt x="100" y="2355"/>
                  <a:pt x="100" y="2409"/>
                  <a:pt x="126" y="2485"/>
                </a:cubicBezTo>
                <a:cubicBezTo>
                  <a:pt x="135" y="2510"/>
                  <a:pt x="169" y="2532"/>
                  <a:pt x="189" y="2548"/>
                </a:cubicBezTo>
                <a:cubicBezTo>
                  <a:pt x="296" y="2633"/>
                  <a:pt x="460" y="2638"/>
                  <a:pt x="591" y="2651"/>
                </a:cubicBezTo>
                <a:cubicBezTo>
                  <a:pt x="623" y="2654"/>
                  <a:pt x="654" y="2656"/>
                  <a:pt x="686" y="2659"/>
                </a:cubicBezTo>
                <a:cubicBezTo>
                  <a:pt x="887" y="2655"/>
                  <a:pt x="1087" y="2655"/>
                  <a:pt x="1286" y="2627"/>
                </a:cubicBezTo>
                <a:cubicBezTo>
                  <a:pt x="1313" y="2618"/>
                  <a:pt x="1354" y="2609"/>
                  <a:pt x="1380" y="2596"/>
                </a:cubicBezTo>
                <a:cubicBezTo>
                  <a:pt x="1407" y="2582"/>
                  <a:pt x="1430" y="2566"/>
                  <a:pt x="1459" y="2556"/>
                </a:cubicBezTo>
                <a:cubicBezTo>
                  <a:pt x="1474" y="2534"/>
                  <a:pt x="1511" y="2477"/>
                  <a:pt x="1530" y="2462"/>
                </a:cubicBezTo>
                <a:cubicBezTo>
                  <a:pt x="1590" y="2414"/>
                  <a:pt x="1708" y="2425"/>
                  <a:pt x="1767" y="2422"/>
                </a:cubicBezTo>
                <a:cubicBezTo>
                  <a:pt x="1827" y="2412"/>
                  <a:pt x="1882" y="2404"/>
                  <a:pt x="1933" y="2367"/>
                </a:cubicBezTo>
                <a:cubicBezTo>
                  <a:pt x="1944" y="2359"/>
                  <a:pt x="1954" y="2352"/>
                  <a:pt x="1964" y="2343"/>
                </a:cubicBezTo>
                <a:cubicBezTo>
                  <a:pt x="1981" y="2328"/>
                  <a:pt x="2012" y="2296"/>
                  <a:pt x="2012" y="2296"/>
                </a:cubicBezTo>
                <a:cubicBezTo>
                  <a:pt x="2033" y="2252"/>
                  <a:pt x="2067" y="2216"/>
                  <a:pt x="2083" y="2170"/>
                </a:cubicBezTo>
                <a:cubicBezTo>
                  <a:pt x="2078" y="2035"/>
                  <a:pt x="2066" y="1916"/>
                  <a:pt x="2059" y="1783"/>
                </a:cubicBezTo>
                <a:cubicBezTo>
                  <a:pt x="2052" y="1651"/>
                  <a:pt x="2043" y="1543"/>
                  <a:pt x="2004" y="1420"/>
                </a:cubicBezTo>
                <a:cubicBezTo>
                  <a:pt x="1987" y="1368"/>
                  <a:pt x="1947" y="1323"/>
                  <a:pt x="1917" y="1278"/>
                </a:cubicBezTo>
                <a:cubicBezTo>
                  <a:pt x="1922" y="1233"/>
                  <a:pt x="1913" y="1206"/>
                  <a:pt x="1940" y="1175"/>
                </a:cubicBezTo>
                <a:cubicBezTo>
                  <a:pt x="1955" y="1158"/>
                  <a:pt x="1972" y="1144"/>
                  <a:pt x="1988" y="1128"/>
                </a:cubicBezTo>
                <a:cubicBezTo>
                  <a:pt x="2002" y="1115"/>
                  <a:pt x="2035" y="1096"/>
                  <a:pt x="2035" y="1096"/>
                </a:cubicBezTo>
                <a:cubicBezTo>
                  <a:pt x="2083" y="1026"/>
                  <a:pt x="2016" y="1118"/>
                  <a:pt x="2075" y="1057"/>
                </a:cubicBezTo>
                <a:cubicBezTo>
                  <a:pt x="2124" y="1007"/>
                  <a:pt x="2053" y="1056"/>
                  <a:pt x="2114" y="1018"/>
                </a:cubicBezTo>
                <a:cubicBezTo>
                  <a:pt x="2136" y="986"/>
                  <a:pt x="2169" y="953"/>
                  <a:pt x="2201" y="931"/>
                </a:cubicBezTo>
                <a:cubicBezTo>
                  <a:pt x="2230" y="886"/>
                  <a:pt x="2258" y="841"/>
                  <a:pt x="2288" y="797"/>
                </a:cubicBezTo>
                <a:cubicBezTo>
                  <a:pt x="2297" y="771"/>
                  <a:pt x="2303" y="744"/>
                  <a:pt x="2311" y="718"/>
                </a:cubicBezTo>
                <a:cubicBezTo>
                  <a:pt x="2316" y="702"/>
                  <a:pt x="2327" y="670"/>
                  <a:pt x="2327" y="670"/>
                </a:cubicBezTo>
                <a:cubicBezTo>
                  <a:pt x="2338" y="569"/>
                  <a:pt x="2344" y="463"/>
                  <a:pt x="2319" y="363"/>
                </a:cubicBezTo>
                <a:cubicBezTo>
                  <a:pt x="2274" y="184"/>
                  <a:pt x="2118" y="59"/>
                  <a:pt x="1940" y="39"/>
                </a:cubicBezTo>
                <a:cubicBezTo>
                  <a:pt x="1917" y="33"/>
                  <a:pt x="1812" y="0"/>
                  <a:pt x="1791" y="0"/>
                </a:cubicBezTo>
                <a:cubicBezTo>
                  <a:pt x="1754" y="0"/>
                  <a:pt x="1717" y="5"/>
                  <a:pt x="1680" y="8"/>
                </a:cubicBezTo>
                <a:close/>
              </a:path>
            </a:pathLst>
          </a:custGeom>
          <a:noFill/>
          <a:ln w="28575" cap="flat" cmpd="sng">
            <a:solidFill>
              <a:srgbClr val="FFFF00">
                <a:alpha val="100000"/>
              </a:srgb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83" name="Rectangle 63"/>
          <p:cNvSpPr/>
          <p:nvPr>
            <p:custDataLst>
              <p:tags r:id="rId14"/>
            </p:custDataLst>
          </p:nvPr>
        </p:nvSpPr>
        <p:spPr>
          <a:xfrm>
            <a:off x="698500" y="244348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财务科</a:t>
            </a:r>
          </a:p>
        </p:txBody>
      </p:sp>
      <p:pic>
        <p:nvPicPr>
          <p:cNvPr id="74784" name="Picture 64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1003300" y="18338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85" name="Freeform 65"/>
          <p:cNvSpPr/>
          <p:nvPr>
            <p:custDataLst>
              <p:tags r:id="rId15"/>
            </p:custDataLst>
          </p:nvPr>
        </p:nvSpPr>
        <p:spPr>
          <a:xfrm>
            <a:off x="501650" y="1598930"/>
            <a:ext cx="5118100" cy="2747645"/>
          </a:xfrm>
          <a:custGeom>
            <a:avLst/>
            <a:gdLst/>
            <a:ahLst/>
            <a:cxnLst>
              <a:cxn ang="0">
                <a:pos x="28" y="556"/>
              </a:cxn>
              <a:cxn ang="0">
                <a:pos x="28" y="769"/>
              </a:cxn>
              <a:cxn ang="0">
                <a:pos x="60" y="919"/>
              </a:cxn>
              <a:cxn ang="0">
                <a:pos x="328" y="1005"/>
              </a:cxn>
              <a:cxn ang="0">
                <a:pos x="525" y="1013"/>
              </a:cxn>
              <a:cxn ang="0">
                <a:pos x="667" y="1021"/>
              </a:cxn>
              <a:cxn ang="0">
                <a:pos x="999" y="1076"/>
              </a:cxn>
              <a:cxn ang="0">
                <a:pos x="1180" y="1147"/>
              </a:cxn>
              <a:cxn ang="0">
                <a:pos x="1275" y="1203"/>
              </a:cxn>
              <a:cxn ang="0">
                <a:pos x="1314" y="1234"/>
              </a:cxn>
              <a:cxn ang="0">
                <a:pos x="1385" y="1289"/>
              </a:cxn>
              <a:cxn ang="0">
                <a:pos x="1432" y="1305"/>
              </a:cxn>
              <a:cxn ang="0">
                <a:pos x="1464" y="1321"/>
              </a:cxn>
              <a:cxn ang="0">
                <a:pos x="1488" y="1337"/>
              </a:cxn>
              <a:cxn ang="0">
                <a:pos x="1646" y="1384"/>
              </a:cxn>
              <a:cxn ang="0">
                <a:pos x="1788" y="1439"/>
              </a:cxn>
              <a:cxn ang="0">
                <a:pos x="1843" y="1463"/>
              </a:cxn>
              <a:cxn ang="0">
                <a:pos x="1898" y="1487"/>
              </a:cxn>
              <a:cxn ang="0">
                <a:pos x="1930" y="1503"/>
              </a:cxn>
              <a:cxn ang="0">
                <a:pos x="1953" y="1518"/>
              </a:cxn>
              <a:cxn ang="0">
                <a:pos x="2001" y="1534"/>
              </a:cxn>
              <a:cxn ang="0">
                <a:pos x="2174" y="1621"/>
              </a:cxn>
              <a:cxn ang="0">
                <a:pos x="2332" y="1668"/>
              </a:cxn>
              <a:cxn ang="0">
                <a:pos x="2821" y="1731"/>
              </a:cxn>
              <a:cxn ang="0">
                <a:pos x="3097" y="1708"/>
              </a:cxn>
              <a:cxn ang="0">
                <a:pos x="3200" y="1605"/>
              </a:cxn>
              <a:cxn ang="0">
                <a:pos x="3224" y="1526"/>
              </a:cxn>
              <a:cxn ang="0">
                <a:pos x="3168" y="1353"/>
              </a:cxn>
              <a:cxn ang="0">
                <a:pos x="3097" y="1274"/>
              </a:cxn>
              <a:cxn ang="0">
                <a:pos x="3058" y="1234"/>
              </a:cxn>
              <a:cxn ang="0">
                <a:pos x="2995" y="1171"/>
              </a:cxn>
              <a:cxn ang="0">
                <a:pos x="2766" y="990"/>
              </a:cxn>
              <a:cxn ang="0">
                <a:pos x="2703" y="927"/>
              </a:cxn>
              <a:cxn ang="0">
                <a:pos x="2419" y="611"/>
              </a:cxn>
              <a:cxn ang="0">
                <a:pos x="2300" y="532"/>
              </a:cxn>
              <a:cxn ang="0">
                <a:pos x="2087" y="406"/>
              </a:cxn>
              <a:cxn ang="0">
                <a:pos x="2016" y="358"/>
              </a:cxn>
              <a:cxn ang="0">
                <a:pos x="1969" y="343"/>
              </a:cxn>
              <a:cxn ang="0">
                <a:pos x="1630" y="193"/>
              </a:cxn>
              <a:cxn ang="0">
                <a:pos x="1567" y="161"/>
              </a:cxn>
              <a:cxn ang="0">
                <a:pos x="1543" y="145"/>
              </a:cxn>
              <a:cxn ang="0">
                <a:pos x="1425" y="106"/>
              </a:cxn>
              <a:cxn ang="0">
                <a:pos x="1188" y="35"/>
              </a:cxn>
              <a:cxn ang="0">
                <a:pos x="849" y="11"/>
              </a:cxn>
              <a:cxn ang="0">
                <a:pos x="383" y="35"/>
              </a:cxn>
              <a:cxn ang="0">
                <a:pos x="288" y="106"/>
              </a:cxn>
              <a:cxn ang="0">
                <a:pos x="154" y="224"/>
              </a:cxn>
              <a:cxn ang="0">
                <a:pos x="4" y="532"/>
              </a:cxn>
              <a:cxn ang="0">
                <a:pos x="12" y="571"/>
              </a:cxn>
              <a:cxn ang="0">
                <a:pos x="36" y="587"/>
              </a:cxn>
              <a:cxn ang="0">
                <a:pos x="28" y="556"/>
              </a:cxn>
            </a:cxnLst>
            <a:rect l="0" t="0" r="0" b="0"/>
            <a:pathLst>
              <a:path w="3224" h="1731">
                <a:moveTo>
                  <a:pt x="28" y="556"/>
                </a:moveTo>
                <a:cubicBezTo>
                  <a:pt x="0" y="638"/>
                  <a:pt x="16" y="581"/>
                  <a:pt x="28" y="769"/>
                </a:cubicBezTo>
                <a:cubicBezTo>
                  <a:pt x="31" y="812"/>
                  <a:pt x="35" y="881"/>
                  <a:pt x="60" y="919"/>
                </a:cubicBezTo>
                <a:cubicBezTo>
                  <a:pt x="109" y="994"/>
                  <a:pt x="252" y="1001"/>
                  <a:pt x="328" y="1005"/>
                </a:cubicBezTo>
                <a:cubicBezTo>
                  <a:pt x="394" y="1009"/>
                  <a:pt x="459" y="1010"/>
                  <a:pt x="525" y="1013"/>
                </a:cubicBezTo>
                <a:cubicBezTo>
                  <a:pt x="572" y="1015"/>
                  <a:pt x="620" y="1017"/>
                  <a:pt x="667" y="1021"/>
                </a:cubicBezTo>
                <a:cubicBezTo>
                  <a:pt x="776" y="1029"/>
                  <a:pt x="894" y="1043"/>
                  <a:pt x="999" y="1076"/>
                </a:cubicBezTo>
                <a:cubicBezTo>
                  <a:pt x="1060" y="1095"/>
                  <a:pt x="1117" y="1133"/>
                  <a:pt x="1180" y="1147"/>
                </a:cubicBezTo>
                <a:cubicBezTo>
                  <a:pt x="1213" y="1170"/>
                  <a:pt x="1243" y="1182"/>
                  <a:pt x="1275" y="1203"/>
                </a:cubicBezTo>
                <a:cubicBezTo>
                  <a:pt x="1308" y="1254"/>
                  <a:pt x="1269" y="1204"/>
                  <a:pt x="1314" y="1234"/>
                </a:cubicBezTo>
                <a:cubicBezTo>
                  <a:pt x="1339" y="1251"/>
                  <a:pt x="1356" y="1276"/>
                  <a:pt x="1385" y="1289"/>
                </a:cubicBezTo>
                <a:cubicBezTo>
                  <a:pt x="1400" y="1296"/>
                  <a:pt x="1417" y="1298"/>
                  <a:pt x="1432" y="1305"/>
                </a:cubicBezTo>
                <a:cubicBezTo>
                  <a:pt x="1443" y="1310"/>
                  <a:pt x="1454" y="1315"/>
                  <a:pt x="1464" y="1321"/>
                </a:cubicBezTo>
                <a:cubicBezTo>
                  <a:pt x="1472" y="1326"/>
                  <a:pt x="1479" y="1333"/>
                  <a:pt x="1488" y="1337"/>
                </a:cubicBezTo>
                <a:cubicBezTo>
                  <a:pt x="1530" y="1359"/>
                  <a:pt x="1598" y="1372"/>
                  <a:pt x="1646" y="1384"/>
                </a:cubicBezTo>
                <a:cubicBezTo>
                  <a:pt x="1689" y="1414"/>
                  <a:pt x="1741" y="1419"/>
                  <a:pt x="1788" y="1439"/>
                </a:cubicBezTo>
                <a:cubicBezTo>
                  <a:pt x="1871" y="1474"/>
                  <a:pt x="1776" y="1441"/>
                  <a:pt x="1843" y="1463"/>
                </a:cubicBezTo>
                <a:cubicBezTo>
                  <a:pt x="1889" y="1495"/>
                  <a:pt x="1841" y="1466"/>
                  <a:pt x="1898" y="1487"/>
                </a:cubicBezTo>
                <a:cubicBezTo>
                  <a:pt x="1909" y="1491"/>
                  <a:pt x="1920" y="1497"/>
                  <a:pt x="1930" y="1503"/>
                </a:cubicBezTo>
                <a:cubicBezTo>
                  <a:pt x="1938" y="1507"/>
                  <a:pt x="1945" y="1514"/>
                  <a:pt x="1953" y="1518"/>
                </a:cubicBezTo>
                <a:cubicBezTo>
                  <a:pt x="1968" y="1525"/>
                  <a:pt x="2001" y="1534"/>
                  <a:pt x="2001" y="1534"/>
                </a:cubicBezTo>
                <a:cubicBezTo>
                  <a:pt x="2048" y="1567"/>
                  <a:pt x="2117" y="1606"/>
                  <a:pt x="2174" y="1621"/>
                </a:cubicBezTo>
                <a:cubicBezTo>
                  <a:pt x="2220" y="1652"/>
                  <a:pt x="2278" y="1656"/>
                  <a:pt x="2332" y="1668"/>
                </a:cubicBezTo>
                <a:cubicBezTo>
                  <a:pt x="2492" y="1703"/>
                  <a:pt x="2658" y="1716"/>
                  <a:pt x="2821" y="1731"/>
                </a:cubicBezTo>
                <a:cubicBezTo>
                  <a:pt x="2977" y="1725"/>
                  <a:pt x="2990" y="1730"/>
                  <a:pt x="3097" y="1708"/>
                </a:cubicBezTo>
                <a:cubicBezTo>
                  <a:pt x="3137" y="1681"/>
                  <a:pt x="3178" y="1650"/>
                  <a:pt x="3200" y="1605"/>
                </a:cubicBezTo>
                <a:cubicBezTo>
                  <a:pt x="3212" y="1581"/>
                  <a:pt x="3216" y="1551"/>
                  <a:pt x="3224" y="1526"/>
                </a:cubicBezTo>
                <a:cubicBezTo>
                  <a:pt x="3216" y="1468"/>
                  <a:pt x="3201" y="1403"/>
                  <a:pt x="3168" y="1353"/>
                </a:cubicBezTo>
                <a:cubicBezTo>
                  <a:pt x="3149" y="1324"/>
                  <a:pt x="3119" y="1300"/>
                  <a:pt x="3097" y="1274"/>
                </a:cubicBezTo>
                <a:cubicBezTo>
                  <a:pt x="3062" y="1232"/>
                  <a:pt x="3105" y="1265"/>
                  <a:pt x="3058" y="1234"/>
                </a:cubicBezTo>
                <a:cubicBezTo>
                  <a:pt x="3040" y="1208"/>
                  <a:pt x="3021" y="1189"/>
                  <a:pt x="2995" y="1171"/>
                </a:cubicBezTo>
                <a:cubicBezTo>
                  <a:pt x="2955" y="1111"/>
                  <a:pt x="2828" y="1034"/>
                  <a:pt x="2766" y="990"/>
                </a:cubicBezTo>
                <a:cubicBezTo>
                  <a:pt x="2739" y="970"/>
                  <a:pt x="2732" y="945"/>
                  <a:pt x="2703" y="927"/>
                </a:cubicBezTo>
                <a:cubicBezTo>
                  <a:pt x="2615" y="810"/>
                  <a:pt x="2537" y="699"/>
                  <a:pt x="2419" y="611"/>
                </a:cubicBezTo>
                <a:cubicBezTo>
                  <a:pt x="2381" y="583"/>
                  <a:pt x="2345" y="547"/>
                  <a:pt x="2300" y="532"/>
                </a:cubicBezTo>
                <a:cubicBezTo>
                  <a:pt x="2235" y="482"/>
                  <a:pt x="2158" y="446"/>
                  <a:pt x="2087" y="406"/>
                </a:cubicBezTo>
                <a:cubicBezTo>
                  <a:pt x="2021" y="369"/>
                  <a:pt x="2094" y="393"/>
                  <a:pt x="2016" y="358"/>
                </a:cubicBezTo>
                <a:cubicBezTo>
                  <a:pt x="2001" y="351"/>
                  <a:pt x="1969" y="343"/>
                  <a:pt x="1969" y="343"/>
                </a:cubicBezTo>
                <a:cubicBezTo>
                  <a:pt x="1876" y="273"/>
                  <a:pt x="1736" y="242"/>
                  <a:pt x="1630" y="193"/>
                </a:cubicBezTo>
                <a:cubicBezTo>
                  <a:pt x="1609" y="183"/>
                  <a:pt x="1587" y="174"/>
                  <a:pt x="1567" y="161"/>
                </a:cubicBezTo>
                <a:cubicBezTo>
                  <a:pt x="1559" y="156"/>
                  <a:pt x="1552" y="149"/>
                  <a:pt x="1543" y="145"/>
                </a:cubicBezTo>
                <a:cubicBezTo>
                  <a:pt x="1506" y="127"/>
                  <a:pt x="1463" y="120"/>
                  <a:pt x="1425" y="106"/>
                </a:cubicBezTo>
                <a:cubicBezTo>
                  <a:pt x="1346" y="77"/>
                  <a:pt x="1270" y="52"/>
                  <a:pt x="1188" y="35"/>
                </a:cubicBezTo>
                <a:cubicBezTo>
                  <a:pt x="1079" y="13"/>
                  <a:pt x="958" y="15"/>
                  <a:pt x="849" y="11"/>
                </a:cubicBezTo>
                <a:cubicBezTo>
                  <a:pt x="560" y="17"/>
                  <a:pt x="557" y="0"/>
                  <a:pt x="383" y="35"/>
                </a:cubicBezTo>
                <a:cubicBezTo>
                  <a:pt x="349" y="58"/>
                  <a:pt x="322" y="84"/>
                  <a:pt x="288" y="106"/>
                </a:cubicBezTo>
                <a:cubicBezTo>
                  <a:pt x="256" y="158"/>
                  <a:pt x="194" y="179"/>
                  <a:pt x="154" y="224"/>
                </a:cubicBezTo>
                <a:cubicBezTo>
                  <a:pt x="84" y="302"/>
                  <a:pt x="29" y="431"/>
                  <a:pt x="4" y="532"/>
                </a:cubicBezTo>
                <a:cubicBezTo>
                  <a:pt x="7" y="545"/>
                  <a:pt x="5" y="560"/>
                  <a:pt x="12" y="571"/>
                </a:cubicBezTo>
                <a:cubicBezTo>
                  <a:pt x="17" y="579"/>
                  <a:pt x="29" y="594"/>
                  <a:pt x="36" y="587"/>
                </a:cubicBezTo>
                <a:cubicBezTo>
                  <a:pt x="44" y="580"/>
                  <a:pt x="31" y="566"/>
                  <a:pt x="28" y="556"/>
                </a:cubicBezTo>
                <a:close/>
              </a:path>
            </a:pathLst>
          </a:custGeom>
          <a:noFill/>
          <a:ln w="28575" cap="flat" cmpd="sng">
            <a:solidFill>
              <a:schemeClr val="dk1">
                <a:alpha val="100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63" name="Oval 3"/>
          <p:cNvSpPr/>
          <p:nvPr>
            <p:custDataLst>
              <p:tags r:id="rId16"/>
            </p:custDataLst>
          </p:nvPr>
        </p:nvSpPr>
        <p:spPr>
          <a:xfrm>
            <a:off x="37465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74764" name="Oval 4"/>
          <p:cNvSpPr/>
          <p:nvPr>
            <p:custDataLst>
              <p:tags r:id="rId17"/>
            </p:custDataLst>
          </p:nvPr>
        </p:nvSpPr>
        <p:spPr>
          <a:xfrm>
            <a:off x="47371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74765" name="Oval 5"/>
          <p:cNvSpPr/>
          <p:nvPr>
            <p:custDataLst>
              <p:tags r:id="rId18"/>
            </p:custDataLst>
          </p:nvPr>
        </p:nvSpPr>
        <p:spPr>
          <a:xfrm>
            <a:off x="35941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74766" name="Oval 6"/>
          <p:cNvSpPr/>
          <p:nvPr>
            <p:custDataLst>
              <p:tags r:id="rId19"/>
            </p:custDataLst>
          </p:nvPr>
        </p:nvSpPr>
        <p:spPr>
          <a:xfrm>
            <a:off x="3594100" y="2595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74767" name="Oval 7"/>
          <p:cNvSpPr/>
          <p:nvPr>
            <p:custDataLst>
              <p:tags r:id="rId20"/>
            </p:custDataLst>
          </p:nvPr>
        </p:nvSpPr>
        <p:spPr>
          <a:xfrm>
            <a:off x="4965700" y="2671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74768" name="Oval 8"/>
          <p:cNvSpPr/>
          <p:nvPr>
            <p:custDataLst>
              <p:tags r:id="rId21"/>
            </p:custDataLst>
          </p:nvPr>
        </p:nvSpPr>
        <p:spPr>
          <a:xfrm>
            <a:off x="26035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住址</a:t>
            </a:r>
          </a:p>
        </p:txBody>
      </p:sp>
      <p:sp>
        <p:nvSpPr>
          <p:cNvPr id="74769" name="Oval 9"/>
          <p:cNvSpPr/>
          <p:nvPr>
            <p:custDataLst>
              <p:tags r:id="rId22"/>
            </p:custDataLst>
          </p:nvPr>
        </p:nvSpPr>
        <p:spPr>
          <a:xfrm>
            <a:off x="49657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籍贯</a:t>
            </a:r>
          </a:p>
        </p:txBody>
      </p:sp>
      <p:sp>
        <p:nvSpPr>
          <p:cNvPr id="74770" name="Oval 12"/>
          <p:cNvSpPr/>
          <p:nvPr>
            <p:custDataLst>
              <p:tags r:id="rId23"/>
            </p:custDataLst>
          </p:nvPr>
        </p:nvSpPr>
        <p:spPr>
          <a:xfrm>
            <a:off x="2603500" y="3052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补贴</a:t>
            </a:r>
          </a:p>
        </p:txBody>
      </p:sp>
      <p:sp>
        <p:nvSpPr>
          <p:cNvPr id="74771" name="Oval 33"/>
          <p:cNvSpPr/>
          <p:nvPr>
            <p:custDataLst>
              <p:tags r:id="rId24"/>
            </p:custDataLst>
          </p:nvPr>
        </p:nvSpPr>
        <p:spPr>
          <a:xfrm>
            <a:off x="37465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74772" name="Oval 34"/>
          <p:cNvSpPr/>
          <p:nvPr>
            <p:custDataLst>
              <p:tags r:id="rId25"/>
            </p:custDataLst>
          </p:nvPr>
        </p:nvSpPr>
        <p:spPr>
          <a:xfrm>
            <a:off x="47371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74773" name="Oval 35"/>
          <p:cNvSpPr/>
          <p:nvPr>
            <p:custDataLst>
              <p:tags r:id="rId26"/>
            </p:custDataLst>
          </p:nvPr>
        </p:nvSpPr>
        <p:spPr>
          <a:xfrm>
            <a:off x="35941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74774" name="Oval 36"/>
          <p:cNvSpPr/>
          <p:nvPr>
            <p:custDataLst>
              <p:tags r:id="rId27"/>
            </p:custDataLst>
          </p:nvPr>
        </p:nvSpPr>
        <p:spPr>
          <a:xfrm>
            <a:off x="3594100" y="2595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74775" name="Oval 37"/>
          <p:cNvSpPr/>
          <p:nvPr>
            <p:custDataLst>
              <p:tags r:id="rId28"/>
            </p:custDataLst>
          </p:nvPr>
        </p:nvSpPr>
        <p:spPr>
          <a:xfrm>
            <a:off x="4965700" y="2671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74776" name="Oval 38"/>
          <p:cNvSpPr/>
          <p:nvPr>
            <p:custDataLst>
              <p:tags r:id="rId29"/>
            </p:custDataLst>
          </p:nvPr>
        </p:nvSpPr>
        <p:spPr>
          <a:xfrm>
            <a:off x="26035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住址</a:t>
            </a:r>
          </a:p>
        </p:txBody>
      </p:sp>
      <p:sp>
        <p:nvSpPr>
          <p:cNvPr id="74777" name="Oval 39"/>
          <p:cNvSpPr/>
          <p:nvPr>
            <p:custDataLst>
              <p:tags r:id="rId30"/>
            </p:custDataLst>
          </p:nvPr>
        </p:nvSpPr>
        <p:spPr>
          <a:xfrm>
            <a:off x="49657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籍贯</a:t>
            </a:r>
          </a:p>
        </p:txBody>
      </p:sp>
      <p:sp>
        <p:nvSpPr>
          <p:cNvPr id="74778" name="Oval 42"/>
          <p:cNvSpPr/>
          <p:nvPr>
            <p:custDataLst>
              <p:tags r:id="rId31"/>
            </p:custDataLst>
          </p:nvPr>
        </p:nvSpPr>
        <p:spPr>
          <a:xfrm>
            <a:off x="2603500" y="3052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补贴</a:t>
            </a:r>
          </a:p>
        </p:txBody>
      </p:sp>
      <p:sp>
        <p:nvSpPr>
          <p:cNvPr id="74780" name="Freeform 70"/>
          <p:cNvSpPr/>
          <p:nvPr>
            <p:custDataLst>
              <p:tags r:id="rId32"/>
            </p:custDataLst>
          </p:nvPr>
        </p:nvSpPr>
        <p:spPr>
          <a:xfrm>
            <a:off x="1122680" y="2492375"/>
            <a:ext cx="4371975" cy="3768725"/>
          </a:xfrm>
          <a:custGeom>
            <a:avLst/>
            <a:gdLst/>
            <a:ahLst/>
            <a:cxnLst>
              <a:cxn ang="0">
                <a:pos x="142" y="1720"/>
              </a:cxn>
              <a:cxn ang="0">
                <a:pos x="197" y="1665"/>
              </a:cxn>
              <a:cxn ang="0">
                <a:pos x="363" y="1507"/>
              </a:cxn>
              <a:cxn ang="0">
                <a:pos x="434" y="1460"/>
              </a:cxn>
              <a:cxn ang="0">
                <a:pos x="599" y="1310"/>
              </a:cxn>
              <a:cxn ang="0">
                <a:pos x="702" y="1168"/>
              </a:cxn>
              <a:cxn ang="0">
                <a:pos x="891" y="1066"/>
              </a:cxn>
              <a:cxn ang="0">
                <a:pos x="1128" y="963"/>
              </a:cxn>
              <a:cxn ang="0">
                <a:pos x="1199" y="916"/>
              </a:cxn>
              <a:cxn ang="0">
                <a:pos x="1294" y="829"/>
              </a:cxn>
              <a:cxn ang="0">
                <a:pos x="1349" y="750"/>
              </a:cxn>
              <a:cxn ang="0">
                <a:pos x="1373" y="679"/>
              </a:cxn>
              <a:cxn ang="0">
                <a:pos x="1420" y="497"/>
              </a:cxn>
              <a:cxn ang="0">
                <a:pos x="1507" y="190"/>
              </a:cxn>
              <a:cxn ang="0">
                <a:pos x="1665" y="56"/>
              </a:cxn>
              <a:cxn ang="0">
                <a:pos x="1822" y="0"/>
              </a:cxn>
              <a:cxn ang="0">
                <a:pos x="1980" y="71"/>
              </a:cxn>
              <a:cxn ang="0">
                <a:pos x="2012" y="119"/>
              </a:cxn>
              <a:cxn ang="0">
                <a:pos x="2028" y="142"/>
              </a:cxn>
              <a:cxn ang="0">
                <a:pos x="2067" y="348"/>
              </a:cxn>
              <a:cxn ang="0">
                <a:pos x="2083" y="466"/>
              </a:cxn>
              <a:cxn ang="0">
                <a:pos x="2122" y="505"/>
              </a:cxn>
              <a:cxn ang="0">
                <a:pos x="2383" y="600"/>
              </a:cxn>
              <a:cxn ang="0">
                <a:pos x="2517" y="663"/>
              </a:cxn>
              <a:cxn ang="0">
                <a:pos x="2596" y="703"/>
              </a:cxn>
              <a:cxn ang="0">
                <a:pos x="2714" y="766"/>
              </a:cxn>
              <a:cxn ang="0">
                <a:pos x="2753" y="853"/>
              </a:cxn>
              <a:cxn ang="0">
                <a:pos x="2714" y="1050"/>
              </a:cxn>
              <a:cxn ang="0">
                <a:pos x="2517" y="1208"/>
              </a:cxn>
              <a:cxn ang="0">
                <a:pos x="2398" y="1286"/>
              </a:cxn>
              <a:cxn ang="0">
                <a:pos x="2177" y="1373"/>
              </a:cxn>
              <a:cxn ang="0">
                <a:pos x="2154" y="1389"/>
              </a:cxn>
              <a:cxn ang="0">
                <a:pos x="2106" y="1405"/>
              </a:cxn>
              <a:cxn ang="0">
                <a:pos x="2035" y="1444"/>
              </a:cxn>
              <a:cxn ang="0">
                <a:pos x="1941" y="1563"/>
              </a:cxn>
              <a:cxn ang="0">
                <a:pos x="1870" y="1634"/>
              </a:cxn>
              <a:cxn ang="0">
                <a:pos x="1736" y="1728"/>
              </a:cxn>
              <a:cxn ang="0">
                <a:pos x="1633" y="1815"/>
              </a:cxn>
              <a:cxn ang="0">
                <a:pos x="1436" y="2012"/>
              </a:cxn>
              <a:cxn ang="0">
                <a:pos x="1262" y="2178"/>
              </a:cxn>
              <a:cxn ang="0">
                <a:pos x="1168" y="2233"/>
              </a:cxn>
              <a:cxn ang="0">
                <a:pos x="883" y="2336"/>
              </a:cxn>
              <a:cxn ang="0">
                <a:pos x="284" y="2265"/>
              </a:cxn>
              <a:cxn ang="0">
                <a:pos x="94" y="2107"/>
              </a:cxn>
              <a:cxn ang="0">
                <a:pos x="31" y="2028"/>
              </a:cxn>
              <a:cxn ang="0">
                <a:pos x="87" y="1776"/>
              </a:cxn>
              <a:cxn ang="0">
                <a:pos x="150" y="1720"/>
              </a:cxn>
              <a:cxn ang="0">
                <a:pos x="173" y="1713"/>
              </a:cxn>
              <a:cxn ang="0">
                <a:pos x="142" y="1720"/>
              </a:cxn>
            </a:cxnLst>
            <a:rect l="0" t="0" r="0" b="0"/>
            <a:pathLst>
              <a:path w="2754" h="2374">
                <a:moveTo>
                  <a:pt x="142" y="1720"/>
                </a:moveTo>
                <a:cubicBezTo>
                  <a:pt x="178" y="1668"/>
                  <a:pt x="132" y="1730"/>
                  <a:pt x="197" y="1665"/>
                </a:cubicBezTo>
                <a:cubicBezTo>
                  <a:pt x="253" y="1609"/>
                  <a:pt x="299" y="1554"/>
                  <a:pt x="363" y="1507"/>
                </a:cubicBezTo>
                <a:cubicBezTo>
                  <a:pt x="386" y="1490"/>
                  <a:pt x="414" y="1480"/>
                  <a:pt x="434" y="1460"/>
                </a:cubicBezTo>
                <a:cubicBezTo>
                  <a:pt x="487" y="1407"/>
                  <a:pt x="542" y="1358"/>
                  <a:pt x="599" y="1310"/>
                </a:cubicBezTo>
                <a:cubicBezTo>
                  <a:pt x="646" y="1270"/>
                  <a:pt x="660" y="1210"/>
                  <a:pt x="702" y="1168"/>
                </a:cubicBezTo>
                <a:cubicBezTo>
                  <a:pt x="753" y="1117"/>
                  <a:pt x="823" y="1087"/>
                  <a:pt x="891" y="1066"/>
                </a:cubicBezTo>
                <a:cubicBezTo>
                  <a:pt x="962" y="1019"/>
                  <a:pt x="1057" y="1012"/>
                  <a:pt x="1128" y="963"/>
                </a:cubicBezTo>
                <a:cubicBezTo>
                  <a:pt x="1151" y="947"/>
                  <a:pt x="1178" y="935"/>
                  <a:pt x="1199" y="916"/>
                </a:cubicBezTo>
                <a:cubicBezTo>
                  <a:pt x="1233" y="886"/>
                  <a:pt x="1257" y="854"/>
                  <a:pt x="1294" y="829"/>
                </a:cubicBezTo>
                <a:cubicBezTo>
                  <a:pt x="1339" y="766"/>
                  <a:pt x="1321" y="793"/>
                  <a:pt x="1349" y="750"/>
                </a:cubicBezTo>
                <a:cubicBezTo>
                  <a:pt x="1350" y="749"/>
                  <a:pt x="1369" y="691"/>
                  <a:pt x="1373" y="679"/>
                </a:cubicBezTo>
                <a:cubicBezTo>
                  <a:pt x="1393" y="619"/>
                  <a:pt x="1407" y="559"/>
                  <a:pt x="1420" y="497"/>
                </a:cubicBezTo>
                <a:cubicBezTo>
                  <a:pt x="1440" y="398"/>
                  <a:pt x="1447" y="276"/>
                  <a:pt x="1507" y="190"/>
                </a:cubicBezTo>
                <a:cubicBezTo>
                  <a:pt x="1531" y="118"/>
                  <a:pt x="1595" y="76"/>
                  <a:pt x="1665" y="56"/>
                </a:cubicBezTo>
                <a:cubicBezTo>
                  <a:pt x="1710" y="25"/>
                  <a:pt x="1770" y="13"/>
                  <a:pt x="1822" y="0"/>
                </a:cubicBezTo>
                <a:cubicBezTo>
                  <a:pt x="1917" y="12"/>
                  <a:pt x="1907" y="24"/>
                  <a:pt x="1980" y="71"/>
                </a:cubicBezTo>
                <a:cubicBezTo>
                  <a:pt x="1991" y="87"/>
                  <a:pt x="2001" y="103"/>
                  <a:pt x="2012" y="119"/>
                </a:cubicBezTo>
                <a:cubicBezTo>
                  <a:pt x="2017" y="127"/>
                  <a:pt x="2028" y="142"/>
                  <a:pt x="2028" y="142"/>
                </a:cubicBezTo>
                <a:cubicBezTo>
                  <a:pt x="2048" y="210"/>
                  <a:pt x="2060" y="277"/>
                  <a:pt x="2067" y="348"/>
                </a:cubicBezTo>
                <a:cubicBezTo>
                  <a:pt x="2068" y="362"/>
                  <a:pt x="2071" y="438"/>
                  <a:pt x="2083" y="466"/>
                </a:cubicBezTo>
                <a:cubicBezTo>
                  <a:pt x="2096" y="497"/>
                  <a:pt x="2098" y="485"/>
                  <a:pt x="2122" y="505"/>
                </a:cubicBezTo>
                <a:cubicBezTo>
                  <a:pt x="2195" y="566"/>
                  <a:pt x="2294" y="570"/>
                  <a:pt x="2383" y="600"/>
                </a:cubicBezTo>
                <a:cubicBezTo>
                  <a:pt x="2423" y="628"/>
                  <a:pt x="2474" y="639"/>
                  <a:pt x="2517" y="663"/>
                </a:cubicBezTo>
                <a:cubicBezTo>
                  <a:pt x="2597" y="707"/>
                  <a:pt x="2532" y="687"/>
                  <a:pt x="2596" y="703"/>
                </a:cubicBezTo>
                <a:cubicBezTo>
                  <a:pt x="2634" y="728"/>
                  <a:pt x="2676" y="741"/>
                  <a:pt x="2714" y="766"/>
                </a:cubicBezTo>
                <a:cubicBezTo>
                  <a:pt x="2754" y="824"/>
                  <a:pt x="2743" y="794"/>
                  <a:pt x="2753" y="853"/>
                </a:cubicBezTo>
                <a:cubicBezTo>
                  <a:pt x="2749" y="909"/>
                  <a:pt x="2752" y="998"/>
                  <a:pt x="2714" y="1050"/>
                </a:cubicBezTo>
                <a:cubicBezTo>
                  <a:pt x="2665" y="1118"/>
                  <a:pt x="2589" y="1165"/>
                  <a:pt x="2517" y="1208"/>
                </a:cubicBezTo>
                <a:cubicBezTo>
                  <a:pt x="2481" y="1229"/>
                  <a:pt x="2438" y="1272"/>
                  <a:pt x="2398" y="1286"/>
                </a:cubicBezTo>
                <a:cubicBezTo>
                  <a:pt x="2323" y="1312"/>
                  <a:pt x="2255" y="1354"/>
                  <a:pt x="2177" y="1373"/>
                </a:cubicBezTo>
                <a:cubicBezTo>
                  <a:pt x="2169" y="1378"/>
                  <a:pt x="2163" y="1385"/>
                  <a:pt x="2154" y="1389"/>
                </a:cubicBezTo>
                <a:cubicBezTo>
                  <a:pt x="2139" y="1396"/>
                  <a:pt x="2106" y="1405"/>
                  <a:pt x="2106" y="1405"/>
                </a:cubicBezTo>
                <a:cubicBezTo>
                  <a:pt x="2083" y="1421"/>
                  <a:pt x="2055" y="1426"/>
                  <a:pt x="2035" y="1444"/>
                </a:cubicBezTo>
                <a:cubicBezTo>
                  <a:pt x="1992" y="1482"/>
                  <a:pt x="1972" y="1515"/>
                  <a:pt x="1941" y="1563"/>
                </a:cubicBezTo>
                <a:cubicBezTo>
                  <a:pt x="1923" y="1591"/>
                  <a:pt x="1894" y="1610"/>
                  <a:pt x="1870" y="1634"/>
                </a:cubicBezTo>
                <a:cubicBezTo>
                  <a:pt x="1830" y="1674"/>
                  <a:pt x="1781" y="1698"/>
                  <a:pt x="1736" y="1728"/>
                </a:cubicBezTo>
                <a:cubicBezTo>
                  <a:pt x="1692" y="1757"/>
                  <a:pt x="1673" y="1788"/>
                  <a:pt x="1633" y="1815"/>
                </a:cubicBezTo>
                <a:cubicBezTo>
                  <a:pt x="1593" y="1875"/>
                  <a:pt x="1497" y="1972"/>
                  <a:pt x="1436" y="2012"/>
                </a:cubicBezTo>
                <a:cubicBezTo>
                  <a:pt x="1395" y="2074"/>
                  <a:pt x="1336" y="2153"/>
                  <a:pt x="1262" y="2178"/>
                </a:cubicBezTo>
                <a:cubicBezTo>
                  <a:pt x="1230" y="2200"/>
                  <a:pt x="1204" y="2220"/>
                  <a:pt x="1168" y="2233"/>
                </a:cubicBezTo>
                <a:cubicBezTo>
                  <a:pt x="1085" y="2295"/>
                  <a:pt x="985" y="2321"/>
                  <a:pt x="883" y="2336"/>
                </a:cubicBezTo>
                <a:cubicBezTo>
                  <a:pt x="774" y="2374"/>
                  <a:pt x="428" y="2351"/>
                  <a:pt x="284" y="2265"/>
                </a:cubicBezTo>
                <a:cubicBezTo>
                  <a:pt x="212" y="2222"/>
                  <a:pt x="163" y="2153"/>
                  <a:pt x="94" y="2107"/>
                </a:cubicBezTo>
                <a:cubicBezTo>
                  <a:pt x="76" y="2077"/>
                  <a:pt x="56" y="2053"/>
                  <a:pt x="31" y="2028"/>
                </a:cubicBezTo>
                <a:cubicBezTo>
                  <a:pt x="0" y="1938"/>
                  <a:pt x="39" y="1852"/>
                  <a:pt x="87" y="1776"/>
                </a:cubicBezTo>
                <a:cubicBezTo>
                  <a:pt x="112" y="1736"/>
                  <a:pt x="94" y="1757"/>
                  <a:pt x="150" y="1720"/>
                </a:cubicBezTo>
                <a:cubicBezTo>
                  <a:pt x="157" y="1716"/>
                  <a:pt x="181" y="1713"/>
                  <a:pt x="173" y="1713"/>
                </a:cubicBezTo>
                <a:cubicBezTo>
                  <a:pt x="162" y="1713"/>
                  <a:pt x="152" y="1718"/>
                  <a:pt x="142" y="1720"/>
                </a:cubicBezTo>
                <a:close/>
              </a:path>
            </a:pathLst>
          </a:custGeom>
          <a:noFill/>
          <a:ln w="28575" cap="flat" cmpd="sng">
            <a:solidFill>
              <a:srgbClr val="FF00FF">
                <a:alpha val="100000"/>
              </a:srgb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81" name="Rectangle 71"/>
          <p:cNvSpPr/>
          <p:nvPr>
            <p:custDataLst>
              <p:tags r:id="rId33"/>
            </p:custDataLst>
          </p:nvPr>
        </p:nvSpPr>
        <p:spPr>
          <a:xfrm>
            <a:off x="1536700" y="533908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房产科</a:t>
            </a:r>
          </a:p>
        </p:txBody>
      </p:sp>
      <p:pic>
        <p:nvPicPr>
          <p:cNvPr id="74782" name="Picture 72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1841500" y="47294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771528-BDC5-595F-71E8-813DAB443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4" y="1340768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数据库：是以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一定的组织方式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存贮在一起的相关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数据的集合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。它能以最佳的方式、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最少的数据冗余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为多种应用服务，程序与数据具有较高的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独立性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0120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6802" name="Text Box 2"/>
          <p:cNvSpPr txBox="1"/>
          <p:nvPr/>
        </p:nvSpPr>
        <p:spPr>
          <a:xfrm>
            <a:off x="453177" y="625929"/>
            <a:ext cx="41154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两种数据管理方式的对比</a:t>
            </a:r>
          </a:p>
        </p:txBody>
      </p:sp>
      <p:graphicFrame>
        <p:nvGraphicFramePr>
          <p:cNvPr id="3" name="Group 3"/>
          <p:cNvGraphicFramePr/>
          <p:nvPr>
            <p:extLst>
              <p:ext uri="{D42A27DB-BD31-4B8C-83A1-F6EECF244321}">
                <p14:modId xmlns:p14="http://schemas.microsoft.com/office/powerpoint/2010/main" val="2345300964"/>
              </p:ext>
            </p:extLst>
          </p:nvPr>
        </p:nvGraphicFramePr>
        <p:xfrm>
          <a:off x="456979" y="1381150"/>
          <a:ext cx="7980487" cy="4994380"/>
        </p:xfrm>
        <a:graphic>
          <a:graphicData uri="http://schemas.openxmlformats.org/drawingml/2006/table">
            <a:tbl>
              <a:tblPr/>
              <a:tblGrid>
                <a:gridCol w="1916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2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2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6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对比方面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文件系统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数据库系统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数据的管理者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文件系统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数据库管理系统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数据面向的对象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某一应用程序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整个应用系统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数据的共享程度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共享性差，冗余度大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共享性高，冗余度小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数据的独立性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独立性差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高度的物理独立性和逻辑独立性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数据的结构化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记录内有结构</a:t>
                      </a:r>
                      <a:endParaRPr kumimoji="0" lang="en-US" altLang="zh-CN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（在文件系统中，独立文件内部的数据一般是有结构的，但文件之间不存在联系，因此，从数据的整体来说是没有结构的）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整体结构化，用</a:t>
                      </a:r>
                      <a:r>
                        <a:rPr kumimoji="0" lang="zh-CN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数据模型描述</a:t>
                      </a:r>
                      <a:endParaRPr kumimoji="0" lang="en-US" altLang="zh-CN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（数据库系统虽然也常常分成许多单独的数据文件，并且文件内部也具有完整的数据结构，但是它更注意同一数据库中各数据文件之间的相互联系）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8850" name="Text Box 3"/>
          <p:cNvSpPr txBox="1"/>
          <p:nvPr/>
        </p:nvSpPr>
        <p:spPr>
          <a:xfrm>
            <a:off x="2071688" y="549275"/>
            <a:ext cx="3725862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银行文件处理系统</a:t>
            </a:r>
          </a:p>
        </p:txBody>
      </p:sp>
      <p:sp>
        <p:nvSpPr>
          <p:cNvPr id="78851" name="AutoShape 4"/>
          <p:cNvSpPr/>
          <p:nvPr>
            <p:custDataLst>
              <p:tags r:id="rId4"/>
            </p:custDataLst>
          </p:nvPr>
        </p:nvSpPr>
        <p:spPr>
          <a:xfrm>
            <a:off x="5802313" y="1328738"/>
            <a:ext cx="1006475" cy="701675"/>
          </a:xfrm>
          <a:prstGeom prst="flowChartMultidocument">
            <a:avLst/>
          </a:prstGeom>
          <a:solidFill>
            <a:srgbClr val="CC66FF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客户财务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</a:t>
            </a:r>
          </a:p>
        </p:txBody>
      </p:sp>
      <p:sp>
        <p:nvSpPr>
          <p:cNvPr id="78852" name="AutoShape 5"/>
          <p:cNvSpPr/>
          <p:nvPr>
            <p:custDataLst>
              <p:tags r:id="rId5"/>
            </p:custDataLst>
          </p:nvPr>
        </p:nvSpPr>
        <p:spPr>
          <a:xfrm>
            <a:off x="2697163" y="5380038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款程序</a:t>
            </a:r>
          </a:p>
        </p:txBody>
      </p:sp>
      <p:sp>
        <p:nvSpPr>
          <p:cNvPr id="78853" name="AutoShape 6"/>
          <p:cNvSpPr/>
          <p:nvPr>
            <p:custDataLst>
              <p:tags r:id="rId6"/>
            </p:custDataLst>
          </p:nvPr>
        </p:nvSpPr>
        <p:spPr>
          <a:xfrm>
            <a:off x="3452813" y="1406525"/>
            <a:ext cx="1090612" cy="544513"/>
          </a:xfrm>
          <a:prstGeom prst="flowChartProcess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帐户核对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</a:p>
        </p:txBody>
      </p:sp>
      <p:sp>
        <p:nvSpPr>
          <p:cNvPr id="78854" name="AutoShape 7"/>
          <p:cNvSpPr/>
          <p:nvPr>
            <p:custDataLst>
              <p:tags r:id="rId7"/>
            </p:custDataLst>
          </p:nvPr>
        </p:nvSpPr>
        <p:spPr>
          <a:xfrm>
            <a:off x="3452813" y="3043238"/>
            <a:ext cx="1090612" cy="544512"/>
          </a:xfrm>
          <a:prstGeom prst="flowChartProcess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存款处理</a:t>
            </a:r>
          </a:p>
        </p:txBody>
      </p:sp>
      <p:sp>
        <p:nvSpPr>
          <p:cNvPr id="78855" name="AutoShape 8"/>
          <p:cNvSpPr/>
          <p:nvPr>
            <p:custDataLst>
              <p:tags r:id="rId8"/>
            </p:custDataLst>
          </p:nvPr>
        </p:nvSpPr>
        <p:spPr>
          <a:xfrm>
            <a:off x="3452813" y="4678363"/>
            <a:ext cx="1090612" cy="546100"/>
          </a:xfrm>
          <a:prstGeom prst="flowChartProcess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分期贷款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</a:p>
        </p:txBody>
      </p:sp>
      <p:sp>
        <p:nvSpPr>
          <p:cNvPr id="78856" name="AutoShape 9"/>
          <p:cNvSpPr/>
          <p:nvPr>
            <p:custDataLst>
              <p:tags r:id="rId9"/>
            </p:custDataLst>
          </p:nvPr>
        </p:nvSpPr>
        <p:spPr>
          <a:xfrm>
            <a:off x="5886450" y="4600575"/>
            <a:ext cx="1006475" cy="701675"/>
          </a:xfrm>
          <a:prstGeom prst="flowChartMultidocument">
            <a:avLst/>
          </a:prstGeom>
          <a:solidFill>
            <a:srgbClr val="CC66FF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贷款分析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报告</a:t>
            </a:r>
          </a:p>
        </p:txBody>
      </p:sp>
      <p:sp>
        <p:nvSpPr>
          <p:cNvPr id="78857" name="AutoShape 10"/>
          <p:cNvSpPr/>
          <p:nvPr>
            <p:custDataLst>
              <p:tags r:id="rId10"/>
            </p:custDataLst>
          </p:nvPr>
        </p:nvSpPr>
        <p:spPr>
          <a:xfrm>
            <a:off x="5886450" y="2965450"/>
            <a:ext cx="1006475" cy="700088"/>
          </a:xfrm>
          <a:prstGeom prst="flowChartMultidocument">
            <a:avLst/>
          </a:prstGeom>
          <a:solidFill>
            <a:srgbClr val="CC66FF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客户票据</a:t>
            </a:r>
          </a:p>
        </p:txBody>
      </p:sp>
      <p:sp>
        <p:nvSpPr>
          <p:cNvPr id="78858" name="AutoShape 11"/>
          <p:cNvSpPr/>
          <p:nvPr>
            <p:custDataLst>
              <p:tags r:id="rId11"/>
            </p:custDataLst>
          </p:nvPr>
        </p:nvSpPr>
        <p:spPr>
          <a:xfrm>
            <a:off x="4459288" y="3743325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存款文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件修改</a:t>
            </a:r>
          </a:p>
        </p:txBody>
      </p:sp>
      <p:sp>
        <p:nvSpPr>
          <p:cNvPr id="78859" name="AutoShape 12"/>
          <p:cNvSpPr/>
          <p:nvPr>
            <p:custDataLst>
              <p:tags r:id="rId12"/>
            </p:custDataLst>
          </p:nvPr>
        </p:nvSpPr>
        <p:spPr>
          <a:xfrm>
            <a:off x="4375150" y="2108200"/>
            <a:ext cx="839788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文件修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改核对</a:t>
            </a:r>
          </a:p>
        </p:txBody>
      </p:sp>
      <p:sp>
        <p:nvSpPr>
          <p:cNvPr id="78860" name="AutoShape 13"/>
          <p:cNvSpPr/>
          <p:nvPr>
            <p:custDataLst>
              <p:tags r:id="rId13"/>
            </p:custDataLst>
          </p:nvPr>
        </p:nvSpPr>
        <p:spPr>
          <a:xfrm>
            <a:off x="2697163" y="2108200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帐户核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对程序</a:t>
            </a:r>
          </a:p>
        </p:txBody>
      </p:sp>
      <p:sp>
        <p:nvSpPr>
          <p:cNvPr id="78861" name="AutoShape 14"/>
          <p:cNvSpPr/>
          <p:nvPr>
            <p:custDataLst>
              <p:tags r:id="rId14"/>
            </p:custDataLst>
          </p:nvPr>
        </p:nvSpPr>
        <p:spPr>
          <a:xfrm>
            <a:off x="4459288" y="5380038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分期贷款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文件修改</a:t>
            </a:r>
          </a:p>
        </p:txBody>
      </p:sp>
      <p:sp>
        <p:nvSpPr>
          <p:cNvPr id="78862" name="AutoShape 15"/>
          <p:cNvSpPr/>
          <p:nvPr>
            <p:custDataLst>
              <p:tags r:id="rId15"/>
            </p:custDataLst>
          </p:nvPr>
        </p:nvSpPr>
        <p:spPr>
          <a:xfrm>
            <a:off x="2697163" y="3743325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程序</a:t>
            </a:r>
          </a:p>
        </p:txBody>
      </p:sp>
      <p:sp>
        <p:nvSpPr>
          <p:cNvPr id="78863" name="Rectangle 16"/>
          <p:cNvSpPr/>
          <p:nvPr>
            <p:custDataLst>
              <p:tags r:id="rId16"/>
            </p:custDataLst>
          </p:nvPr>
        </p:nvSpPr>
        <p:spPr>
          <a:xfrm>
            <a:off x="684213" y="3043238"/>
            <a:ext cx="1174750" cy="544512"/>
          </a:xfrm>
          <a:prstGeom prst="rect">
            <a:avLst/>
          </a:prstGeom>
          <a:solidFill>
            <a:schemeClr val="folHlink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  <a:effectLst>
            <a:outerShdw dist="107763" dir="18900000" algn="ctr" rotWithShape="0">
              <a:srgbClr val="808080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客户交易</a:t>
            </a:r>
          </a:p>
        </p:txBody>
      </p:sp>
      <p:sp>
        <p:nvSpPr>
          <p:cNvPr id="78864" name="Line 17"/>
          <p:cNvSpPr/>
          <p:nvPr>
            <p:custDataLst>
              <p:tags r:id="rId17"/>
            </p:custDataLst>
          </p:nvPr>
        </p:nvSpPr>
        <p:spPr>
          <a:xfrm flipV="1">
            <a:off x="3452813" y="1951038"/>
            <a:ext cx="334962" cy="23495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5" name="Line 18"/>
          <p:cNvSpPr/>
          <p:nvPr>
            <p:custDataLst>
              <p:tags r:id="rId18"/>
            </p:custDataLst>
          </p:nvPr>
        </p:nvSpPr>
        <p:spPr>
          <a:xfrm flipH="1" flipV="1">
            <a:off x="4208463" y="1951038"/>
            <a:ext cx="250825" cy="23495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8866" name="Line 19"/>
          <p:cNvSpPr/>
          <p:nvPr>
            <p:custDataLst>
              <p:tags r:id="rId19"/>
            </p:custDataLst>
          </p:nvPr>
        </p:nvSpPr>
        <p:spPr>
          <a:xfrm>
            <a:off x="4543425" y="1639888"/>
            <a:ext cx="1258888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7" name="Line 20"/>
          <p:cNvSpPr/>
          <p:nvPr>
            <p:custDataLst>
              <p:tags r:id="rId20"/>
            </p:custDataLst>
          </p:nvPr>
        </p:nvSpPr>
        <p:spPr>
          <a:xfrm>
            <a:off x="1858963" y="3276600"/>
            <a:ext cx="1593850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8" name="Line 21"/>
          <p:cNvSpPr/>
          <p:nvPr>
            <p:custDataLst>
              <p:tags r:id="rId21"/>
            </p:custDataLst>
          </p:nvPr>
        </p:nvSpPr>
        <p:spPr>
          <a:xfrm>
            <a:off x="4543425" y="3276600"/>
            <a:ext cx="134302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9" name="Line 22"/>
          <p:cNvSpPr/>
          <p:nvPr>
            <p:custDataLst>
              <p:tags r:id="rId22"/>
            </p:custDataLst>
          </p:nvPr>
        </p:nvSpPr>
        <p:spPr>
          <a:xfrm>
            <a:off x="4543425" y="4913313"/>
            <a:ext cx="134302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0" name="Line 23"/>
          <p:cNvSpPr/>
          <p:nvPr>
            <p:custDataLst>
              <p:tags r:id="rId23"/>
            </p:custDataLst>
          </p:nvPr>
        </p:nvSpPr>
        <p:spPr>
          <a:xfrm flipV="1">
            <a:off x="3452813" y="3587750"/>
            <a:ext cx="334962" cy="233363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1" name="Line 24"/>
          <p:cNvSpPr/>
          <p:nvPr>
            <p:custDataLst>
              <p:tags r:id="rId24"/>
            </p:custDataLst>
          </p:nvPr>
        </p:nvSpPr>
        <p:spPr>
          <a:xfrm>
            <a:off x="2446338" y="1639888"/>
            <a:ext cx="100647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2" name="Line 25"/>
          <p:cNvSpPr/>
          <p:nvPr>
            <p:custDataLst>
              <p:tags r:id="rId25"/>
            </p:custDataLst>
          </p:nvPr>
        </p:nvSpPr>
        <p:spPr>
          <a:xfrm flipH="1" flipV="1">
            <a:off x="4208463" y="3587750"/>
            <a:ext cx="334962" cy="233363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8873" name="Line 26"/>
          <p:cNvSpPr/>
          <p:nvPr>
            <p:custDataLst>
              <p:tags r:id="rId26"/>
            </p:custDataLst>
          </p:nvPr>
        </p:nvSpPr>
        <p:spPr>
          <a:xfrm>
            <a:off x="2446338" y="4913313"/>
            <a:ext cx="100647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4" name="Line 27"/>
          <p:cNvSpPr/>
          <p:nvPr>
            <p:custDataLst>
              <p:tags r:id="rId27"/>
            </p:custDataLst>
          </p:nvPr>
        </p:nvSpPr>
        <p:spPr>
          <a:xfrm flipV="1">
            <a:off x="2446338" y="1639888"/>
            <a:ext cx="0" cy="3273425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875" name="Line 28"/>
          <p:cNvSpPr/>
          <p:nvPr>
            <p:custDataLst>
              <p:tags r:id="rId28"/>
            </p:custDataLst>
          </p:nvPr>
        </p:nvSpPr>
        <p:spPr>
          <a:xfrm flipV="1">
            <a:off x="3452813" y="5224463"/>
            <a:ext cx="252412" cy="233362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6" name="Line 29"/>
          <p:cNvSpPr/>
          <p:nvPr>
            <p:custDataLst>
              <p:tags r:id="rId29"/>
            </p:custDataLst>
          </p:nvPr>
        </p:nvSpPr>
        <p:spPr>
          <a:xfrm flipH="1" flipV="1">
            <a:off x="4292600" y="5224463"/>
            <a:ext cx="334963" cy="233362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triangle" w="sm" len="sm"/>
            <a:tailEnd type="triangle" w="sm" len="sm"/>
          </a:ln>
        </p:spPr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7" r:link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9874" name="Text Box 2"/>
          <p:cNvSpPr txBox="1"/>
          <p:nvPr/>
        </p:nvSpPr>
        <p:spPr>
          <a:xfrm>
            <a:off x="1492250" y="692150"/>
            <a:ext cx="5622925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银行数据库处理系统</a:t>
            </a:r>
          </a:p>
        </p:txBody>
      </p:sp>
      <p:sp>
        <p:nvSpPr>
          <p:cNvPr id="79875" name="AutoShape 3"/>
          <p:cNvSpPr/>
          <p:nvPr>
            <p:custDataLst>
              <p:tags r:id="rId4"/>
            </p:custDataLst>
          </p:nvPr>
        </p:nvSpPr>
        <p:spPr>
          <a:xfrm>
            <a:off x="2924175" y="2187575"/>
            <a:ext cx="4600575" cy="528638"/>
          </a:xfrm>
          <a:prstGeom prst="flowChartProcess">
            <a:avLst/>
          </a:prstGeom>
          <a:solidFill>
            <a:srgbClr val="FF99CC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 户 交 易 处 理</a:t>
            </a:r>
          </a:p>
        </p:txBody>
      </p:sp>
      <p:sp>
        <p:nvSpPr>
          <p:cNvPr id="79876" name="AutoShape 4"/>
          <p:cNvSpPr/>
          <p:nvPr>
            <p:custDataLst>
              <p:tags r:id="rId5"/>
            </p:custDataLst>
          </p:nvPr>
        </p:nvSpPr>
        <p:spPr>
          <a:xfrm>
            <a:off x="900113" y="4564063"/>
            <a:ext cx="6408737" cy="527050"/>
          </a:xfrm>
          <a:prstGeom prst="flowChartProcess">
            <a:avLst/>
          </a:prstGeom>
          <a:solidFill>
            <a:srgbClr val="0099CC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 据 库 管 理 系 统</a:t>
            </a:r>
          </a:p>
        </p:txBody>
      </p:sp>
      <p:sp>
        <p:nvSpPr>
          <p:cNvPr id="79877" name="AutoShape 5"/>
          <p:cNvSpPr/>
          <p:nvPr>
            <p:custDataLst>
              <p:tags r:id="rId6"/>
            </p:custDataLst>
          </p:nvPr>
        </p:nvSpPr>
        <p:spPr>
          <a:xfrm>
            <a:off x="2924175" y="3155950"/>
            <a:ext cx="1123950" cy="968375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核对帐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户程序</a:t>
            </a:r>
          </a:p>
        </p:txBody>
      </p:sp>
      <p:sp>
        <p:nvSpPr>
          <p:cNvPr id="79878" name="AutoShape 6"/>
          <p:cNvSpPr/>
          <p:nvPr>
            <p:custDataLst>
              <p:tags r:id="rId7"/>
            </p:custDataLst>
          </p:nvPr>
        </p:nvSpPr>
        <p:spPr>
          <a:xfrm>
            <a:off x="4497388" y="3155950"/>
            <a:ext cx="1125537" cy="968375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存款帐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目程序</a:t>
            </a:r>
          </a:p>
        </p:txBody>
      </p:sp>
      <p:sp>
        <p:nvSpPr>
          <p:cNvPr id="79879" name="AutoShape 7"/>
          <p:cNvSpPr/>
          <p:nvPr>
            <p:custDataLst>
              <p:tags r:id="rId8"/>
            </p:custDataLst>
          </p:nvPr>
        </p:nvSpPr>
        <p:spPr>
          <a:xfrm>
            <a:off x="6072188" y="3155950"/>
            <a:ext cx="1123950" cy="968375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款程序</a:t>
            </a:r>
          </a:p>
        </p:txBody>
      </p:sp>
      <p:sp>
        <p:nvSpPr>
          <p:cNvPr id="79880" name="Line 8"/>
          <p:cNvSpPr/>
          <p:nvPr/>
        </p:nvSpPr>
        <p:spPr>
          <a:xfrm>
            <a:off x="3486150" y="2716213"/>
            <a:ext cx="0" cy="439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1" name="Line 9"/>
          <p:cNvSpPr/>
          <p:nvPr/>
        </p:nvSpPr>
        <p:spPr>
          <a:xfrm>
            <a:off x="5060950" y="2716213"/>
            <a:ext cx="0" cy="439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2" name="Line 10"/>
          <p:cNvSpPr/>
          <p:nvPr/>
        </p:nvSpPr>
        <p:spPr>
          <a:xfrm>
            <a:off x="6634163" y="2716213"/>
            <a:ext cx="0" cy="439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3" name="Line 11"/>
          <p:cNvSpPr/>
          <p:nvPr/>
        </p:nvSpPr>
        <p:spPr>
          <a:xfrm>
            <a:off x="3486150" y="4124325"/>
            <a:ext cx="0" cy="4397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4" name="Line 12"/>
          <p:cNvSpPr/>
          <p:nvPr/>
        </p:nvSpPr>
        <p:spPr>
          <a:xfrm>
            <a:off x="5060950" y="4124325"/>
            <a:ext cx="0" cy="4397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5" name="Line 13"/>
          <p:cNvSpPr/>
          <p:nvPr/>
        </p:nvSpPr>
        <p:spPr>
          <a:xfrm>
            <a:off x="6634163" y="4124325"/>
            <a:ext cx="0" cy="4397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6" name="Line 14"/>
          <p:cNvSpPr/>
          <p:nvPr/>
        </p:nvSpPr>
        <p:spPr>
          <a:xfrm>
            <a:off x="1574800" y="3155950"/>
            <a:ext cx="0" cy="1408113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9887" name="AutoShape 15"/>
          <p:cNvSpPr/>
          <p:nvPr>
            <p:custDataLst>
              <p:tags r:id="rId9"/>
            </p:custDataLst>
          </p:nvPr>
        </p:nvSpPr>
        <p:spPr>
          <a:xfrm>
            <a:off x="3486150" y="5532438"/>
            <a:ext cx="1574800" cy="703262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客户数据库</a:t>
            </a:r>
          </a:p>
        </p:txBody>
      </p:sp>
      <p:sp>
        <p:nvSpPr>
          <p:cNvPr id="79888" name="Line 16"/>
          <p:cNvSpPr/>
          <p:nvPr/>
        </p:nvSpPr>
        <p:spPr>
          <a:xfrm>
            <a:off x="4273550" y="5091113"/>
            <a:ext cx="0" cy="61595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9889" name="Rectangle 17"/>
          <p:cNvSpPr/>
          <p:nvPr>
            <p:custDataLst>
              <p:tags r:id="rId10"/>
            </p:custDataLst>
          </p:nvPr>
        </p:nvSpPr>
        <p:spPr>
          <a:xfrm>
            <a:off x="1125538" y="2452688"/>
            <a:ext cx="785812" cy="439737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0" name="Rectangle 18"/>
          <p:cNvSpPr/>
          <p:nvPr>
            <p:custDataLst>
              <p:tags r:id="rId11"/>
            </p:custDataLst>
          </p:nvPr>
        </p:nvSpPr>
        <p:spPr>
          <a:xfrm>
            <a:off x="1236663" y="2540000"/>
            <a:ext cx="563562" cy="26352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1" name="Rectangle 19"/>
          <p:cNvSpPr/>
          <p:nvPr>
            <p:custDataLst>
              <p:tags r:id="rId12"/>
            </p:custDataLst>
          </p:nvPr>
        </p:nvSpPr>
        <p:spPr>
          <a:xfrm>
            <a:off x="1012825" y="2979738"/>
            <a:ext cx="1011238" cy="176212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2" name="AutoShape 20"/>
          <p:cNvSpPr/>
          <p:nvPr>
            <p:custDataLst>
              <p:tags r:id="rId13"/>
            </p:custDataLst>
          </p:nvPr>
        </p:nvSpPr>
        <p:spPr>
          <a:xfrm>
            <a:off x="1236663" y="2892425"/>
            <a:ext cx="563562" cy="87313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3" name="Line 21"/>
          <p:cNvSpPr/>
          <p:nvPr/>
        </p:nvSpPr>
        <p:spPr>
          <a:xfrm>
            <a:off x="1687513" y="3068638"/>
            <a:ext cx="223837" cy="0"/>
          </a:xfrm>
          <a:prstGeom prst="line">
            <a:avLst/>
          </a:prstGeom>
          <a:ln w="28575" cap="flat" cmpd="sng">
            <a:solidFill>
              <a:srgbClr val="5F5F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894" name="Text Box 22"/>
          <p:cNvSpPr txBox="1"/>
          <p:nvPr/>
        </p:nvSpPr>
        <p:spPr>
          <a:xfrm>
            <a:off x="1111885" y="2644775"/>
            <a:ext cx="3606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14802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4" r:link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6" r:link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318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457200" y="304800"/>
            <a:ext cx="7772400" cy="685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40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1、信息的四种世界及其转换</a:t>
            </a:r>
          </a:p>
        </p:txBody>
      </p:sp>
      <p:sp>
        <p:nvSpPr>
          <p:cNvPr id="82949" name="Text Box 6"/>
          <p:cNvSpPr txBox="1"/>
          <p:nvPr>
            <p:custDataLst>
              <p:tags r:id="rId4"/>
            </p:custDataLst>
          </p:nvPr>
        </p:nvSpPr>
        <p:spPr>
          <a:xfrm>
            <a:off x="878818" y="5612243"/>
            <a:ext cx="1475084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计算机世界</a:t>
            </a:r>
          </a:p>
        </p:txBody>
      </p:sp>
      <p:sp>
        <p:nvSpPr>
          <p:cNvPr id="82950" name="Text Box 7"/>
          <p:cNvSpPr txBox="1"/>
          <p:nvPr>
            <p:custDataLst>
              <p:tags r:id="rId5"/>
            </p:custDataLst>
          </p:nvPr>
        </p:nvSpPr>
        <p:spPr>
          <a:xfrm>
            <a:off x="3473896" y="5619651"/>
            <a:ext cx="926857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DBMS</a:t>
            </a:r>
          </a:p>
        </p:txBody>
      </p:sp>
      <p:sp>
        <p:nvSpPr>
          <p:cNvPr id="82951" name="Text Box 8"/>
          <p:cNvSpPr txBox="1"/>
          <p:nvPr>
            <p:custDataLst>
              <p:tags r:id="rId6"/>
            </p:custDataLst>
          </p:nvPr>
        </p:nvSpPr>
        <p:spPr>
          <a:xfrm>
            <a:off x="5426960" y="5558096"/>
            <a:ext cx="1422184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数据世界</a:t>
            </a:r>
          </a:p>
        </p:txBody>
      </p:sp>
      <p:sp>
        <p:nvSpPr>
          <p:cNvPr id="82952" name="Oval 9"/>
          <p:cNvSpPr/>
          <p:nvPr>
            <p:custDataLst>
              <p:tags r:id="rId7"/>
            </p:custDataLst>
          </p:nvPr>
        </p:nvSpPr>
        <p:spPr>
          <a:xfrm>
            <a:off x="236247" y="2006501"/>
            <a:ext cx="2724465" cy="1066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客观 事物类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事物 相关性质集合</a:t>
            </a:r>
          </a:p>
        </p:txBody>
      </p:sp>
      <p:sp>
        <p:nvSpPr>
          <p:cNvPr id="82953" name="Oval 10"/>
          <p:cNvSpPr/>
          <p:nvPr>
            <p:custDataLst>
              <p:tags r:id="rId8"/>
            </p:custDataLst>
          </p:nvPr>
        </p:nvSpPr>
        <p:spPr>
          <a:xfrm>
            <a:off x="3626296" y="2006501"/>
            <a:ext cx="4572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</a:t>
            </a:r>
          </a:p>
        </p:txBody>
      </p:sp>
      <p:sp>
        <p:nvSpPr>
          <p:cNvPr id="82954" name="Rectangle 11"/>
          <p:cNvSpPr/>
          <p:nvPr>
            <p:custDataLst>
              <p:tags r:id="rId9"/>
            </p:custDataLst>
          </p:nvPr>
        </p:nvSpPr>
        <p:spPr>
          <a:xfrm>
            <a:off x="4845496" y="2036981"/>
            <a:ext cx="2362200" cy="960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   实体集合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及      实体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   相关属性集合 </a:t>
            </a:r>
          </a:p>
        </p:txBody>
      </p:sp>
      <p:sp>
        <p:nvSpPr>
          <p:cNvPr id="82955" name="Oval 12"/>
          <p:cNvSpPr/>
          <p:nvPr>
            <p:custDataLst>
              <p:tags r:id="rId10"/>
            </p:custDataLst>
          </p:nvPr>
        </p:nvSpPr>
        <p:spPr>
          <a:xfrm>
            <a:off x="4921696" y="3454301"/>
            <a:ext cx="19050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加工、转换</a:t>
            </a:r>
          </a:p>
        </p:txBody>
      </p:sp>
      <p:sp>
        <p:nvSpPr>
          <p:cNvPr id="82956" name="Rectangle 13"/>
          <p:cNvSpPr/>
          <p:nvPr>
            <p:custDataLst>
              <p:tags r:id="rId11"/>
            </p:custDataLst>
          </p:nvPr>
        </p:nvSpPr>
        <p:spPr>
          <a:xfrm>
            <a:off x="4921696" y="4552850"/>
            <a:ext cx="2362200" cy="914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   文件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据   记录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库   相关数据项集合</a:t>
            </a:r>
          </a:p>
        </p:txBody>
      </p:sp>
      <p:sp>
        <p:nvSpPr>
          <p:cNvPr id="82957" name="Oval 14"/>
          <p:cNvSpPr/>
          <p:nvPr>
            <p:custDataLst>
              <p:tags r:id="rId12"/>
            </p:custDataLst>
          </p:nvPr>
        </p:nvSpPr>
        <p:spPr>
          <a:xfrm>
            <a:off x="3550096" y="4521101"/>
            <a:ext cx="685800" cy="990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加工 </a:t>
            </a:r>
            <a:endParaRPr lang="zh-CN" altLang="en-US" sz="1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转换</a:t>
            </a:r>
          </a:p>
        </p:txBody>
      </p:sp>
      <p:sp>
        <p:nvSpPr>
          <p:cNvPr id="82958" name="Rectangle 15"/>
          <p:cNvSpPr/>
          <p:nvPr>
            <p:custDataLst>
              <p:tags r:id="rId13"/>
            </p:custDataLst>
          </p:nvPr>
        </p:nvSpPr>
        <p:spPr>
          <a:xfrm>
            <a:off x="368424" y="4597301"/>
            <a:ext cx="2495872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存储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二进制数据集合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结构</a:t>
            </a:r>
          </a:p>
        </p:txBody>
      </p:sp>
      <p:sp>
        <p:nvSpPr>
          <p:cNvPr id="82959" name="Line 16"/>
          <p:cNvSpPr/>
          <p:nvPr>
            <p:custDataLst>
              <p:tags r:id="rId14"/>
            </p:custDataLst>
          </p:nvPr>
        </p:nvSpPr>
        <p:spPr>
          <a:xfrm>
            <a:off x="1304528" y="2037358"/>
            <a:ext cx="0" cy="990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0" name="Line 17"/>
          <p:cNvSpPr/>
          <p:nvPr>
            <p:custDataLst>
              <p:tags r:id="rId15"/>
            </p:custDataLst>
          </p:nvPr>
        </p:nvSpPr>
        <p:spPr>
          <a:xfrm>
            <a:off x="5455096" y="2082701"/>
            <a:ext cx="0" cy="914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1" name="Line 18"/>
          <p:cNvSpPr/>
          <p:nvPr>
            <p:custDataLst>
              <p:tags r:id="rId16"/>
            </p:custDataLst>
          </p:nvPr>
        </p:nvSpPr>
        <p:spPr>
          <a:xfrm>
            <a:off x="5378896" y="4561830"/>
            <a:ext cx="0" cy="914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2" name="Line 19"/>
          <p:cNvSpPr/>
          <p:nvPr>
            <p:custDataLst>
              <p:tags r:id="rId17"/>
            </p:custDataLst>
          </p:nvPr>
        </p:nvSpPr>
        <p:spPr>
          <a:xfrm>
            <a:off x="1016496" y="4597301"/>
            <a:ext cx="0" cy="838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3" name="Line 20"/>
          <p:cNvSpPr/>
          <p:nvPr/>
        </p:nvSpPr>
        <p:spPr>
          <a:xfrm>
            <a:off x="2940496" y="2463701"/>
            <a:ext cx="6858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4" name="Line 21"/>
          <p:cNvSpPr/>
          <p:nvPr/>
        </p:nvSpPr>
        <p:spPr>
          <a:xfrm>
            <a:off x="4083496" y="2463701"/>
            <a:ext cx="762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5" name="Line 22"/>
          <p:cNvSpPr/>
          <p:nvPr/>
        </p:nvSpPr>
        <p:spPr>
          <a:xfrm>
            <a:off x="5836096" y="2997101"/>
            <a:ext cx="0" cy="4572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6" name="Line 23"/>
          <p:cNvSpPr/>
          <p:nvPr/>
        </p:nvSpPr>
        <p:spPr>
          <a:xfrm>
            <a:off x="5836096" y="4063901"/>
            <a:ext cx="0" cy="4572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7" name="Line 24"/>
          <p:cNvSpPr/>
          <p:nvPr/>
        </p:nvSpPr>
        <p:spPr>
          <a:xfrm flipH="1">
            <a:off x="4235896" y="4978301"/>
            <a:ext cx="6858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8" name="Line 25"/>
          <p:cNvSpPr/>
          <p:nvPr/>
        </p:nvSpPr>
        <p:spPr>
          <a:xfrm flipH="1">
            <a:off x="2864296" y="4978301"/>
            <a:ext cx="6858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9" name="Text Box 26"/>
          <p:cNvSpPr txBox="1"/>
          <p:nvPr>
            <p:custDataLst>
              <p:tags r:id="rId18"/>
            </p:custDataLst>
          </p:nvPr>
        </p:nvSpPr>
        <p:spPr>
          <a:xfrm>
            <a:off x="6979097" y="3405158"/>
            <a:ext cx="1447799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DBMS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数据模型</a:t>
            </a:r>
          </a:p>
        </p:txBody>
      </p:sp>
      <p:sp>
        <p:nvSpPr>
          <p:cNvPr id="82970" name="Text Box 27"/>
          <p:cNvSpPr txBox="1"/>
          <p:nvPr/>
        </p:nvSpPr>
        <p:spPr>
          <a:xfrm>
            <a:off x="7207696" y="2250976"/>
            <a:ext cx="14478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概念模型（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模型）</a:t>
            </a:r>
          </a:p>
        </p:txBody>
      </p:sp>
      <p:sp>
        <p:nvSpPr>
          <p:cNvPr id="82971" name="Text Box 28"/>
          <p:cNvSpPr txBox="1"/>
          <p:nvPr>
            <p:custDataLst>
              <p:tags r:id="rId19"/>
            </p:custDataLst>
          </p:nvPr>
        </p:nvSpPr>
        <p:spPr>
          <a:xfrm>
            <a:off x="959296" y="1412776"/>
            <a:ext cx="152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现实世界</a:t>
            </a:r>
          </a:p>
        </p:txBody>
      </p:sp>
      <p:sp>
        <p:nvSpPr>
          <p:cNvPr id="82972" name="Text Box 29"/>
          <p:cNvSpPr txBox="1"/>
          <p:nvPr>
            <p:custDataLst>
              <p:tags r:id="rId20"/>
            </p:custDataLst>
          </p:nvPr>
        </p:nvSpPr>
        <p:spPr>
          <a:xfrm>
            <a:off x="3092896" y="1412776"/>
            <a:ext cx="1828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认识和描述</a:t>
            </a:r>
          </a:p>
        </p:txBody>
      </p:sp>
      <p:sp>
        <p:nvSpPr>
          <p:cNvPr id="82973" name="Text Box 30"/>
          <p:cNvSpPr txBox="1"/>
          <p:nvPr>
            <p:custDataLst>
              <p:tags r:id="rId21"/>
            </p:custDataLst>
          </p:nvPr>
        </p:nvSpPr>
        <p:spPr>
          <a:xfrm>
            <a:off x="5325144" y="1487463"/>
            <a:ext cx="15240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概念世界</a:t>
            </a:r>
          </a:p>
        </p:txBody>
      </p:sp>
      <p:sp>
        <p:nvSpPr>
          <p:cNvPr id="82974" name="Text Box 31"/>
          <p:cNvSpPr txBox="1"/>
          <p:nvPr/>
        </p:nvSpPr>
        <p:spPr>
          <a:xfrm>
            <a:off x="7207696" y="4644926"/>
            <a:ext cx="1828800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数据模型</a:t>
            </a:r>
          </a:p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（关系数据库）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graphicFrame>
        <p:nvGraphicFramePr>
          <p:cNvPr id="72706" name="Group 2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15447679"/>
              </p:ext>
            </p:extLst>
          </p:nvPr>
        </p:nvGraphicFramePr>
        <p:xfrm>
          <a:off x="540068" y="1792253"/>
          <a:ext cx="8162925" cy="2724302"/>
        </p:xfrm>
        <a:graphic>
          <a:graphicData uri="http://schemas.openxmlformats.org/drawingml/2006/table">
            <a:tbl>
              <a:tblPr/>
              <a:tblGrid>
                <a:gridCol w="2865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客观世界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概念世界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数据世界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组织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ea typeface="楷体" panose="02010609060101010101" charset="-122"/>
                        </a:rPr>
                        <a:t>事物及其联系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）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实体及其联系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ea typeface="楷体" panose="02010609060101010101" charset="-122"/>
                        </a:rPr>
                        <a:t>概念模型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）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数据库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楷体" panose="02010609060101010101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数据模型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）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事物类（总体）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实体集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文件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事物（对象、个体）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实体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记录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特征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属性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数据项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732" name="Rectangle 28"/>
          <p:cNvSpPr>
            <a:spLocks noChangeArrowheads="1"/>
          </p:cNvSpPr>
          <p:nvPr/>
        </p:nvSpPr>
        <p:spPr bwMode="auto">
          <a:xfrm>
            <a:off x="981075" y="91027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三个不同世界的术语比较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7" r:link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4210" name="Rectangle 1026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457200" y="381000"/>
            <a:ext cx="7772400" cy="685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2、概念模型</a:t>
            </a:r>
          </a:p>
        </p:txBody>
      </p:sp>
      <p:sp>
        <p:nvSpPr>
          <p:cNvPr id="87043" name="Rectangle 1056"/>
          <p:cNvSpPr/>
          <p:nvPr>
            <p:custDataLst>
              <p:tags r:id="rId4"/>
            </p:custDataLst>
          </p:nvPr>
        </p:nvSpPr>
        <p:spPr>
          <a:xfrm>
            <a:off x="609600" y="2362200"/>
            <a:ext cx="7086600" cy="3429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实体（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Entity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457200" lvl="1" indent="0" eaLnBrk="1" hangingPunct="1">
              <a:buClrTx/>
              <a:buSzTx/>
              <a:buNone/>
            </a:pPr>
            <a:endParaRPr lang="zh-CN" altLang="en-US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属性（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Attribute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457200" lvl="1" indent="0" eaLnBrk="1" hangingPunct="1">
              <a:buClrTx/>
              <a:buSzTx/>
              <a:buNone/>
            </a:pPr>
            <a:endParaRPr lang="zh-CN" altLang="en-US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联系（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Relationship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914400" lvl="2" indent="0" algn="ctr" eaLnBrk="1" hangingPunct="1">
              <a:buClrTx/>
              <a:buFont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87044" name="Rectangle 1057"/>
          <p:cNvSpPr/>
          <p:nvPr>
            <p:custDataLst>
              <p:tags r:id="rId5"/>
            </p:custDataLst>
          </p:nvPr>
        </p:nvSpPr>
        <p:spPr>
          <a:xfrm>
            <a:off x="5638800" y="2438400"/>
            <a:ext cx="1295400" cy="45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实体集</a:t>
            </a:r>
          </a:p>
        </p:txBody>
      </p:sp>
      <p:sp>
        <p:nvSpPr>
          <p:cNvPr id="87045" name="Oval 1058"/>
          <p:cNvSpPr/>
          <p:nvPr>
            <p:custDataLst>
              <p:tags r:id="rId6"/>
            </p:custDataLst>
          </p:nvPr>
        </p:nvSpPr>
        <p:spPr>
          <a:xfrm>
            <a:off x="5638800" y="3475856"/>
            <a:ext cx="1295400" cy="45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属性</a:t>
            </a:r>
          </a:p>
        </p:txBody>
      </p:sp>
      <p:sp>
        <p:nvSpPr>
          <p:cNvPr id="87046" name="AutoShape 1059"/>
          <p:cNvSpPr/>
          <p:nvPr>
            <p:custDataLst>
              <p:tags r:id="rId7"/>
            </p:custDataLst>
          </p:nvPr>
        </p:nvSpPr>
        <p:spPr>
          <a:xfrm>
            <a:off x="5334000" y="4343400"/>
            <a:ext cx="1905000" cy="6858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联系集</a:t>
            </a:r>
          </a:p>
        </p:txBody>
      </p:sp>
      <p:sp>
        <p:nvSpPr>
          <p:cNvPr id="94246" name="Rectangle 106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9600" y="136747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概念模型的表示方法：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</a:p>
        </p:txBody>
      </p:sp>
      <p:sp>
        <p:nvSpPr>
          <p:cNvPr id="87048" name="Rectangle 1063"/>
          <p:cNvSpPr/>
          <p:nvPr>
            <p:custDataLst>
              <p:tags r:id="rId9"/>
            </p:custDataLst>
          </p:nvPr>
        </p:nvSpPr>
        <p:spPr>
          <a:xfrm>
            <a:off x="1828800" y="5918200"/>
            <a:ext cx="2133600" cy="635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实体及其联系</a:t>
            </a:r>
          </a:p>
        </p:txBody>
      </p:sp>
      <p:sp>
        <p:nvSpPr>
          <p:cNvPr id="87049" name="Rectangle 1064"/>
          <p:cNvSpPr/>
          <p:nvPr>
            <p:custDataLst>
              <p:tags r:id="rId10"/>
            </p:custDataLst>
          </p:nvPr>
        </p:nvSpPr>
        <p:spPr>
          <a:xfrm>
            <a:off x="5791200" y="5918200"/>
            <a:ext cx="144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概念模型</a:t>
            </a:r>
          </a:p>
        </p:txBody>
      </p:sp>
      <p:sp>
        <p:nvSpPr>
          <p:cNvPr id="87050" name="Line 1065"/>
          <p:cNvSpPr/>
          <p:nvPr>
            <p:custDataLst>
              <p:tags r:id="rId11"/>
            </p:custDataLst>
          </p:nvPr>
        </p:nvSpPr>
        <p:spPr>
          <a:xfrm>
            <a:off x="4178300" y="6218238"/>
            <a:ext cx="1401763" cy="1905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051" name="Text Box 1066"/>
          <p:cNvSpPr txBox="1"/>
          <p:nvPr>
            <p:custDataLst>
              <p:tags r:id="rId12"/>
            </p:custDataLst>
          </p:nvPr>
        </p:nvSpPr>
        <p:spPr>
          <a:xfrm>
            <a:off x="5791200" y="5334000"/>
            <a:ext cx="13900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E—R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89090" name="Rectangle 2"/>
          <p:cNvSpPr/>
          <p:nvPr/>
        </p:nvSpPr>
        <p:spPr>
          <a:xfrm>
            <a:off x="602446" y="836712"/>
            <a:ext cx="8305800" cy="541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Entity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是一个有着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一系列显著的、易辨认属性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的对象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实体可以是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具体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的（物体、人物）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实体也可以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抽象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的（事、概念）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endParaRPr lang="zh-CN" altLang="en-US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用长方形表示实体集，长方形内写明实体集名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2" name="Rectangle 1057">
            <a:extLst>
              <a:ext uri="{FF2B5EF4-FFF2-40B4-BE49-F238E27FC236}">
                <a16:creationId xmlns:a16="http://schemas.microsoft.com/office/drawing/2014/main" id="{C85BD544-294F-FF17-1441-424BEEC289D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95936" y="811560"/>
            <a:ext cx="1295400" cy="45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实体集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1138" name="Rectangle 2"/>
          <p:cNvSpPr/>
          <p:nvPr/>
        </p:nvSpPr>
        <p:spPr>
          <a:xfrm>
            <a:off x="533400" y="609600"/>
            <a:ext cx="8305800" cy="563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Attribute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实体的特性，它描述了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实体的一个部分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一个实体可由若干个属性来刻画。</a:t>
            </a:r>
          </a:p>
          <a:p>
            <a:pPr marL="1143000" lvl="2" indent="-228600"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如学生（学号，姓名，性别，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……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用椭圆形表示实体集的属性，椭圆形内写明属性名，并用线段将其与相应的实体集连接起来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属性是</a:t>
            </a:r>
            <a:r>
              <a:rPr lang="zh-CN" altLang="en-US" b="1" u="sng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不可再分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的数据项，不能包含其它属性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属性不能与其它实体有联系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C23899-A9EE-7D3E-BE9E-99A3CF18166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3400" y="5517232"/>
            <a:ext cx="8610600" cy="3733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码（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Key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742950" lvl="1" indent="-285750" eaLnBrk="1" hangingPunct="1">
              <a:buClrTx/>
              <a:buSzTx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唯一标识实体的属性（集）。 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如：学号为学生的码。 </a:t>
            </a:r>
          </a:p>
          <a:p>
            <a:pPr marL="1143000" lvl="2" indent="-228600" eaLnBrk="1" hangingPunct="1">
              <a:buClrTx/>
              <a:buFontTx/>
              <a:buChar char="•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3" name="Oval 1058">
            <a:extLst>
              <a:ext uri="{FF2B5EF4-FFF2-40B4-BE49-F238E27FC236}">
                <a16:creationId xmlns:a16="http://schemas.microsoft.com/office/drawing/2014/main" id="{AE8B3D66-5B20-B1FC-B084-7DC9534246A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925416" y="623607"/>
            <a:ext cx="1295400" cy="45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属性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3186" name="Rectangle 2"/>
          <p:cNvSpPr/>
          <p:nvPr/>
        </p:nvSpPr>
        <p:spPr>
          <a:xfrm>
            <a:off x="900113" y="10668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Relationship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用菱形表示实体集间的联系，菱形内写上联系名，并用线段分别与有关实体集连接起来，同时在线段旁标出联系的类型；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如果联系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具有属性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，该属性仍用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椭圆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形表示，同时用线段将属性与其联系连接起来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联系的属性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必须在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图中标出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图中所有的联系必须是实体集与实体集之间的联系</a:t>
            </a:r>
          </a:p>
        </p:txBody>
      </p:sp>
      <p:sp>
        <p:nvSpPr>
          <p:cNvPr id="2" name="AutoShape 1059">
            <a:extLst>
              <a:ext uri="{FF2B5EF4-FFF2-40B4-BE49-F238E27FC236}">
                <a16:creationId xmlns:a16="http://schemas.microsoft.com/office/drawing/2014/main" id="{B07C40FF-3871-92D6-C28B-867032E443B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62513" y="1028700"/>
            <a:ext cx="1905000" cy="6858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联系集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4210" name="Text Box 2"/>
          <p:cNvSpPr txBox="1"/>
          <p:nvPr>
            <p:custDataLst>
              <p:tags r:id="rId4"/>
            </p:custDataLst>
          </p:nvPr>
        </p:nvSpPr>
        <p:spPr>
          <a:xfrm>
            <a:off x="377552" y="1672524"/>
            <a:ext cx="8001000" cy="2461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两个实体集之间的联系</a:t>
            </a:r>
          </a:p>
          <a:p>
            <a:pPr marL="914400" lvl="2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一对一联系（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914400" lvl="2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一对多联系（ 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914400" lvl="2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多对多联系（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 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981075" y="91027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实体联系的类型 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91967D9-80E3-4B0D-B13D-6A051CA3FD4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66456" y="2452826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3771CCA4-C480-4C55-81C3-344A1F2F42C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499992" y="3316976"/>
            <a:ext cx="1567958" cy="78036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E785B163-CBEC-4489-98F4-2F123ACF91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91278" y="3489982"/>
            <a:ext cx="87490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负责</a:t>
            </a: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A52F2CE3-52EE-45E2-B438-C22CD4A8607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32784" y="2863544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F8F2F677-E7FC-4E28-B6EF-B3EF3727407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590256" y="4609736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校长</a:t>
            </a:r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BCA984DE-70FA-4196-ACD9-004E586543E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364088" y="4142176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D44DDB23-5857-4694-93D0-27F5DE97FC6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362955" y="2884874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11247B71-124E-4746-A6A1-5A605AEDD7A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470459" y="407707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5800F3AD-B972-4724-9936-9F4B442BFD0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153311" y="2452826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405D4205-161A-4347-8B7C-DAEB9F431BE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084168" y="3316976"/>
            <a:ext cx="1493279" cy="78036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EB580A1-6594-40BC-9C63-8588DAD9194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97327" y="3429000"/>
            <a:ext cx="715832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工作</a:t>
            </a:r>
          </a:p>
        </p:txBody>
      </p:sp>
      <p:sp>
        <p:nvSpPr>
          <p:cNvPr id="19" name="Line 14">
            <a:extLst>
              <a:ext uri="{FF2B5EF4-FFF2-40B4-BE49-F238E27FC236}">
                <a16:creationId xmlns:a16="http://schemas.microsoft.com/office/drawing/2014/main" id="{812C04CE-CE97-4475-88E3-3C8F9D7A5B1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857367" y="2863544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" name="Text Box 15">
            <a:extLst>
              <a:ext uri="{FF2B5EF4-FFF2-40B4-BE49-F238E27FC236}">
                <a16:creationId xmlns:a16="http://schemas.microsoft.com/office/drawing/2014/main" id="{DA0F4A29-A6D1-47D1-8147-93A96AEC4FC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205103" y="4609736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5051DC5D-7544-4C96-9B23-282B275AE37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871431" y="4142176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34D40BA7-6C03-4437-8A41-FCEBC9FB996A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977802" y="2884874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C726A533-E959-414D-9008-3D8AF6726D03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963738" y="405463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99518095-603D-4EBD-B5E2-0EB9B0D92D30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668344" y="2452826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61529C29-F464-46EA-834C-51FCE9E0985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596336" y="3316976"/>
            <a:ext cx="1493279" cy="78036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21">
            <a:extLst>
              <a:ext uri="{FF2B5EF4-FFF2-40B4-BE49-F238E27FC236}">
                <a16:creationId xmlns:a16="http://schemas.microsoft.com/office/drawing/2014/main" id="{9A52BCEE-DDD5-4FF6-90AB-C7267EE415B2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7974910" y="3489982"/>
            <a:ext cx="87490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参加</a:t>
            </a:r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AC68A875-692A-4BE7-A9D0-888818956D00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316416" y="2863544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" name="Text Box 23">
            <a:extLst>
              <a:ext uri="{FF2B5EF4-FFF2-40B4-BE49-F238E27FC236}">
                <a16:creationId xmlns:a16="http://schemas.microsoft.com/office/drawing/2014/main" id="{52ED1CA2-B6E7-46EA-96FB-FD702A4D521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650088" y="4609736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协会</a:t>
            </a:r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4837949F-13C5-4954-BD87-E19F0DD4683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8316416" y="4142176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D9DAB2EC-011D-4B3B-AA82-8FBE0765EFC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8422787" y="2884874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31" name="Text Box 26">
            <a:extLst>
              <a:ext uri="{FF2B5EF4-FFF2-40B4-BE49-F238E27FC236}">
                <a16:creationId xmlns:a16="http://schemas.microsoft.com/office/drawing/2014/main" id="{873167AC-08F8-454C-9A0B-15181EBFA0A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422787" y="405463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6258" name="Text Box 2"/>
          <p:cNvSpPr txBox="1"/>
          <p:nvPr/>
        </p:nvSpPr>
        <p:spPr>
          <a:xfrm>
            <a:off x="685800" y="1143000"/>
            <a:ext cx="7414592" cy="4401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一对一联系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设有两个实体集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中至多有一个（也可以没有）实体与之联系；反之，对于实体集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中至多有一个实体与之联系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例如：在一个学校中只有一位校长，而一个校长也只能在一个学校任职，则学校与校长之间具有一对一联系，记作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：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7282" name="Text Box 2"/>
          <p:cNvSpPr txBox="1"/>
          <p:nvPr/>
        </p:nvSpPr>
        <p:spPr>
          <a:xfrm>
            <a:off x="914400" y="1295400"/>
            <a:ext cx="71628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一对多联系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中至少有一个或多个实体与之联系；而对于实体集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中至多有一个实体与之联系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例如：一个学校里有多名教师，而每个教师只能在一个学校里教书，则学校与教师之间具有一对多的关系，记作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1:n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8306" name="Text Box 2"/>
          <p:cNvSpPr txBox="1"/>
          <p:nvPr/>
        </p:nvSpPr>
        <p:spPr>
          <a:xfrm>
            <a:off x="914400" y="1295400"/>
            <a:ext cx="7162800" cy="43999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多对多联系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中至少有一个或多个实体与之联系；而对于实体集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中也有一个或多个实体与之联系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例如：学校里的一名学生可以参加多种协会组织，而一个协会也可以有多名学生，则协会与学生之间具有多对多的关系，记作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m:n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0" r:link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2" r:link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9330" name="Text Box 3"/>
          <p:cNvSpPr txBox="1"/>
          <p:nvPr>
            <p:custDataLst>
              <p:tags r:id="rId4"/>
            </p:custDataLst>
          </p:nvPr>
        </p:nvSpPr>
        <p:spPr>
          <a:xfrm>
            <a:off x="1676400" y="1196752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99331" name="AutoShape 4"/>
          <p:cNvSpPr/>
          <p:nvPr>
            <p:custDataLst>
              <p:tags r:id="rId5"/>
            </p:custDataLst>
          </p:nvPr>
        </p:nvSpPr>
        <p:spPr>
          <a:xfrm>
            <a:off x="1447800" y="24384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32" name="Text Box 5"/>
          <p:cNvSpPr txBox="1"/>
          <p:nvPr>
            <p:custDataLst>
              <p:tags r:id="rId6"/>
            </p:custDataLst>
          </p:nvPr>
        </p:nvSpPr>
        <p:spPr>
          <a:xfrm>
            <a:off x="1981200" y="2590800"/>
            <a:ext cx="8382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负责</a:t>
            </a:r>
          </a:p>
        </p:txBody>
      </p:sp>
      <p:sp>
        <p:nvSpPr>
          <p:cNvPr id="99333" name="Line 6"/>
          <p:cNvSpPr/>
          <p:nvPr>
            <p:custDataLst>
              <p:tags r:id="rId7"/>
            </p:custDataLst>
          </p:nvPr>
        </p:nvSpPr>
        <p:spPr>
          <a:xfrm>
            <a:off x="2286000" y="1752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34" name="Text Box 7"/>
          <p:cNvSpPr txBox="1"/>
          <p:nvPr>
            <p:custDataLst>
              <p:tags r:id="rId8"/>
            </p:custDataLst>
          </p:nvPr>
        </p:nvSpPr>
        <p:spPr>
          <a:xfrm>
            <a:off x="1600200" y="4365104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校长</a:t>
            </a:r>
          </a:p>
        </p:txBody>
      </p:sp>
      <p:sp>
        <p:nvSpPr>
          <p:cNvPr id="99335" name="Line 8"/>
          <p:cNvSpPr/>
          <p:nvPr>
            <p:custDataLst>
              <p:tags r:id="rId9"/>
            </p:custDataLst>
          </p:nvPr>
        </p:nvSpPr>
        <p:spPr>
          <a:xfrm>
            <a:off x="2209800" y="3657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36" name="Text Box 9"/>
          <p:cNvSpPr txBox="1"/>
          <p:nvPr>
            <p:custDataLst>
              <p:tags r:id="rId10"/>
            </p:custDataLst>
          </p:nvPr>
        </p:nvSpPr>
        <p:spPr>
          <a:xfrm>
            <a:off x="2209800" y="19812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99337" name="Text Box 10"/>
          <p:cNvSpPr txBox="1"/>
          <p:nvPr>
            <p:custDataLst>
              <p:tags r:id="rId11"/>
            </p:custDataLst>
          </p:nvPr>
        </p:nvSpPr>
        <p:spPr>
          <a:xfrm>
            <a:off x="2209800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99338" name="Text Box 11"/>
          <p:cNvSpPr txBox="1"/>
          <p:nvPr>
            <p:custDataLst>
              <p:tags r:id="rId12"/>
            </p:custDataLst>
          </p:nvPr>
        </p:nvSpPr>
        <p:spPr>
          <a:xfrm>
            <a:off x="3886200" y="1196752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99339" name="AutoShape 12"/>
          <p:cNvSpPr/>
          <p:nvPr>
            <p:custDataLst>
              <p:tags r:id="rId13"/>
            </p:custDataLst>
          </p:nvPr>
        </p:nvSpPr>
        <p:spPr>
          <a:xfrm>
            <a:off x="3581400" y="24384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40" name="Text Box 13"/>
          <p:cNvSpPr txBox="1"/>
          <p:nvPr>
            <p:custDataLst>
              <p:tags r:id="rId14"/>
            </p:custDataLst>
          </p:nvPr>
        </p:nvSpPr>
        <p:spPr>
          <a:xfrm>
            <a:off x="4191000" y="2667000"/>
            <a:ext cx="6858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工作</a:t>
            </a:r>
          </a:p>
        </p:txBody>
      </p:sp>
      <p:sp>
        <p:nvSpPr>
          <p:cNvPr id="99341" name="Line 14"/>
          <p:cNvSpPr/>
          <p:nvPr>
            <p:custDataLst>
              <p:tags r:id="rId15"/>
            </p:custDataLst>
          </p:nvPr>
        </p:nvSpPr>
        <p:spPr>
          <a:xfrm>
            <a:off x="4495800" y="1752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42" name="Text Box 15"/>
          <p:cNvSpPr txBox="1"/>
          <p:nvPr>
            <p:custDataLst>
              <p:tags r:id="rId16"/>
            </p:custDataLst>
          </p:nvPr>
        </p:nvSpPr>
        <p:spPr>
          <a:xfrm>
            <a:off x="3810000" y="4365104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99343" name="Line 16"/>
          <p:cNvSpPr/>
          <p:nvPr>
            <p:custDataLst>
              <p:tags r:id="rId17"/>
            </p:custDataLst>
          </p:nvPr>
        </p:nvSpPr>
        <p:spPr>
          <a:xfrm>
            <a:off x="4419600" y="3657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44" name="Text Box 17"/>
          <p:cNvSpPr txBox="1"/>
          <p:nvPr>
            <p:custDataLst>
              <p:tags r:id="rId18"/>
            </p:custDataLst>
          </p:nvPr>
        </p:nvSpPr>
        <p:spPr>
          <a:xfrm>
            <a:off x="4419600" y="19812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99345" name="Text Box 18"/>
          <p:cNvSpPr txBox="1"/>
          <p:nvPr>
            <p:custDataLst>
              <p:tags r:id="rId19"/>
            </p:custDataLst>
          </p:nvPr>
        </p:nvSpPr>
        <p:spPr>
          <a:xfrm>
            <a:off x="4419600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99346" name="Text Box 19"/>
          <p:cNvSpPr txBox="1"/>
          <p:nvPr>
            <p:custDataLst>
              <p:tags r:id="rId20"/>
            </p:custDataLst>
          </p:nvPr>
        </p:nvSpPr>
        <p:spPr>
          <a:xfrm>
            <a:off x="6248400" y="1196752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99347" name="AutoShape 20"/>
          <p:cNvSpPr/>
          <p:nvPr>
            <p:custDataLst>
              <p:tags r:id="rId21"/>
            </p:custDataLst>
          </p:nvPr>
        </p:nvSpPr>
        <p:spPr>
          <a:xfrm>
            <a:off x="5943600" y="24384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48" name="Text Box 21"/>
          <p:cNvSpPr txBox="1"/>
          <p:nvPr>
            <p:custDataLst>
              <p:tags r:id="rId22"/>
            </p:custDataLst>
          </p:nvPr>
        </p:nvSpPr>
        <p:spPr>
          <a:xfrm>
            <a:off x="6477000" y="2590800"/>
            <a:ext cx="8382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参加</a:t>
            </a:r>
          </a:p>
        </p:txBody>
      </p:sp>
      <p:sp>
        <p:nvSpPr>
          <p:cNvPr id="99349" name="Line 22"/>
          <p:cNvSpPr/>
          <p:nvPr>
            <p:custDataLst>
              <p:tags r:id="rId23"/>
            </p:custDataLst>
          </p:nvPr>
        </p:nvSpPr>
        <p:spPr>
          <a:xfrm>
            <a:off x="6858000" y="1752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50" name="Text Box 23"/>
          <p:cNvSpPr txBox="1"/>
          <p:nvPr>
            <p:custDataLst>
              <p:tags r:id="rId24"/>
            </p:custDataLst>
          </p:nvPr>
        </p:nvSpPr>
        <p:spPr>
          <a:xfrm>
            <a:off x="6172200" y="4365104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协会</a:t>
            </a:r>
          </a:p>
        </p:txBody>
      </p:sp>
      <p:sp>
        <p:nvSpPr>
          <p:cNvPr id="99351" name="Line 24"/>
          <p:cNvSpPr/>
          <p:nvPr>
            <p:custDataLst>
              <p:tags r:id="rId25"/>
            </p:custDataLst>
          </p:nvPr>
        </p:nvSpPr>
        <p:spPr>
          <a:xfrm>
            <a:off x="6781800" y="3657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52" name="Text Box 25"/>
          <p:cNvSpPr txBox="1"/>
          <p:nvPr>
            <p:custDataLst>
              <p:tags r:id="rId26"/>
            </p:custDataLst>
          </p:nvPr>
        </p:nvSpPr>
        <p:spPr>
          <a:xfrm>
            <a:off x="6781800" y="19812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99353" name="Text Box 26"/>
          <p:cNvSpPr txBox="1"/>
          <p:nvPr>
            <p:custDataLst>
              <p:tags r:id="rId27"/>
            </p:custDataLst>
          </p:nvPr>
        </p:nvSpPr>
        <p:spPr>
          <a:xfrm>
            <a:off x="6781800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99354" name="Text Box 27"/>
          <p:cNvSpPr txBox="1"/>
          <p:nvPr>
            <p:custDataLst>
              <p:tags r:id="rId28"/>
            </p:custDataLst>
          </p:nvPr>
        </p:nvSpPr>
        <p:spPr>
          <a:xfrm>
            <a:off x="2590800" y="5410200"/>
            <a:ext cx="403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两个实体集之间的联系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0354" name="Text Box 2"/>
          <p:cNvSpPr txBox="1"/>
          <p:nvPr>
            <p:custDataLst>
              <p:tags r:id="rId4"/>
            </p:custDataLst>
          </p:nvPr>
        </p:nvSpPr>
        <p:spPr>
          <a:xfrm>
            <a:off x="2219325" y="1905000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</a:t>
            </a:r>
          </a:p>
        </p:txBody>
      </p:sp>
      <p:sp>
        <p:nvSpPr>
          <p:cNvPr id="100355" name="AutoShape 3"/>
          <p:cNvSpPr/>
          <p:nvPr>
            <p:custDataLst>
              <p:tags r:id="rId5"/>
            </p:custDataLst>
          </p:nvPr>
        </p:nvSpPr>
        <p:spPr>
          <a:xfrm>
            <a:off x="1914525" y="30480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356" name="Text Box 4"/>
          <p:cNvSpPr txBox="1"/>
          <p:nvPr>
            <p:custDataLst>
              <p:tags r:id="rId6"/>
            </p:custDataLst>
          </p:nvPr>
        </p:nvSpPr>
        <p:spPr>
          <a:xfrm>
            <a:off x="2524125" y="3200400"/>
            <a:ext cx="8382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讲授</a:t>
            </a:r>
          </a:p>
        </p:txBody>
      </p:sp>
      <p:sp>
        <p:nvSpPr>
          <p:cNvPr id="100357" name="Line 5"/>
          <p:cNvSpPr/>
          <p:nvPr>
            <p:custDataLst>
              <p:tags r:id="rId7"/>
            </p:custDataLst>
          </p:nvPr>
        </p:nvSpPr>
        <p:spPr>
          <a:xfrm>
            <a:off x="2828925" y="23622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58" name="Text Box 6"/>
          <p:cNvSpPr txBox="1"/>
          <p:nvPr>
            <p:custDataLst>
              <p:tags r:id="rId8"/>
            </p:custDataLst>
          </p:nvPr>
        </p:nvSpPr>
        <p:spPr>
          <a:xfrm>
            <a:off x="1000125" y="4791075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100359" name="Line 7"/>
          <p:cNvSpPr/>
          <p:nvPr>
            <p:custDataLst>
              <p:tags r:id="rId9"/>
            </p:custDataLst>
          </p:nvPr>
        </p:nvSpPr>
        <p:spPr>
          <a:xfrm>
            <a:off x="1609725" y="3657600"/>
            <a:ext cx="0" cy="1143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0" name="Text Box 8"/>
          <p:cNvSpPr txBox="1"/>
          <p:nvPr>
            <p:custDataLst>
              <p:tags r:id="rId10"/>
            </p:custDataLst>
          </p:nvPr>
        </p:nvSpPr>
        <p:spPr>
          <a:xfrm>
            <a:off x="2752725" y="25908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00361" name="Text Box 9"/>
          <p:cNvSpPr txBox="1"/>
          <p:nvPr>
            <p:custDataLst>
              <p:tags r:id="rId11"/>
            </p:custDataLst>
          </p:nvPr>
        </p:nvSpPr>
        <p:spPr>
          <a:xfrm>
            <a:off x="1609725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00362" name="Line 10"/>
          <p:cNvSpPr/>
          <p:nvPr>
            <p:custDataLst>
              <p:tags r:id="rId12"/>
            </p:custDataLst>
          </p:nvPr>
        </p:nvSpPr>
        <p:spPr>
          <a:xfrm>
            <a:off x="1609725" y="3657600"/>
            <a:ext cx="3048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3" name="Line 11"/>
          <p:cNvSpPr/>
          <p:nvPr>
            <p:custDataLst>
              <p:tags r:id="rId13"/>
            </p:custDataLst>
          </p:nvPr>
        </p:nvSpPr>
        <p:spPr>
          <a:xfrm>
            <a:off x="3667125" y="3657600"/>
            <a:ext cx="3048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4" name="Text Box 12"/>
          <p:cNvSpPr txBox="1"/>
          <p:nvPr>
            <p:custDataLst>
              <p:tags r:id="rId14"/>
            </p:custDataLst>
          </p:nvPr>
        </p:nvSpPr>
        <p:spPr>
          <a:xfrm>
            <a:off x="3362325" y="4791075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参考书</a:t>
            </a:r>
          </a:p>
        </p:txBody>
      </p:sp>
      <p:sp>
        <p:nvSpPr>
          <p:cNvPr id="100365" name="Line 13"/>
          <p:cNvSpPr/>
          <p:nvPr>
            <p:custDataLst>
              <p:tags r:id="rId15"/>
            </p:custDataLst>
          </p:nvPr>
        </p:nvSpPr>
        <p:spPr>
          <a:xfrm>
            <a:off x="3971925" y="3657600"/>
            <a:ext cx="0" cy="1143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6" name="Text Box 14"/>
          <p:cNvSpPr txBox="1"/>
          <p:nvPr>
            <p:custDataLst>
              <p:tags r:id="rId16"/>
            </p:custDataLst>
          </p:nvPr>
        </p:nvSpPr>
        <p:spPr>
          <a:xfrm>
            <a:off x="3971925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00367" name="Text Box 15"/>
          <p:cNvSpPr txBox="1"/>
          <p:nvPr>
            <p:custDataLst>
              <p:tags r:id="rId17"/>
            </p:custDataLst>
          </p:nvPr>
        </p:nvSpPr>
        <p:spPr>
          <a:xfrm>
            <a:off x="5267325" y="2491541"/>
            <a:ext cx="3557340" cy="332398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一门课程可以由若干教师讲授，一个教师只讲授一门课程；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一门课程可以使用多种参考书，每一本参考书只供一门课程使用</a:t>
            </a:r>
          </a:p>
        </p:txBody>
      </p:sp>
      <p:sp>
        <p:nvSpPr>
          <p:cNvPr id="85008" name="Rectangle 16"/>
          <p:cNvSpPr>
            <a:spLocks noChangeArrowheads="1"/>
          </p:cNvSpPr>
          <p:nvPr/>
        </p:nvSpPr>
        <p:spPr bwMode="auto">
          <a:xfrm>
            <a:off x="838200" y="60547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多个实体集之间的联系</a:t>
            </a:r>
          </a:p>
        </p:txBody>
      </p:sp>
      <p:sp>
        <p:nvSpPr>
          <p:cNvPr id="2" name="Text Box 27">
            <a:extLst>
              <a:ext uri="{FF2B5EF4-FFF2-40B4-BE49-F238E27FC236}">
                <a16:creationId xmlns:a16="http://schemas.microsoft.com/office/drawing/2014/main" id="{0349D168-1E4F-69E3-BA6B-80BF9433968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4352925" y="1771451"/>
            <a:ext cx="403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什么含义？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3" r:link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5" r:link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0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587375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E-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R图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例</a:t>
            </a:r>
            <a:b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</a:b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102405" name="Text Box 4"/>
          <p:cNvSpPr txBox="1"/>
          <p:nvPr>
            <p:custDataLst>
              <p:tags r:id="rId4"/>
            </p:custDataLst>
          </p:nvPr>
        </p:nvSpPr>
        <p:spPr>
          <a:xfrm>
            <a:off x="1806575" y="3141663"/>
            <a:ext cx="1081088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图书</a:t>
            </a:r>
          </a:p>
        </p:txBody>
      </p:sp>
      <p:sp>
        <p:nvSpPr>
          <p:cNvPr id="102406" name="Text Box 5"/>
          <p:cNvSpPr txBox="1"/>
          <p:nvPr>
            <p:custDataLst>
              <p:tags r:id="rId5"/>
            </p:custDataLst>
          </p:nvPr>
        </p:nvSpPr>
        <p:spPr>
          <a:xfrm>
            <a:off x="6227763" y="3141663"/>
            <a:ext cx="1081087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作者</a:t>
            </a:r>
          </a:p>
        </p:txBody>
      </p:sp>
      <p:sp>
        <p:nvSpPr>
          <p:cNvPr id="102407" name="AutoShape 6"/>
          <p:cNvSpPr/>
          <p:nvPr>
            <p:custDataLst>
              <p:tags r:id="rId6"/>
            </p:custDataLst>
          </p:nvPr>
        </p:nvSpPr>
        <p:spPr>
          <a:xfrm>
            <a:off x="3924300" y="3068638"/>
            <a:ext cx="1295400" cy="719137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08" name="Text Box 7"/>
          <p:cNvSpPr txBox="1"/>
          <p:nvPr>
            <p:custDataLst>
              <p:tags r:id="rId7"/>
            </p:custDataLst>
          </p:nvPr>
        </p:nvSpPr>
        <p:spPr>
          <a:xfrm>
            <a:off x="4140200" y="3211513"/>
            <a:ext cx="863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写作</a:t>
            </a:r>
          </a:p>
        </p:txBody>
      </p:sp>
      <p:sp>
        <p:nvSpPr>
          <p:cNvPr id="102409" name="Line 8"/>
          <p:cNvSpPr/>
          <p:nvPr>
            <p:custDataLst>
              <p:tags r:id="rId8"/>
            </p:custDataLst>
          </p:nvPr>
        </p:nvSpPr>
        <p:spPr>
          <a:xfrm>
            <a:off x="2916238" y="3414713"/>
            <a:ext cx="10080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10" name="Line 9"/>
          <p:cNvSpPr/>
          <p:nvPr>
            <p:custDataLst>
              <p:tags r:id="rId9"/>
            </p:custDataLst>
          </p:nvPr>
        </p:nvSpPr>
        <p:spPr>
          <a:xfrm>
            <a:off x="5219700" y="3414713"/>
            <a:ext cx="100806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11" name="Oval 10"/>
          <p:cNvSpPr/>
          <p:nvPr>
            <p:custDataLst>
              <p:tags r:id="rId10"/>
            </p:custDataLst>
          </p:nvPr>
        </p:nvSpPr>
        <p:spPr>
          <a:xfrm>
            <a:off x="3708400" y="1917700"/>
            <a:ext cx="1655763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2" name="Text Box 11"/>
          <p:cNvSpPr txBox="1"/>
          <p:nvPr>
            <p:custDataLst>
              <p:tags r:id="rId11"/>
            </p:custDataLst>
          </p:nvPr>
        </p:nvSpPr>
        <p:spPr>
          <a:xfrm>
            <a:off x="3924300" y="1989138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定稿时间</a:t>
            </a:r>
          </a:p>
        </p:txBody>
      </p:sp>
      <p:sp>
        <p:nvSpPr>
          <p:cNvPr id="102413" name="Oval 13"/>
          <p:cNvSpPr/>
          <p:nvPr>
            <p:custDataLst>
              <p:tags r:id="rId12"/>
            </p:custDataLst>
          </p:nvPr>
        </p:nvSpPr>
        <p:spPr>
          <a:xfrm>
            <a:off x="179512" y="2205038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4" name="Text Box 14"/>
          <p:cNvSpPr txBox="1"/>
          <p:nvPr>
            <p:custDataLst>
              <p:tags r:id="rId13"/>
            </p:custDataLst>
          </p:nvPr>
        </p:nvSpPr>
        <p:spPr>
          <a:xfrm>
            <a:off x="250825" y="2276475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书名</a:t>
            </a:r>
          </a:p>
        </p:txBody>
      </p:sp>
      <p:sp>
        <p:nvSpPr>
          <p:cNvPr id="102415" name="Oval 15"/>
          <p:cNvSpPr/>
          <p:nvPr>
            <p:custDataLst>
              <p:tags r:id="rId14"/>
            </p:custDataLst>
          </p:nvPr>
        </p:nvSpPr>
        <p:spPr>
          <a:xfrm>
            <a:off x="1042988" y="1485900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6" name="Text Box 16"/>
          <p:cNvSpPr txBox="1"/>
          <p:nvPr>
            <p:custDataLst>
              <p:tags r:id="rId15"/>
            </p:custDataLst>
          </p:nvPr>
        </p:nvSpPr>
        <p:spPr>
          <a:xfrm>
            <a:off x="1042988" y="1557338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ISBN</a:t>
            </a:r>
          </a:p>
        </p:txBody>
      </p:sp>
      <p:sp>
        <p:nvSpPr>
          <p:cNvPr id="102417" name="Oval 17"/>
          <p:cNvSpPr/>
          <p:nvPr>
            <p:custDataLst>
              <p:tags r:id="rId16"/>
            </p:custDataLst>
          </p:nvPr>
        </p:nvSpPr>
        <p:spPr>
          <a:xfrm>
            <a:off x="2411413" y="1773238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8" name="Text Box 18"/>
          <p:cNvSpPr txBox="1"/>
          <p:nvPr>
            <p:custDataLst>
              <p:tags r:id="rId17"/>
            </p:custDataLst>
          </p:nvPr>
        </p:nvSpPr>
        <p:spPr>
          <a:xfrm>
            <a:off x="2411413" y="1844675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页数</a:t>
            </a:r>
          </a:p>
        </p:txBody>
      </p:sp>
      <p:sp>
        <p:nvSpPr>
          <p:cNvPr id="102419" name="Oval 19"/>
          <p:cNvSpPr/>
          <p:nvPr>
            <p:custDataLst>
              <p:tags r:id="rId18"/>
            </p:custDataLst>
          </p:nvPr>
        </p:nvSpPr>
        <p:spPr>
          <a:xfrm>
            <a:off x="179512" y="3286125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0" name="Text Box 20"/>
          <p:cNvSpPr txBox="1"/>
          <p:nvPr>
            <p:custDataLst>
              <p:tags r:id="rId19"/>
            </p:custDataLst>
          </p:nvPr>
        </p:nvSpPr>
        <p:spPr>
          <a:xfrm>
            <a:off x="250825" y="335756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类别</a:t>
            </a:r>
          </a:p>
        </p:txBody>
      </p:sp>
      <p:sp>
        <p:nvSpPr>
          <p:cNvPr id="102421" name="Oval 21"/>
          <p:cNvSpPr/>
          <p:nvPr>
            <p:custDataLst>
              <p:tags r:id="rId20"/>
            </p:custDataLst>
          </p:nvPr>
        </p:nvSpPr>
        <p:spPr>
          <a:xfrm>
            <a:off x="755650" y="4365476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2" name="Text Box 22"/>
          <p:cNvSpPr txBox="1"/>
          <p:nvPr>
            <p:custDataLst>
              <p:tags r:id="rId21"/>
            </p:custDataLst>
          </p:nvPr>
        </p:nvSpPr>
        <p:spPr>
          <a:xfrm>
            <a:off x="755650" y="448079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出版社</a:t>
            </a:r>
          </a:p>
        </p:txBody>
      </p:sp>
      <p:sp>
        <p:nvSpPr>
          <p:cNvPr id="102423" name="Oval 23"/>
          <p:cNvSpPr/>
          <p:nvPr>
            <p:custDataLst>
              <p:tags r:id="rId22"/>
            </p:custDataLst>
          </p:nvPr>
        </p:nvSpPr>
        <p:spPr>
          <a:xfrm>
            <a:off x="2339975" y="4437484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4" name="Text Box 24"/>
          <p:cNvSpPr txBox="1"/>
          <p:nvPr>
            <p:custDataLst>
              <p:tags r:id="rId23"/>
            </p:custDataLst>
          </p:nvPr>
        </p:nvSpPr>
        <p:spPr>
          <a:xfrm>
            <a:off x="2339975" y="448079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价格</a:t>
            </a:r>
          </a:p>
        </p:txBody>
      </p:sp>
      <p:sp>
        <p:nvSpPr>
          <p:cNvPr id="102425" name="Oval 25"/>
          <p:cNvSpPr/>
          <p:nvPr>
            <p:custDataLst>
              <p:tags r:id="rId24"/>
            </p:custDataLst>
          </p:nvPr>
        </p:nvSpPr>
        <p:spPr>
          <a:xfrm>
            <a:off x="7667625" y="1772816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6" name="Text Box 26"/>
          <p:cNvSpPr txBox="1"/>
          <p:nvPr>
            <p:custDataLst>
              <p:tags r:id="rId25"/>
            </p:custDataLst>
          </p:nvPr>
        </p:nvSpPr>
        <p:spPr>
          <a:xfrm>
            <a:off x="7667625" y="191611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单位</a:t>
            </a:r>
          </a:p>
        </p:txBody>
      </p:sp>
      <p:sp>
        <p:nvSpPr>
          <p:cNvPr id="102427" name="Oval 27"/>
          <p:cNvSpPr/>
          <p:nvPr>
            <p:custDataLst>
              <p:tags r:id="rId26"/>
            </p:custDataLst>
          </p:nvPr>
        </p:nvSpPr>
        <p:spPr>
          <a:xfrm>
            <a:off x="5795963" y="1628775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8" name="Text Box 28"/>
          <p:cNvSpPr txBox="1"/>
          <p:nvPr>
            <p:custDataLst>
              <p:tags r:id="rId27"/>
            </p:custDataLst>
          </p:nvPr>
        </p:nvSpPr>
        <p:spPr>
          <a:xfrm>
            <a:off x="5795963" y="1700213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102429" name="Oval 31"/>
          <p:cNvSpPr/>
          <p:nvPr>
            <p:custDataLst>
              <p:tags r:id="rId28"/>
            </p:custDataLst>
          </p:nvPr>
        </p:nvSpPr>
        <p:spPr>
          <a:xfrm>
            <a:off x="7812088" y="3070225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30" name="Text Box 32"/>
          <p:cNvSpPr txBox="1"/>
          <p:nvPr>
            <p:custDataLst>
              <p:tags r:id="rId29"/>
            </p:custDataLst>
          </p:nvPr>
        </p:nvSpPr>
        <p:spPr>
          <a:xfrm>
            <a:off x="7812088" y="3141663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职称</a:t>
            </a:r>
          </a:p>
        </p:txBody>
      </p:sp>
      <p:sp>
        <p:nvSpPr>
          <p:cNvPr id="102431" name="Line 33"/>
          <p:cNvSpPr/>
          <p:nvPr>
            <p:custDataLst>
              <p:tags r:id="rId30"/>
            </p:custDataLst>
          </p:nvPr>
        </p:nvSpPr>
        <p:spPr>
          <a:xfrm>
            <a:off x="1259434" y="2708276"/>
            <a:ext cx="518566" cy="43338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2" name="Line 34"/>
          <p:cNvSpPr/>
          <p:nvPr>
            <p:custDataLst>
              <p:tags r:id="rId31"/>
            </p:custDataLst>
          </p:nvPr>
        </p:nvSpPr>
        <p:spPr>
          <a:xfrm>
            <a:off x="1835150" y="2133600"/>
            <a:ext cx="215900" cy="10080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3" name="Line 35"/>
          <p:cNvSpPr/>
          <p:nvPr>
            <p:custDataLst>
              <p:tags r:id="rId32"/>
            </p:custDataLst>
          </p:nvPr>
        </p:nvSpPr>
        <p:spPr>
          <a:xfrm flipH="1">
            <a:off x="2484438" y="2420938"/>
            <a:ext cx="358775" cy="7207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4" name="Line 36"/>
          <p:cNvSpPr/>
          <p:nvPr>
            <p:custDataLst>
              <p:tags r:id="rId33"/>
            </p:custDataLst>
          </p:nvPr>
        </p:nvSpPr>
        <p:spPr>
          <a:xfrm flipH="1">
            <a:off x="1331913" y="3429000"/>
            <a:ext cx="431800" cy="714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5" name="Line 37"/>
          <p:cNvSpPr/>
          <p:nvPr>
            <p:custDataLst>
              <p:tags r:id="rId34"/>
            </p:custDataLst>
          </p:nvPr>
        </p:nvSpPr>
        <p:spPr>
          <a:xfrm flipH="1">
            <a:off x="1547664" y="3645967"/>
            <a:ext cx="431800" cy="7191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6" name="Line 38"/>
          <p:cNvSpPr/>
          <p:nvPr>
            <p:custDataLst>
              <p:tags r:id="rId35"/>
            </p:custDataLst>
          </p:nvPr>
        </p:nvSpPr>
        <p:spPr>
          <a:xfrm>
            <a:off x="2484438" y="3644950"/>
            <a:ext cx="358775" cy="7921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7" name="Line 39"/>
          <p:cNvSpPr/>
          <p:nvPr>
            <p:custDataLst>
              <p:tags r:id="rId36"/>
            </p:custDataLst>
          </p:nvPr>
        </p:nvSpPr>
        <p:spPr>
          <a:xfrm flipV="1">
            <a:off x="4572000" y="2565400"/>
            <a:ext cx="0" cy="50323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8" name="Line 40"/>
          <p:cNvSpPr/>
          <p:nvPr>
            <p:custDataLst>
              <p:tags r:id="rId37"/>
            </p:custDataLst>
          </p:nvPr>
        </p:nvSpPr>
        <p:spPr>
          <a:xfrm flipH="1" flipV="1">
            <a:off x="6443663" y="2276475"/>
            <a:ext cx="144462" cy="86518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9" name="Line 41"/>
          <p:cNvSpPr/>
          <p:nvPr>
            <p:custDataLst>
              <p:tags r:id="rId38"/>
            </p:custDataLst>
          </p:nvPr>
        </p:nvSpPr>
        <p:spPr>
          <a:xfrm flipV="1">
            <a:off x="7019925" y="2420938"/>
            <a:ext cx="1081088" cy="7207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0" name="Line 42"/>
          <p:cNvSpPr/>
          <p:nvPr>
            <p:custDataLst>
              <p:tags r:id="rId39"/>
            </p:custDataLst>
          </p:nvPr>
        </p:nvSpPr>
        <p:spPr>
          <a:xfrm>
            <a:off x="7308850" y="3429000"/>
            <a:ext cx="503238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27">
            <a:extLst>
              <a:ext uri="{FF2B5EF4-FFF2-40B4-BE49-F238E27FC236}">
                <a16:creationId xmlns:a16="http://schemas.microsoft.com/office/drawing/2014/main" id="{1E832E89-1BFB-A166-282C-9628E3E178D7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296194" y="5460835"/>
            <a:ext cx="403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什么含义？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3" name="图片 2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4450" name="Text Box 2"/>
          <p:cNvSpPr txBox="1"/>
          <p:nvPr/>
        </p:nvSpPr>
        <p:spPr>
          <a:xfrm>
            <a:off x="519113" y="842963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构造</a:t>
            </a: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图应注意的问题：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1023938" y="1792288"/>
            <a:ext cx="7508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、注意标识实体属性中的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关键字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</a:p>
        </p:txBody>
      </p:sp>
      <p:sp>
        <p:nvSpPr>
          <p:cNvPr id="6" name="Text Box 4"/>
          <p:cNvSpPr txBox="1"/>
          <p:nvPr>
            <p:custDataLst>
              <p:tags r:id="rId4"/>
            </p:custDataLst>
          </p:nvPr>
        </p:nvSpPr>
        <p:spPr>
          <a:xfrm>
            <a:off x="1023938" y="2846388"/>
            <a:ext cx="7508875" cy="16842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、如果所处理的对象是一个比较大的系统，则应该先画出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各子系统的子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，然后再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合并同类实体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，消除冗余。</a:t>
            </a:r>
          </a:p>
        </p:txBody>
      </p:sp>
      <p:sp>
        <p:nvSpPr>
          <p:cNvPr id="7" name="Text Box 5"/>
          <p:cNvSpPr txBox="1"/>
          <p:nvPr>
            <p:custDataLst>
              <p:tags r:id="rId5"/>
            </p:custDataLst>
          </p:nvPr>
        </p:nvSpPr>
        <p:spPr>
          <a:xfrm>
            <a:off x="1023938" y="4978400"/>
            <a:ext cx="7508875" cy="11302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、对于一个特定的应用处理对象，所构造的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模型可能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不是唯一的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5474" name="Text Box 4"/>
          <p:cNvSpPr txBox="1"/>
          <p:nvPr/>
        </p:nvSpPr>
        <p:spPr>
          <a:xfrm>
            <a:off x="900113" y="938213"/>
            <a:ext cx="7391400" cy="4615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：某公共管理学院下设四个系：行政管理系、城市管理系、土地管理系、电子政务系。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7522" name="Rectangle 2"/>
          <p:cNvSpPr/>
          <p:nvPr>
            <p:custDataLst>
              <p:tags r:id="rId4"/>
            </p:custDataLst>
          </p:nvPr>
        </p:nvSpPr>
        <p:spPr>
          <a:xfrm>
            <a:off x="3124200" y="5638800"/>
            <a:ext cx="13716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教师</a:t>
            </a:r>
          </a:p>
        </p:txBody>
      </p:sp>
      <p:sp>
        <p:nvSpPr>
          <p:cNvPr id="107523" name="Rectangle 3"/>
          <p:cNvSpPr/>
          <p:nvPr>
            <p:custDataLst>
              <p:tags r:id="rId5"/>
            </p:custDataLst>
          </p:nvPr>
        </p:nvSpPr>
        <p:spPr>
          <a:xfrm>
            <a:off x="3124200" y="2819400"/>
            <a:ext cx="12192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</a:t>
            </a:r>
          </a:p>
        </p:txBody>
      </p:sp>
      <p:sp>
        <p:nvSpPr>
          <p:cNvPr id="107524" name="AutoShape 4"/>
          <p:cNvSpPr/>
          <p:nvPr>
            <p:custDataLst>
              <p:tags r:id="rId6"/>
            </p:custDataLst>
          </p:nvPr>
        </p:nvSpPr>
        <p:spPr>
          <a:xfrm>
            <a:off x="7239000" y="3505200"/>
            <a:ext cx="914400" cy="609600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工作</a:t>
            </a:r>
          </a:p>
        </p:txBody>
      </p:sp>
      <p:sp>
        <p:nvSpPr>
          <p:cNvPr id="107525" name="Oval 5"/>
          <p:cNvSpPr/>
          <p:nvPr>
            <p:custDataLst>
              <p:tags r:id="rId7"/>
            </p:custDataLst>
          </p:nvPr>
        </p:nvSpPr>
        <p:spPr>
          <a:xfrm>
            <a:off x="6096000" y="1524000"/>
            <a:ext cx="8382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电话</a:t>
            </a:r>
          </a:p>
        </p:txBody>
      </p:sp>
      <p:sp>
        <p:nvSpPr>
          <p:cNvPr id="107526" name="Oval 6"/>
          <p:cNvSpPr/>
          <p:nvPr>
            <p:custDataLst>
              <p:tags r:id="rId8"/>
            </p:custDataLst>
          </p:nvPr>
        </p:nvSpPr>
        <p:spPr>
          <a:xfrm>
            <a:off x="540068" y="1524000"/>
            <a:ext cx="1212532" cy="5715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系代号*</a:t>
            </a:r>
          </a:p>
        </p:txBody>
      </p:sp>
      <p:sp>
        <p:nvSpPr>
          <p:cNvPr id="107527" name="Oval 7"/>
          <p:cNvSpPr/>
          <p:nvPr>
            <p:custDataLst>
              <p:tags r:id="rId9"/>
            </p:custDataLst>
          </p:nvPr>
        </p:nvSpPr>
        <p:spPr>
          <a:xfrm>
            <a:off x="4495800" y="1524000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办公地点</a:t>
            </a:r>
          </a:p>
        </p:txBody>
      </p:sp>
      <p:sp>
        <p:nvSpPr>
          <p:cNvPr id="107528" name="Rectangle 8"/>
          <p:cNvSpPr/>
          <p:nvPr/>
        </p:nvSpPr>
        <p:spPr>
          <a:xfrm>
            <a:off x="990600" y="529273"/>
            <a:ext cx="5953125" cy="58356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公共管理学院教师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</a:p>
        </p:txBody>
      </p:sp>
      <p:sp>
        <p:nvSpPr>
          <p:cNvPr id="107529" name="Oval 9"/>
          <p:cNvSpPr/>
          <p:nvPr>
            <p:custDataLst>
              <p:tags r:id="rId10"/>
            </p:custDataLst>
          </p:nvPr>
        </p:nvSpPr>
        <p:spPr>
          <a:xfrm>
            <a:off x="3276600" y="1524000"/>
            <a:ext cx="990600" cy="5715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系主任</a:t>
            </a:r>
          </a:p>
        </p:txBody>
      </p:sp>
      <p:sp>
        <p:nvSpPr>
          <p:cNvPr id="107531" name="Oval 11"/>
          <p:cNvSpPr/>
          <p:nvPr>
            <p:custDataLst>
              <p:tags r:id="rId11"/>
            </p:custDataLst>
          </p:nvPr>
        </p:nvSpPr>
        <p:spPr>
          <a:xfrm>
            <a:off x="1981200" y="1562100"/>
            <a:ext cx="990600" cy="5715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系名称</a:t>
            </a:r>
          </a:p>
        </p:txBody>
      </p:sp>
      <p:sp>
        <p:nvSpPr>
          <p:cNvPr id="107532" name="Line 12"/>
          <p:cNvSpPr/>
          <p:nvPr>
            <p:custDataLst>
              <p:tags r:id="rId12"/>
            </p:custDataLst>
          </p:nvPr>
        </p:nvSpPr>
        <p:spPr>
          <a:xfrm>
            <a:off x="1295400" y="2057400"/>
            <a:ext cx="2514600" cy="76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3" name="Line 13"/>
          <p:cNvSpPr/>
          <p:nvPr>
            <p:custDataLst>
              <p:tags r:id="rId13"/>
            </p:custDataLst>
          </p:nvPr>
        </p:nvSpPr>
        <p:spPr>
          <a:xfrm>
            <a:off x="3810000" y="2133600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4" name="Line 14"/>
          <p:cNvSpPr/>
          <p:nvPr>
            <p:custDataLst>
              <p:tags r:id="rId14"/>
            </p:custDataLst>
          </p:nvPr>
        </p:nvSpPr>
        <p:spPr>
          <a:xfrm>
            <a:off x="2514600" y="2133600"/>
            <a:ext cx="129540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5" name="Line 15"/>
          <p:cNvSpPr/>
          <p:nvPr>
            <p:custDataLst>
              <p:tags r:id="rId15"/>
            </p:custDataLst>
          </p:nvPr>
        </p:nvSpPr>
        <p:spPr>
          <a:xfrm flipH="1">
            <a:off x="3810000" y="2057400"/>
            <a:ext cx="1447800" cy="76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6" name="Line 16"/>
          <p:cNvSpPr/>
          <p:nvPr>
            <p:custDataLst>
              <p:tags r:id="rId16"/>
            </p:custDataLst>
          </p:nvPr>
        </p:nvSpPr>
        <p:spPr>
          <a:xfrm flipH="1">
            <a:off x="3810000" y="2057400"/>
            <a:ext cx="2743200" cy="76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7" name="Oval 17"/>
          <p:cNvSpPr/>
          <p:nvPr>
            <p:custDataLst>
              <p:tags r:id="rId17"/>
            </p:custDataLst>
          </p:nvPr>
        </p:nvSpPr>
        <p:spPr>
          <a:xfrm>
            <a:off x="2268538" y="4292600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姓名</a:t>
            </a:r>
          </a:p>
        </p:txBody>
      </p:sp>
      <p:sp>
        <p:nvSpPr>
          <p:cNvPr id="107538" name="Oval 18"/>
          <p:cNvSpPr/>
          <p:nvPr>
            <p:custDataLst>
              <p:tags r:id="rId18"/>
            </p:custDataLst>
          </p:nvPr>
        </p:nvSpPr>
        <p:spPr>
          <a:xfrm>
            <a:off x="900113" y="5013325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编号*</a:t>
            </a:r>
          </a:p>
        </p:txBody>
      </p:sp>
      <p:sp>
        <p:nvSpPr>
          <p:cNvPr id="107539" name="Oval 19"/>
          <p:cNvSpPr/>
          <p:nvPr>
            <p:custDataLst>
              <p:tags r:id="rId19"/>
            </p:custDataLst>
          </p:nvPr>
        </p:nvSpPr>
        <p:spPr>
          <a:xfrm>
            <a:off x="4284663" y="4221163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专业特长</a:t>
            </a:r>
          </a:p>
        </p:txBody>
      </p:sp>
      <p:sp>
        <p:nvSpPr>
          <p:cNvPr id="107540" name="Line 20"/>
          <p:cNvSpPr/>
          <p:nvPr>
            <p:custDataLst>
              <p:tags r:id="rId20"/>
            </p:custDataLst>
          </p:nvPr>
        </p:nvSpPr>
        <p:spPr>
          <a:xfrm>
            <a:off x="2987675" y="4868863"/>
            <a:ext cx="822325" cy="7699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1" name="Line 21"/>
          <p:cNvSpPr/>
          <p:nvPr>
            <p:custDataLst>
              <p:tags r:id="rId21"/>
            </p:custDataLst>
          </p:nvPr>
        </p:nvSpPr>
        <p:spPr>
          <a:xfrm flipH="1">
            <a:off x="3810000" y="4724400"/>
            <a:ext cx="1266825" cy="914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2" name="Line 22"/>
          <p:cNvSpPr/>
          <p:nvPr>
            <p:custDataLst>
              <p:tags r:id="rId22"/>
            </p:custDataLst>
          </p:nvPr>
        </p:nvSpPr>
        <p:spPr>
          <a:xfrm>
            <a:off x="2124075" y="5373688"/>
            <a:ext cx="1655763" cy="2873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3" name="Rectangle 23"/>
          <p:cNvSpPr/>
          <p:nvPr>
            <p:custDataLst>
              <p:tags r:id="rId23"/>
            </p:custDataLst>
          </p:nvPr>
        </p:nvSpPr>
        <p:spPr>
          <a:xfrm>
            <a:off x="7086600" y="2286000"/>
            <a:ext cx="12192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</a:t>
            </a:r>
          </a:p>
        </p:txBody>
      </p:sp>
      <p:sp>
        <p:nvSpPr>
          <p:cNvPr id="107544" name="Rectangle 24"/>
          <p:cNvSpPr/>
          <p:nvPr>
            <p:custDataLst>
              <p:tags r:id="rId24"/>
            </p:custDataLst>
          </p:nvPr>
        </p:nvSpPr>
        <p:spPr>
          <a:xfrm>
            <a:off x="7010400" y="4800600"/>
            <a:ext cx="13716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教师</a:t>
            </a:r>
          </a:p>
        </p:txBody>
      </p:sp>
      <p:sp>
        <p:nvSpPr>
          <p:cNvPr id="107545" name="Line 25"/>
          <p:cNvSpPr/>
          <p:nvPr>
            <p:custDataLst>
              <p:tags r:id="rId25"/>
            </p:custDataLst>
          </p:nvPr>
        </p:nvSpPr>
        <p:spPr>
          <a:xfrm>
            <a:off x="7696200" y="2819400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6" name="Line 26"/>
          <p:cNvSpPr/>
          <p:nvPr>
            <p:custDataLst>
              <p:tags r:id="rId26"/>
            </p:custDataLst>
          </p:nvPr>
        </p:nvSpPr>
        <p:spPr>
          <a:xfrm>
            <a:off x="7696200" y="4114800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7" name="Text Box 27"/>
          <p:cNvSpPr txBox="1"/>
          <p:nvPr>
            <p:custDataLst>
              <p:tags r:id="rId27"/>
            </p:custDataLst>
          </p:nvPr>
        </p:nvSpPr>
        <p:spPr>
          <a:xfrm>
            <a:off x="7772400" y="3048000"/>
            <a:ext cx="609600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</a:p>
        </p:txBody>
      </p:sp>
      <p:sp>
        <p:nvSpPr>
          <p:cNvPr id="107548" name="Text Box 28"/>
          <p:cNvSpPr txBox="1"/>
          <p:nvPr>
            <p:custDataLst>
              <p:tags r:id="rId28"/>
            </p:custDataLst>
          </p:nvPr>
        </p:nvSpPr>
        <p:spPr>
          <a:xfrm>
            <a:off x="7772400" y="4267200"/>
            <a:ext cx="609600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KaiTi" panose="02010609060101010101" pitchFamily="49" charset="-122"/>
                <a:ea typeface="KaiTi" panose="02010609060101010101" pitchFamily="49" charset="-122"/>
              </a:rPr>
              <a:t>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9570" name="Text Box 2"/>
          <p:cNvSpPr txBox="1"/>
          <p:nvPr>
            <p:custDataLst>
              <p:tags r:id="rId4"/>
            </p:custDataLst>
          </p:nvPr>
        </p:nvSpPr>
        <p:spPr>
          <a:xfrm>
            <a:off x="483518" y="548680"/>
            <a:ext cx="8264946" cy="57861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例：某公共管理学院下设四个系：行政管理系、城市管理系、土地管理系、电子政务系。（练习）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）学院的每个学生包含如下属性：学号、姓名、性别、年龄。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）学院设置了多门课程。每门课程包括如下属性：课程号、课程名、学分。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）一名教师可以上多门课程，一名课程可以由多名教师讲授。教师完成授课后，将被学生和学院共同评估。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）学生根据专业要求，每年选修多门课程，学生必须参加考试，获得成绩。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0" r:link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2" r:link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5474" name="Text Box 4"/>
          <p:cNvSpPr txBox="1"/>
          <p:nvPr/>
        </p:nvSpPr>
        <p:spPr>
          <a:xfrm>
            <a:off x="0" y="517803"/>
            <a:ext cx="4158088" cy="6632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：某公共管理学院下设四个系：行政管理系、城市管理系、土地管理系、电子政务系。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  <a:endParaRPr lang="en-US" altLang="zh-CN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）学院的每个学生包含如下属性：学号、姓名、性别、年龄。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）学院设置了多门课程。每门课程包括如下属性：课程号、课程名、学分。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）一名教师可以上多门课程，一名课程可以由多名教师讲授。教师完成授课后，将被学生和学院共同评估。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7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）学生根据专业要求，每年选修多门课程，学生必须参加考试，获得成绩。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3DEF8A2-BCE9-4CA4-A029-5E6E21D919B0}"/>
              </a:ext>
            </a:extLst>
          </p:cNvPr>
          <p:cNvGrpSpPr/>
          <p:nvPr/>
        </p:nvGrpSpPr>
        <p:grpSpPr>
          <a:xfrm>
            <a:off x="4849052" y="3537658"/>
            <a:ext cx="3235949" cy="1305926"/>
            <a:chOff x="1617270" y="1832596"/>
            <a:chExt cx="3647802" cy="1403460"/>
          </a:xfrm>
        </p:grpSpPr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14578CAC-B5A7-43C6-9982-CFAE58C8FD3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261178" y="2800469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学生</a:t>
              </a:r>
            </a:p>
          </p:txBody>
        </p:sp>
        <p:sp>
          <p:nvSpPr>
            <p:cNvPr id="35" name="Oval 6">
              <a:extLst>
                <a:ext uri="{FF2B5EF4-FFF2-40B4-BE49-F238E27FC236}">
                  <a16:creationId xmlns:a16="http://schemas.microsoft.com/office/drawing/2014/main" id="{E13811B6-C18E-4FAE-8202-D5F3183DE0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617270" y="1883143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学号*</a:t>
              </a:r>
            </a:p>
          </p:txBody>
        </p:sp>
        <p:sp>
          <p:nvSpPr>
            <p:cNvPr id="36" name="Oval 7">
              <a:extLst>
                <a:ext uri="{FF2B5EF4-FFF2-40B4-BE49-F238E27FC236}">
                  <a16:creationId xmlns:a16="http://schemas.microsoft.com/office/drawing/2014/main" id="{6CD97A81-8342-4A58-9FB4-401BD6279FA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276838" y="1853062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年龄</a:t>
              </a:r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E999DED7-27D5-48A9-A163-C8D48D5C1A8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446751" y="183259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性别</a:t>
              </a: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3147E8E6-EC7A-465B-AEAF-B1138A17F81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2616664" y="1842704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79C96106-0626-41BC-AD70-BF577D6B48A6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2249285" y="2319512"/>
              <a:ext cx="1560714" cy="49988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0" name="Line 13">
              <a:extLst>
                <a:ext uri="{FF2B5EF4-FFF2-40B4-BE49-F238E27FC236}">
                  <a16:creationId xmlns:a16="http://schemas.microsoft.com/office/drawing/2014/main" id="{C09174C8-F239-4D5B-9E6C-9416C90ADF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3810000" y="2259360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1" name="Line 14">
              <a:extLst>
                <a:ext uri="{FF2B5EF4-FFF2-40B4-BE49-F238E27FC236}">
                  <a16:creationId xmlns:a16="http://schemas.microsoft.com/office/drawing/2014/main" id="{1760E28C-DE59-4593-BF31-6CBB67808623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3092180" y="2309404"/>
              <a:ext cx="717820" cy="5099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2" name="Line 15">
              <a:extLst>
                <a:ext uri="{FF2B5EF4-FFF2-40B4-BE49-F238E27FC236}">
                  <a16:creationId xmlns:a16="http://schemas.microsoft.com/office/drawing/2014/main" id="{677DDAF5-F3C4-4503-A5C9-BC1CC8824B9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flipH="1">
              <a:off x="3829673" y="2288649"/>
              <a:ext cx="755708" cy="5461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F986F2F-8E51-4A57-9B24-7252025E54DC}"/>
              </a:ext>
            </a:extLst>
          </p:cNvPr>
          <p:cNvGrpSpPr/>
          <p:nvPr/>
        </p:nvGrpSpPr>
        <p:grpSpPr>
          <a:xfrm>
            <a:off x="5132550" y="5019909"/>
            <a:ext cx="2926558" cy="1113455"/>
            <a:chOff x="1689569" y="4086758"/>
            <a:chExt cx="3299033" cy="1196614"/>
          </a:xfrm>
        </p:grpSpPr>
        <p:sp>
          <p:nvSpPr>
            <p:cNvPr id="44" name="Rectangle 2">
              <a:extLst>
                <a:ext uri="{FF2B5EF4-FFF2-40B4-BE49-F238E27FC236}">
                  <a16:creationId xmlns:a16="http://schemas.microsoft.com/office/drawing/2014/main" id="{752AF297-500A-4528-8EED-EE326A80348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2919368" y="4847785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</a:t>
              </a:r>
            </a:p>
          </p:txBody>
        </p:sp>
        <p:sp>
          <p:nvSpPr>
            <p:cNvPr id="45" name="Oval 17">
              <a:extLst>
                <a:ext uri="{FF2B5EF4-FFF2-40B4-BE49-F238E27FC236}">
                  <a16:creationId xmlns:a16="http://schemas.microsoft.com/office/drawing/2014/main" id="{5937F956-9F14-4447-95BB-378F676B52E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838136" y="4086759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课程名</a:t>
              </a:r>
            </a:p>
          </p:txBody>
        </p:sp>
        <p:sp>
          <p:nvSpPr>
            <p:cNvPr id="46" name="Oval 18">
              <a:extLst>
                <a:ext uri="{FF2B5EF4-FFF2-40B4-BE49-F238E27FC236}">
                  <a16:creationId xmlns:a16="http://schemas.microsoft.com/office/drawing/2014/main" id="{B5C93319-90AA-471D-8D47-8F6C4CE524F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689569" y="413151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课程号*</a:t>
              </a:r>
            </a:p>
          </p:txBody>
        </p:sp>
        <p:sp>
          <p:nvSpPr>
            <p:cNvPr id="47" name="Oval 19">
              <a:extLst>
                <a:ext uri="{FF2B5EF4-FFF2-40B4-BE49-F238E27FC236}">
                  <a16:creationId xmlns:a16="http://schemas.microsoft.com/office/drawing/2014/main" id="{B42952D8-CFE9-4523-A906-8FF738A58CE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000368" y="408675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学分</a:t>
              </a:r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31CA835C-1E72-4C82-A297-80994BC2D58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423770" y="4522345"/>
              <a:ext cx="46196" cy="3254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3B9210D5-1D36-4783-A701-4C9AC86423E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H="1">
              <a:off x="3469966" y="4498385"/>
              <a:ext cx="847592" cy="3733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709438A8-1C8F-481E-9901-0994C65F5D9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2447787" y="4535473"/>
              <a:ext cx="1022179" cy="33627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639D64B-6CAD-4749-A5A8-B4DCD0D0229E}"/>
              </a:ext>
            </a:extLst>
          </p:cNvPr>
          <p:cNvGrpSpPr/>
          <p:nvPr/>
        </p:nvGrpSpPr>
        <p:grpSpPr>
          <a:xfrm>
            <a:off x="4344229" y="764704"/>
            <a:ext cx="4134581" cy="1347610"/>
            <a:chOff x="7535416" y="2594698"/>
            <a:chExt cx="4660806" cy="1448257"/>
          </a:xfrm>
        </p:grpSpPr>
        <p:sp>
          <p:nvSpPr>
            <p:cNvPr id="52" name="Rectangle 3">
              <a:extLst>
                <a:ext uri="{FF2B5EF4-FFF2-40B4-BE49-F238E27FC236}">
                  <a16:creationId xmlns:a16="http://schemas.microsoft.com/office/drawing/2014/main" id="{BD2A2116-4170-477D-9878-001E7124131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415020" y="3607368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</a:t>
              </a:r>
            </a:p>
          </p:txBody>
        </p:sp>
        <p:sp>
          <p:nvSpPr>
            <p:cNvPr id="53" name="Oval 5">
              <a:extLst>
                <a:ext uri="{FF2B5EF4-FFF2-40B4-BE49-F238E27FC236}">
                  <a16:creationId xmlns:a16="http://schemas.microsoft.com/office/drawing/2014/main" id="{DF18BD98-1B62-4160-B2A7-3503A4486A4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556776" y="2594698"/>
              <a:ext cx="639446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电话</a:t>
              </a:r>
            </a:p>
          </p:txBody>
        </p:sp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B23E5DAE-B0F1-4930-A62C-2811BF902FD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535416" y="2674268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系代号*</a:t>
              </a:r>
            </a:p>
          </p:txBody>
        </p:sp>
        <p:sp>
          <p:nvSpPr>
            <p:cNvPr id="55" name="Oval 7">
              <a:extLst>
                <a:ext uri="{FF2B5EF4-FFF2-40B4-BE49-F238E27FC236}">
                  <a16:creationId xmlns:a16="http://schemas.microsoft.com/office/drawing/2014/main" id="{4207525C-0F3F-46D2-BD1F-DA3F2EE6E8B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476656" y="259469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办公地点</a:t>
              </a:r>
            </a:p>
          </p:txBody>
        </p:sp>
        <p:sp>
          <p:nvSpPr>
            <p:cNvPr id="56" name="Oval 9">
              <a:extLst>
                <a:ext uri="{FF2B5EF4-FFF2-40B4-BE49-F238E27FC236}">
                  <a16:creationId xmlns:a16="http://schemas.microsoft.com/office/drawing/2014/main" id="{98725CB6-9C3C-46B2-BE11-6C7D1BFF613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589414" y="26016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系主任</a:t>
              </a:r>
            </a:p>
          </p:txBody>
        </p:sp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497A4A47-E035-471B-962C-15E314C152D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624802" y="26397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系名称</a:t>
              </a:r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51602E6C-952F-4D46-839E-FE501490FC4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230863" y="3144715"/>
              <a:ext cx="1569864" cy="45573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812EA322-83A4-4D88-9C90-33E038C0043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800725" y="3054037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7E9555BD-1D93-4C45-A389-73A930E69BB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078455" y="3131391"/>
              <a:ext cx="755709" cy="48960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ACC28E5E-D0AC-40D2-B7BC-3CDD0EC7F68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flipH="1">
              <a:off x="9800725" y="2978182"/>
              <a:ext cx="1447801" cy="65248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E0D7EC27-FFAB-48D5-8D5F-7E5E7B55F5D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9800727" y="3099954"/>
              <a:ext cx="2000813" cy="51412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B6C5C83-BA94-40D5-A716-D520F23E1575}"/>
              </a:ext>
            </a:extLst>
          </p:cNvPr>
          <p:cNvGrpSpPr/>
          <p:nvPr/>
        </p:nvGrpSpPr>
        <p:grpSpPr>
          <a:xfrm>
            <a:off x="4585142" y="2264436"/>
            <a:ext cx="2940555" cy="1142738"/>
            <a:chOff x="7695259" y="5667917"/>
            <a:chExt cx="3314812" cy="1228084"/>
          </a:xfrm>
        </p:grpSpPr>
        <p:sp>
          <p:nvSpPr>
            <p:cNvPr id="64" name="Rectangle 2">
              <a:extLst>
                <a:ext uri="{FF2B5EF4-FFF2-40B4-BE49-F238E27FC236}">
                  <a16:creationId xmlns:a16="http://schemas.microsoft.com/office/drawing/2014/main" id="{AF3FCA3F-6B6E-4B72-A1F0-1CF613A8499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286274" y="6460414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教师</a:t>
              </a:r>
            </a:p>
          </p:txBody>
        </p:sp>
        <p:sp>
          <p:nvSpPr>
            <p:cNvPr id="66" name="Oval 17">
              <a:extLst>
                <a:ext uri="{FF2B5EF4-FFF2-40B4-BE49-F238E27FC236}">
                  <a16:creationId xmlns:a16="http://schemas.microsoft.com/office/drawing/2014/main" id="{BD96CAF0-1841-4773-B3E3-D27C4DA244A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826623" y="5667917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67" name="Oval 18">
              <a:extLst>
                <a:ext uri="{FF2B5EF4-FFF2-40B4-BE49-F238E27FC236}">
                  <a16:creationId xmlns:a16="http://schemas.microsoft.com/office/drawing/2014/main" id="{A6E2CEF8-1BC3-488F-9C7E-D19FCA70903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695259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编号*</a:t>
              </a:r>
            </a:p>
          </p:txBody>
        </p:sp>
        <p:sp>
          <p:nvSpPr>
            <p:cNvPr id="68" name="Oval 19">
              <a:extLst>
                <a:ext uri="{FF2B5EF4-FFF2-40B4-BE49-F238E27FC236}">
                  <a16:creationId xmlns:a16="http://schemas.microsoft.com/office/drawing/2014/main" id="{85412925-2623-4292-9A5A-BA3C4DC251D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0021837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专业特长</a:t>
              </a:r>
            </a:p>
          </p:txBody>
        </p:sp>
        <p:sp>
          <p:nvSpPr>
            <p:cNvPr id="69" name="Line 20">
              <a:extLst>
                <a:ext uri="{FF2B5EF4-FFF2-40B4-BE49-F238E27FC236}">
                  <a16:creationId xmlns:a16="http://schemas.microsoft.com/office/drawing/2014/main" id="{0BBCAC0D-479D-4512-BA61-E720BA62CC3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433206" y="6189089"/>
              <a:ext cx="440850" cy="2471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70" name="Line 21">
              <a:extLst>
                <a:ext uri="{FF2B5EF4-FFF2-40B4-BE49-F238E27FC236}">
                  <a16:creationId xmlns:a16="http://schemas.microsoft.com/office/drawing/2014/main" id="{4E188887-0268-4C0B-9212-8E519B9AF4A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H="1">
              <a:off x="9893501" y="6137376"/>
              <a:ext cx="586069" cy="2988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71" name="Line 22">
              <a:extLst>
                <a:ext uri="{FF2B5EF4-FFF2-40B4-BE49-F238E27FC236}">
                  <a16:creationId xmlns:a16="http://schemas.microsoft.com/office/drawing/2014/main" id="{28FAF837-B845-4FFD-91B0-E468865EAD3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603931" y="6081304"/>
              <a:ext cx="1289571" cy="37911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99146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5474" name="Text Box 4"/>
          <p:cNvSpPr txBox="1"/>
          <p:nvPr/>
        </p:nvSpPr>
        <p:spPr>
          <a:xfrm>
            <a:off x="0" y="517803"/>
            <a:ext cx="4158088" cy="6632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：某公共管理学院下设四个系：行政管理系、城市管理系、土地管理系、电子政务系。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  <a:endParaRPr lang="en-US" altLang="zh-CN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）学院的每个学生包含如下属性：学号、姓名、性别、年龄。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）学院设置了多门课程。每门课程包括如下属性：课程号、课程名、学分。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）一名教师可以上多门课程，一名课程可以由多名教师讲授。教师完成授课后，将被学生和学院共同评估。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7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）学生根据专业要求，每年选修多门课程，学生必须参加考试，获得成绩。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014EE1A-2919-4BBB-B31F-3D207AD5F484}"/>
              </a:ext>
            </a:extLst>
          </p:cNvPr>
          <p:cNvGrpSpPr/>
          <p:nvPr/>
        </p:nvGrpSpPr>
        <p:grpSpPr>
          <a:xfrm>
            <a:off x="4283968" y="1484784"/>
            <a:ext cx="4747195" cy="4660215"/>
            <a:chOff x="4649341" y="1270647"/>
            <a:chExt cx="7109792" cy="4724400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BD105A79-B779-4D17-BD5A-A738BBCABEC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577533" y="22612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5FA4F65D-2DFD-430A-ABBD-5BB28F62CDB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920933" y="4547247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A8CD2850-7886-4326-97F9-EA7D80FCAF3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649341" y="4340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B129946-D94C-4850-9D1C-7ED35D3CCB9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25133" y="1270647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系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13A56D59-BB8E-40C8-A06A-6DC173FD404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48933" y="33280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教师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C38CA382-E5BB-46A7-B10D-29A17354D04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034733" y="18040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71C0B78B-9F3A-4171-8B79-2B3FC95EC82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34733" y="28708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F0016A33-64BE-461D-BE6F-ACF69943FC69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7252953" y="1834902"/>
              <a:ext cx="3809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573F3234-B33F-4AC1-8EE3-FC88E308945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239687" y="2814490"/>
              <a:ext cx="40464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7" name="AutoShape 13">
              <a:extLst>
                <a:ext uri="{FF2B5EF4-FFF2-40B4-BE49-F238E27FC236}">
                  <a16:creationId xmlns:a16="http://schemas.microsoft.com/office/drawing/2014/main" id="{1A06451A-18A1-449E-841E-EDD98D38B79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396933" y="44710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2156774D-B48A-46F0-975C-BB6304C279B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30081" y="3356678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359E038D-4A3C-417F-A638-15723FFAA81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58481" y="54616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728EF9D3-6AD7-4565-8D51-A88A6454932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flipH="1">
              <a:off x="9854133" y="3890077"/>
              <a:ext cx="0" cy="58096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84121D59-BE3E-422A-9CEC-A29CE213C53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8634933" y="5080647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21D462A2-992C-4407-B0B9-9514078EAF8A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206433" y="3992772"/>
              <a:ext cx="419100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8AE33E2D-DE4C-4F27-80EC-921F34C46AEC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9418608" y="5261949"/>
              <a:ext cx="3047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4" name="AutoShape 20">
              <a:extLst>
                <a:ext uri="{FF2B5EF4-FFF2-40B4-BE49-F238E27FC236}">
                  <a16:creationId xmlns:a16="http://schemas.microsoft.com/office/drawing/2014/main" id="{068A2A44-FF0B-42B1-A705-F22BF69FB90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51257" y="4494065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1F0C3E1D-9DBB-48CA-91D3-208202D91C9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7034732" y="3861447"/>
              <a:ext cx="1" cy="65848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95E0380B-D536-4D62-AA7F-BBBBE8906E3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187133" y="5046488"/>
              <a:ext cx="1371600" cy="4151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3466BD80-8DAD-4ED0-8A76-1A33424E3A2F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7142465" y="4056382"/>
              <a:ext cx="457201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28" name="Text Box 24">
              <a:extLst>
                <a:ext uri="{FF2B5EF4-FFF2-40B4-BE49-F238E27FC236}">
                  <a16:creationId xmlns:a16="http://schemas.microsoft.com/office/drawing/2014/main" id="{40D1E01F-20EA-4CB6-8ABE-2046D842E26D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7337565" y="5210849"/>
              <a:ext cx="33238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9" name="Oval 25">
              <a:extLst>
                <a:ext uri="{FF2B5EF4-FFF2-40B4-BE49-F238E27FC236}">
                  <a16:creationId xmlns:a16="http://schemas.microsoft.com/office/drawing/2014/main" id="{FB9A7F69-4427-4F6A-84DF-46D41B7CA9D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649341" y="5102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A9B9A358-8DF1-4AF5-A048-E8019211971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944741" y="4568951"/>
              <a:ext cx="682716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9C3C909B-9A1B-4706-B6C2-E09C304704D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V="1">
              <a:off x="5868541" y="4797551"/>
              <a:ext cx="6858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101FF931-6B73-4ACA-BD66-55D69979323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311333" y="4775847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54412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5" r:link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67" r:link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7528" name="Rectangle 8"/>
          <p:cNvSpPr/>
          <p:nvPr/>
        </p:nvSpPr>
        <p:spPr>
          <a:xfrm>
            <a:off x="990600" y="529273"/>
            <a:ext cx="5953125" cy="58356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公共管理学院教师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AC1EE9-0EC8-4FA1-842B-7101E587CC6D}"/>
              </a:ext>
            </a:extLst>
          </p:cNvPr>
          <p:cNvGrpSpPr/>
          <p:nvPr/>
        </p:nvGrpSpPr>
        <p:grpSpPr>
          <a:xfrm>
            <a:off x="582202" y="4001646"/>
            <a:ext cx="3235949" cy="1305926"/>
            <a:chOff x="1617270" y="1832596"/>
            <a:chExt cx="3647802" cy="1403460"/>
          </a:xfrm>
        </p:grpSpPr>
        <p:sp>
          <p:nvSpPr>
            <p:cNvPr id="107523" name="Rectangle 3"/>
            <p:cNvSpPr/>
            <p:nvPr>
              <p:custDataLst>
                <p:tags r:id="rId54"/>
              </p:custDataLst>
            </p:nvPr>
          </p:nvSpPr>
          <p:spPr>
            <a:xfrm>
              <a:off x="3261178" y="2800469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学生</a:t>
              </a:r>
            </a:p>
          </p:txBody>
        </p:sp>
        <p:sp>
          <p:nvSpPr>
            <p:cNvPr id="107526" name="Oval 6"/>
            <p:cNvSpPr/>
            <p:nvPr>
              <p:custDataLst>
                <p:tags r:id="rId55"/>
              </p:custDataLst>
            </p:nvPr>
          </p:nvSpPr>
          <p:spPr>
            <a:xfrm>
              <a:off x="1617270" y="1883143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学号*</a:t>
              </a:r>
            </a:p>
          </p:txBody>
        </p:sp>
        <p:sp>
          <p:nvSpPr>
            <p:cNvPr id="107527" name="Oval 7"/>
            <p:cNvSpPr/>
            <p:nvPr>
              <p:custDataLst>
                <p:tags r:id="rId56"/>
              </p:custDataLst>
            </p:nvPr>
          </p:nvSpPr>
          <p:spPr>
            <a:xfrm>
              <a:off x="4276838" y="1853062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年龄</a:t>
              </a:r>
            </a:p>
          </p:txBody>
        </p:sp>
        <p:sp>
          <p:nvSpPr>
            <p:cNvPr id="107529" name="Oval 9"/>
            <p:cNvSpPr/>
            <p:nvPr>
              <p:custDataLst>
                <p:tags r:id="rId57"/>
              </p:custDataLst>
            </p:nvPr>
          </p:nvSpPr>
          <p:spPr>
            <a:xfrm>
              <a:off x="3446751" y="183259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性别</a:t>
              </a:r>
            </a:p>
          </p:txBody>
        </p:sp>
        <p:sp>
          <p:nvSpPr>
            <p:cNvPr id="107531" name="Oval 11"/>
            <p:cNvSpPr/>
            <p:nvPr>
              <p:custDataLst>
                <p:tags r:id="rId58"/>
              </p:custDataLst>
            </p:nvPr>
          </p:nvSpPr>
          <p:spPr>
            <a:xfrm>
              <a:off x="2616664" y="1842704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107532" name="Line 12"/>
            <p:cNvSpPr/>
            <p:nvPr>
              <p:custDataLst>
                <p:tags r:id="rId59"/>
              </p:custDataLst>
            </p:nvPr>
          </p:nvSpPr>
          <p:spPr>
            <a:xfrm>
              <a:off x="2249285" y="2319512"/>
              <a:ext cx="1560714" cy="49988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33" name="Line 13"/>
            <p:cNvSpPr/>
            <p:nvPr>
              <p:custDataLst>
                <p:tags r:id="rId60"/>
              </p:custDataLst>
            </p:nvPr>
          </p:nvSpPr>
          <p:spPr>
            <a:xfrm>
              <a:off x="3810000" y="2259360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34" name="Line 14"/>
            <p:cNvSpPr/>
            <p:nvPr>
              <p:custDataLst>
                <p:tags r:id="rId61"/>
              </p:custDataLst>
            </p:nvPr>
          </p:nvSpPr>
          <p:spPr>
            <a:xfrm>
              <a:off x="3092180" y="2309404"/>
              <a:ext cx="717820" cy="5099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35" name="Line 15"/>
            <p:cNvSpPr/>
            <p:nvPr>
              <p:custDataLst>
                <p:tags r:id="rId62"/>
              </p:custDataLst>
            </p:nvPr>
          </p:nvSpPr>
          <p:spPr>
            <a:xfrm flipH="1">
              <a:off x="3829673" y="2288649"/>
              <a:ext cx="755708" cy="5461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2D4807-76AE-459F-8471-1E6940ECFD18}"/>
              </a:ext>
            </a:extLst>
          </p:cNvPr>
          <p:cNvGrpSpPr/>
          <p:nvPr/>
        </p:nvGrpSpPr>
        <p:grpSpPr>
          <a:xfrm>
            <a:off x="865700" y="5483897"/>
            <a:ext cx="2926558" cy="1113455"/>
            <a:chOff x="1689569" y="4086758"/>
            <a:chExt cx="3299033" cy="1196614"/>
          </a:xfrm>
        </p:grpSpPr>
        <p:sp>
          <p:nvSpPr>
            <p:cNvPr id="107522" name="Rectangle 2"/>
            <p:cNvSpPr/>
            <p:nvPr>
              <p:custDataLst>
                <p:tags r:id="rId47"/>
              </p:custDataLst>
            </p:nvPr>
          </p:nvSpPr>
          <p:spPr>
            <a:xfrm>
              <a:off x="2919368" y="4847785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</a:t>
              </a:r>
            </a:p>
          </p:txBody>
        </p:sp>
        <p:sp>
          <p:nvSpPr>
            <p:cNvPr id="107537" name="Oval 17"/>
            <p:cNvSpPr/>
            <p:nvPr>
              <p:custDataLst>
                <p:tags r:id="rId48"/>
              </p:custDataLst>
            </p:nvPr>
          </p:nvSpPr>
          <p:spPr>
            <a:xfrm>
              <a:off x="2838136" y="4086759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课程名</a:t>
              </a:r>
            </a:p>
          </p:txBody>
        </p:sp>
        <p:sp>
          <p:nvSpPr>
            <p:cNvPr id="107538" name="Oval 18"/>
            <p:cNvSpPr/>
            <p:nvPr>
              <p:custDataLst>
                <p:tags r:id="rId49"/>
              </p:custDataLst>
            </p:nvPr>
          </p:nvSpPr>
          <p:spPr>
            <a:xfrm>
              <a:off x="1689569" y="413151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课程号*</a:t>
              </a:r>
            </a:p>
          </p:txBody>
        </p:sp>
        <p:sp>
          <p:nvSpPr>
            <p:cNvPr id="107539" name="Oval 19"/>
            <p:cNvSpPr/>
            <p:nvPr>
              <p:custDataLst>
                <p:tags r:id="rId50"/>
              </p:custDataLst>
            </p:nvPr>
          </p:nvSpPr>
          <p:spPr>
            <a:xfrm>
              <a:off x="4000368" y="408675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学分</a:t>
              </a:r>
            </a:p>
          </p:txBody>
        </p:sp>
        <p:sp>
          <p:nvSpPr>
            <p:cNvPr id="107540" name="Line 20"/>
            <p:cNvSpPr/>
            <p:nvPr>
              <p:custDataLst>
                <p:tags r:id="rId51"/>
              </p:custDataLst>
            </p:nvPr>
          </p:nvSpPr>
          <p:spPr>
            <a:xfrm>
              <a:off x="3423770" y="4522345"/>
              <a:ext cx="46196" cy="3254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41" name="Line 21"/>
            <p:cNvSpPr/>
            <p:nvPr>
              <p:custDataLst>
                <p:tags r:id="rId52"/>
              </p:custDataLst>
            </p:nvPr>
          </p:nvSpPr>
          <p:spPr>
            <a:xfrm flipH="1">
              <a:off x="3469966" y="4498385"/>
              <a:ext cx="847592" cy="3733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42" name="Line 22"/>
            <p:cNvSpPr/>
            <p:nvPr>
              <p:custDataLst>
                <p:tags r:id="rId53"/>
              </p:custDataLst>
            </p:nvPr>
          </p:nvSpPr>
          <p:spPr>
            <a:xfrm>
              <a:off x="2447787" y="4535473"/>
              <a:ext cx="1022179" cy="33627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6F32C0E-34D5-4C16-9622-E97D089CF28E}"/>
              </a:ext>
            </a:extLst>
          </p:cNvPr>
          <p:cNvGrpSpPr/>
          <p:nvPr/>
        </p:nvGrpSpPr>
        <p:grpSpPr>
          <a:xfrm>
            <a:off x="77379" y="1228692"/>
            <a:ext cx="4134581" cy="1347610"/>
            <a:chOff x="7535416" y="2594698"/>
            <a:chExt cx="4660806" cy="1448257"/>
          </a:xfrm>
        </p:grpSpPr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2AD419CB-D552-4F85-8D42-CFD55180D20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415020" y="3607368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</a:t>
              </a:r>
            </a:p>
          </p:txBody>
        </p:sp>
        <p:sp>
          <p:nvSpPr>
            <p:cNvPr id="34" name="Oval 5">
              <a:extLst>
                <a:ext uri="{FF2B5EF4-FFF2-40B4-BE49-F238E27FC236}">
                  <a16:creationId xmlns:a16="http://schemas.microsoft.com/office/drawing/2014/main" id="{D1C8AB52-6B64-44CD-A683-A6BEA96BACC2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556776" y="2594698"/>
              <a:ext cx="639446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电话</a:t>
              </a:r>
            </a:p>
          </p:txBody>
        </p:sp>
        <p:sp>
          <p:nvSpPr>
            <p:cNvPr id="35" name="Oval 6">
              <a:extLst>
                <a:ext uri="{FF2B5EF4-FFF2-40B4-BE49-F238E27FC236}">
                  <a16:creationId xmlns:a16="http://schemas.microsoft.com/office/drawing/2014/main" id="{06891E30-BBE4-4896-8FFE-7A566DB8406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535416" y="2674268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系代号*</a:t>
              </a:r>
            </a:p>
          </p:txBody>
        </p:sp>
        <p:sp>
          <p:nvSpPr>
            <p:cNvPr id="36" name="Oval 7">
              <a:extLst>
                <a:ext uri="{FF2B5EF4-FFF2-40B4-BE49-F238E27FC236}">
                  <a16:creationId xmlns:a16="http://schemas.microsoft.com/office/drawing/2014/main" id="{24CD1008-E1A8-46E7-918D-AAD6EA7216D5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476656" y="259469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办公地点</a:t>
              </a:r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967B5D0A-7378-44E5-A4B7-2149CBD0AA9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589414" y="26016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系主任</a:t>
              </a:r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25891E6B-F318-4A68-854C-F77DE45B9C43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8624802" y="26397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系名称</a:t>
              </a:r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9DC144A2-BC85-4419-816D-71607560142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230863" y="3144715"/>
              <a:ext cx="1569864" cy="45573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51B48881-62EA-4C85-87DC-3B2E7D97466A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800725" y="3054037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09A8FF8F-1EB4-4484-9CA1-DBE888AFDD6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078455" y="3131391"/>
              <a:ext cx="755709" cy="48960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3" name="Line 15">
              <a:extLst>
                <a:ext uri="{FF2B5EF4-FFF2-40B4-BE49-F238E27FC236}">
                  <a16:creationId xmlns:a16="http://schemas.microsoft.com/office/drawing/2014/main" id="{140218DD-6B33-439B-BAF4-C5E9538CCAC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 flipH="1">
              <a:off x="9800725" y="2978182"/>
              <a:ext cx="1447801" cy="65248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4" name="Line 16">
              <a:extLst>
                <a:ext uri="{FF2B5EF4-FFF2-40B4-BE49-F238E27FC236}">
                  <a16:creationId xmlns:a16="http://schemas.microsoft.com/office/drawing/2014/main" id="{132E673C-DE46-4D40-A004-F93005E22546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 flipH="1">
              <a:off x="9800727" y="3099954"/>
              <a:ext cx="2000813" cy="51412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CC3FB04-152D-4A33-8D76-2DC4BB2CA02E}"/>
              </a:ext>
            </a:extLst>
          </p:cNvPr>
          <p:cNvGrpSpPr/>
          <p:nvPr/>
        </p:nvGrpSpPr>
        <p:grpSpPr>
          <a:xfrm>
            <a:off x="318291" y="2728424"/>
            <a:ext cx="2940555" cy="1142738"/>
            <a:chOff x="7695259" y="5667917"/>
            <a:chExt cx="3314812" cy="1228084"/>
          </a:xfrm>
        </p:grpSpPr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4F1596EE-7FF6-40D6-B4F2-05F94761E92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286274" y="6460414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教师</a:t>
              </a:r>
            </a:p>
          </p:txBody>
        </p:sp>
        <p:sp>
          <p:nvSpPr>
            <p:cNvPr id="45" name="Oval 17">
              <a:extLst>
                <a:ext uri="{FF2B5EF4-FFF2-40B4-BE49-F238E27FC236}">
                  <a16:creationId xmlns:a16="http://schemas.microsoft.com/office/drawing/2014/main" id="{05A99D55-9218-419A-AC48-67364B5D369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826623" y="5667917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46" name="Oval 18">
              <a:extLst>
                <a:ext uri="{FF2B5EF4-FFF2-40B4-BE49-F238E27FC236}">
                  <a16:creationId xmlns:a16="http://schemas.microsoft.com/office/drawing/2014/main" id="{66420D48-346E-461F-9F17-D9BC1FA9368F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95259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编号*</a:t>
              </a:r>
            </a:p>
          </p:txBody>
        </p:sp>
        <p:sp>
          <p:nvSpPr>
            <p:cNvPr id="47" name="Oval 19">
              <a:extLst>
                <a:ext uri="{FF2B5EF4-FFF2-40B4-BE49-F238E27FC236}">
                  <a16:creationId xmlns:a16="http://schemas.microsoft.com/office/drawing/2014/main" id="{CA007C8D-9A09-43EE-9A3E-85D2AA12AF5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021837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专业特长</a:t>
              </a:r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5C74B310-1165-46C7-802F-48A774DEEA8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433206" y="6189089"/>
              <a:ext cx="440850" cy="2471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FA38674F-52A6-4C56-969D-6D43BCB27D8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flipH="1">
              <a:off x="9893501" y="6137376"/>
              <a:ext cx="586069" cy="2988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F3DDB044-2D5F-47EC-ADD5-187F53FDF2C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603931" y="6081304"/>
              <a:ext cx="1289571" cy="37911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D49995-E637-45A6-8E77-96018C223D3A}"/>
              </a:ext>
            </a:extLst>
          </p:cNvPr>
          <p:cNvGrpSpPr/>
          <p:nvPr/>
        </p:nvGrpSpPr>
        <p:grpSpPr>
          <a:xfrm>
            <a:off x="4283968" y="1505089"/>
            <a:ext cx="4747195" cy="4660215"/>
            <a:chOff x="4649341" y="1270647"/>
            <a:chExt cx="7109792" cy="4724400"/>
          </a:xfrm>
        </p:grpSpPr>
        <p:sp>
          <p:nvSpPr>
            <p:cNvPr id="52" name="AutoShape 4">
              <a:extLst>
                <a:ext uri="{FF2B5EF4-FFF2-40B4-BE49-F238E27FC236}">
                  <a16:creationId xmlns:a16="http://schemas.microsoft.com/office/drawing/2014/main" id="{31793AB8-A1FC-44C8-9B49-3AD9AAE8860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577533" y="22612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53" name="Oval 5">
              <a:extLst>
                <a:ext uri="{FF2B5EF4-FFF2-40B4-BE49-F238E27FC236}">
                  <a16:creationId xmlns:a16="http://schemas.microsoft.com/office/drawing/2014/main" id="{1B5A0F25-C205-4909-AFF4-A171E80D25A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920933" y="4547247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D0E97F99-5CF6-4726-AB19-795660C04BE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649341" y="4340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136E3127-B74C-4A82-BB0A-6830D81592F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25133" y="1270647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系</a:t>
              </a:r>
            </a:p>
          </p:txBody>
        </p:sp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09413C20-87BD-4655-94A6-5CE23B104BD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48933" y="33280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教师</a:t>
              </a:r>
            </a:p>
          </p:txBody>
        </p:sp>
        <p:sp>
          <p:nvSpPr>
            <p:cNvPr id="57" name="Line 9">
              <a:extLst>
                <a:ext uri="{FF2B5EF4-FFF2-40B4-BE49-F238E27FC236}">
                  <a16:creationId xmlns:a16="http://schemas.microsoft.com/office/drawing/2014/main" id="{14E7F5D4-0A88-4E0B-ADDC-9DB30766C8B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034733" y="18040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58" name="Line 10">
              <a:extLst>
                <a:ext uri="{FF2B5EF4-FFF2-40B4-BE49-F238E27FC236}">
                  <a16:creationId xmlns:a16="http://schemas.microsoft.com/office/drawing/2014/main" id="{BB453568-7202-4945-9355-6C8035CDFDE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34733" y="28708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59" name="Text Box 11">
              <a:extLst>
                <a:ext uri="{FF2B5EF4-FFF2-40B4-BE49-F238E27FC236}">
                  <a16:creationId xmlns:a16="http://schemas.microsoft.com/office/drawing/2014/main" id="{51C3AE33-68BE-4EAC-848B-B33C68633052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7252953" y="1834902"/>
              <a:ext cx="3809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56B31031-6B51-4AAC-8D14-A84F3228413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239687" y="2814490"/>
              <a:ext cx="40464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61" name="AutoShape 13">
              <a:extLst>
                <a:ext uri="{FF2B5EF4-FFF2-40B4-BE49-F238E27FC236}">
                  <a16:creationId xmlns:a16="http://schemas.microsoft.com/office/drawing/2014/main" id="{EB2CC651-E697-47F8-A658-6FFDFE53B42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396933" y="44710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62" name="Rectangle 14">
              <a:extLst>
                <a:ext uri="{FF2B5EF4-FFF2-40B4-BE49-F238E27FC236}">
                  <a16:creationId xmlns:a16="http://schemas.microsoft.com/office/drawing/2014/main" id="{7EA03308-C9B0-404C-80A1-FE3BADCBD20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30081" y="3356678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81E7C2A4-49C7-4E48-857F-B2471A97231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58481" y="54616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64" name="Line 16">
              <a:extLst>
                <a:ext uri="{FF2B5EF4-FFF2-40B4-BE49-F238E27FC236}">
                  <a16:creationId xmlns:a16="http://schemas.microsoft.com/office/drawing/2014/main" id="{23503464-1B82-4B0D-8CDA-7C238BBC197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flipH="1">
              <a:off x="9854133" y="3890077"/>
              <a:ext cx="0" cy="58096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65" name="Line 17">
              <a:extLst>
                <a:ext uri="{FF2B5EF4-FFF2-40B4-BE49-F238E27FC236}">
                  <a16:creationId xmlns:a16="http://schemas.microsoft.com/office/drawing/2014/main" id="{1EAD82C9-7374-4C16-9610-AFECE9A2BE2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8634933" y="5080647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66" name="Text Box 18">
              <a:extLst>
                <a:ext uri="{FF2B5EF4-FFF2-40B4-BE49-F238E27FC236}">
                  <a16:creationId xmlns:a16="http://schemas.microsoft.com/office/drawing/2014/main" id="{06058FF3-F764-401E-AC65-D1FE7D4C009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206433" y="3992772"/>
              <a:ext cx="419100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B735FE84-FBB3-4EF7-B703-658A8B7220C7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9418608" y="5261949"/>
              <a:ext cx="3047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68" name="AutoShape 20">
              <a:extLst>
                <a:ext uri="{FF2B5EF4-FFF2-40B4-BE49-F238E27FC236}">
                  <a16:creationId xmlns:a16="http://schemas.microsoft.com/office/drawing/2014/main" id="{20BFE91E-3DCB-4C40-BA83-5B2124680F9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51257" y="4494065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69" name="Line 21">
              <a:extLst>
                <a:ext uri="{FF2B5EF4-FFF2-40B4-BE49-F238E27FC236}">
                  <a16:creationId xmlns:a16="http://schemas.microsoft.com/office/drawing/2014/main" id="{7A6B9FAB-ED3C-47C3-846E-7993CA326B1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7034732" y="3861447"/>
              <a:ext cx="1" cy="65848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0" name="Line 22">
              <a:extLst>
                <a:ext uri="{FF2B5EF4-FFF2-40B4-BE49-F238E27FC236}">
                  <a16:creationId xmlns:a16="http://schemas.microsoft.com/office/drawing/2014/main" id="{946A0D66-10C1-436D-AC2B-6F14EF3DCEE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187133" y="5046488"/>
              <a:ext cx="1371600" cy="4151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1" name="Text Box 23">
              <a:extLst>
                <a:ext uri="{FF2B5EF4-FFF2-40B4-BE49-F238E27FC236}">
                  <a16:creationId xmlns:a16="http://schemas.microsoft.com/office/drawing/2014/main" id="{3A4028CA-5F32-4BBF-A238-3307D8504A4F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7142465" y="4056382"/>
              <a:ext cx="457201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72" name="Text Box 24">
              <a:extLst>
                <a:ext uri="{FF2B5EF4-FFF2-40B4-BE49-F238E27FC236}">
                  <a16:creationId xmlns:a16="http://schemas.microsoft.com/office/drawing/2014/main" id="{FF71513E-DC9B-4248-A269-C48F66A814C0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7337565" y="5210849"/>
              <a:ext cx="33238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EF98AFD8-E825-4FC6-B516-B16829BF06A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649341" y="5102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74" name="Line 26">
              <a:extLst>
                <a:ext uri="{FF2B5EF4-FFF2-40B4-BE49-F238E27FC236}">
                  <a16:creationId xmlns:a16="http://schemas.microsoft.com/office/drawing/2014/main" id="{6B95FB83-6B2A-4040-A7D0-81BF1BD1119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944741" y="4568951"/>
              <a:ext cx="682716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4A034F20-3D2C-4B1C-A5C3-ED8F7D0916D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V="1">
              <a:off x="5868541" y="4797551"/>
              <a:ext cx="6858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6" name="Line 28">
              <a:extLst>
                <a:ext uri="{FF2B5EF4-FFF2-40B4-BE49-F238E27FC236}">
                  <a16:creationId xmlns:a16="http://schemas.microsoft.com/office/drawing/2014/main" id="{67DFF153-4154-4441-914F-05ABA5A31A2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311333" y="4775847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781391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1618" name="Rectangle 2"/>
          <p:cNvSpPr/>
          <p:nvPr/>
        </p:nvSpPr>
        <p:spPr>
          <a:xfrm>
            <a:off x="990600" y="529273"/>
            <a:ext cx="5953125" cy="58356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公共管理学院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图（续）</a:t>
            </a:r>
          </a:p>
        </p:txBody>
      </p:sp>
      <p:sp>
        <p:nvSpPr>
          <p:cNvPr id="111620" name="AutoShape 4"/>
          <p:cNvSpPr/>
          <p:nvPr>
            <p:custDataLst>
              <p:tags r:id="rId4"/>
            </p:custDataLst>
          </p:nvPr>
        </p:nvSpPr>
        <p:spPr>
          <a:xfrm>
            <a:off x="2971800" y="2286000"/>
            <a:ext cx="914400" cy="609600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工作</a:t>
            </a:r>
          </a:p>
        </p:txBody>
      </p:sp>
      <p:sp>
        <p:nvSpPr>
          <p:cNvPr id="111621" name="Oval 5"/>
          <p:cNvSpPr/>
          <p:nvPr>
            <p:custDataLst>
              <p:tags r:id="rId5"/>
            </p:custDataLst>
          </p:nvPr>
        </p:nvSpPr>
        <p:spPr>
          <a:xfrm>
            <a:off x="7315200" y="4572000"/>
            <a:ext cx="8382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</a:t>
            </a:r>
          </a:p>
        </p:txBody>
      </p:sp>
      <p:sp>
        <p:nvSpPr>
          <p:cNvPr id="111622" name="Oval 6"/>
          <p:cNvSpPr/>
          <p:nvPr>
            <p:custDataLst>
              <p:tags r:id="rId6"/>
            </p:custDataLst>
          </p:nvPr>
        </p:nvSpPr>
        <p:spPr>
          <a:xfrm>
            <a:off x="1043608" y="4365104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学生评估</a:t>
            </a:r>
          </a:p>
        </p:txBody>
      </p:sp>
      <p:sp>
        <p:nvSpPr>
          <p:cNvPr id="111623" name="Rectangle 7"/>
          <p:cNvSpPr/>
          <p:nvPr>
            <p:custDataLst>
              <p:tags r:id="rId7"/>
            </p:custDataLst>
          </p:nvPr>
        </p:nvSpPr>
        <p:spPr>
          <a:xfrm>
            <a:off x="2819400" y="1295400"/>
            <a:ext cx="12192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</a:t>
            </a:r>
          </a:p>
        </p:txBody>
      </p:sp>
      <p:sp>
        <p:nvSpPr>
          <p:cNvPr id="111624" name="Rectangle 8"/>
          <p:cNvSpPr/>
          <p:nvPr>
            <p:custDataLst>
              <p:tags r:id="rId8"/>
            </p:custDataLst>
          </p:nvPr>
        </p:nvSpPr>
        <p:spPr>
          <a:xfrm>
            <a:off x="2743200" y="3352800"/>
            <a:ext cx="13716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111625" name="Line 9"/>
          <p:cNvSpPr/>
          <p:nvPr>
            <p:custDataLst>
              <p:tags r:id="rId9"/>
            </p:custDataLst>
          </p:nvPr>
        </p:nvSpPr>
        <p:spPr>
          <a:xfrm>
            <a:off x="3429000" y="1828800"/>
            <a:ext cx="0" cy="457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26" name="Line 10"/>
          <p:cNvSpPr/>
          <p:nvPr>
            <p:custDataLst>
              <p:tags r:id="rId10"/>
            </p:custDataLst>
          </p:nvPr>
        </p:nvSpPr>
        <p:spPr>
          <a:xfrm>
            <a:off x="3429000" y="2895600"/>
            <a:ext cx="0" cy="457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27" name="Text Box 11"/>
          <p:cNvSpPr txBox="1"/>
          <p:nvPr>
            <p:custDataLst>
              <p:tags r:id="rId11"/>
            </p:custDataLst>
          </p:nvPr>
        </p:nvSpPr>
        <p:spPr>
          <a:xfrm>
            <a:off x="3647220" y="1859655"/>
            <a:ext cx="380999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11628" name="Text Box 12"/>
          <p:cNvSpPr txBox="1"/>
          <p:nvPr>
            <p:custDataLst>
              <p:tags r:id="rId12"/>
            </p:custDataLst>
          </p:nvPr>
        </p:nvSpPr>
        <p:spPr>
          <a:xfrm>
            <a:off x="3633953" y="2839243"/>
            <a:ext cx="404648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11629" name="AutoShape 13"/>
          <p:cNvSpPr/>
          <p:nvPr>
            <p:custDataLst>
              <p:tags r:id="rId13"/>
            </p:custDataLst>
          </p:nvPr>
        </p:nvSpPr>
        <p:spPr>
          <a:xfrm>
            <a:off x="5791200" y="4495800"/>
            <a:ext cx="914400" cy="609600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学习</a:t>
            </a:r>
          </a:p>
        </p:txBody>
      </p:sp>
      <p:sp>
        <p:nvSpPr>
          <p:cNvPr id="111630" name="Rectangle 14"/>
          <p:cNvSpPr/>
          <p:nvPr>
            <p:custDataLst>
              <p:tags r:id="rId14"/>
            </p:custDataLst>
          </p:nvPr>
        </p:nvSpPr>
        <p:spPr>
          <a:xfrm>
            <a:off x="5624348" y="3381431"/>
            <a:ext cx="12192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111631" name="Rectangle 15"/>
          <p:cNvSpPr/>
          <p:nvPr>
            <p:custDataLst>
              <p:tags r:id="rId15"/>
            </p:custDataLst>
          </p:nvPr>
        </p:nvSpPr>
        <p:spPr>
          <a:xfrm>
            <a:off x="4252748" y="5486400"/>
            <a:ext cx="13716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</a:t>
            </a:r>
          </a:p>
        </p:txBody>
      </p:sp>
      <p:sp>
        <p:nvSpPr>
          <p:cNvPr id="111632" name="Line 16"/>
          <p:cNvSpPr/>
          <p:nvPr>
            <p:custDataLst>
              <p:tags r:id="rId16"/>
            </p:custDataLst>
          </p:nvPr>
        </p:nvSpPr>
        <p:spPr>
          <a:xfrm flipH="1">
            <a:off x="6248400" y="3914830"/>
            <a:ext cx="0" cy="58096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33" name="Line 17"/>
          <p:cNvSpPr/>
          <p:nvPr>
            <p:custDataLst>
              <p:tags r:id="rId17"/>
            </p:custDataLst>
          </p:nvPr>
        </p:nvSpPr>
        <p:spPr>
          <a:xfrm flipH="1">
            <a:off x="5029200" y="5105400"/>
            <a:ext cx="1219200" cy="381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34" name="Text Box 18"/>
          <p:cNvSpPr txBox="1"/>
          <p:nvPr>
            <p:custDataLst>
              <p:tags r:id="rId18"/>
            </p:custDataLst>
          </p:nvPr>
        </p:nvSpPr>
        <p:spPr>
          <a:xfrm>
            <a:off x="5600700" y="4017525"/>
            <a:ext cx="419100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11635" name="Text Box 19"/>
          <p:cNvSpPr txBox="1"/>
          <p:nvPr>
            <p:custDataLst>
              <p:tags r:id="rId19"/>
            </p:custDataLst>
          </p:nvPr>
        </p:nvSpPr>
        <p:spPr>
          <a:xfrm>
            <a:off x="5812876" y="5286702"/>
            <a:ext cx="304800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11636" name="AutoShape 20"/>
          <p:cNvSpPr/>
          <p:nvPr>
            <p:custDataLst>
              <p:tags r:id="rId20"/>
            </p:custDataLst>
          </p:nvPr>
        </p:nvSpPr>
        <p:spPr>
          <a:xfrm>
            <a:off x="2945524" y="4518818"/>
            <a:ext cx="914400" cy="609600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教学</a:t>
            </a:r>
          </a:p>
        </p:txBody>
      </p:sp>
      <p:sp>
        <p:nvSpPr>
          <p:cNvPr id="111637" name="Line 21"/>
          <p:cNvSpPr/>
          <p:nvPr>
            <p:custDataLst>
              <p:tags r:id="rId21"/>
            </p:custDataLst>
          </p:nvPr>
        </p:nvSpPr>
        <p:spPr>
          <a:xfrm flipH="1">
            <a:off x="3428999" y="3886200"/>
            <a:ext cx="1" cy="65848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38" name="Line 22"/>
          <p:cNvSpPr/>
          <p:nvPr>
            <p:custDataLst>
              <p:tags r:id="rId22"/>
            </p:custDataLst>
          </p:nvPr>
        </p:nvSpPr>
        <p:spPr>
          <a:xfrm>
            <a:off x="3581400" y="5071241"/>
            <a:ext cx="1371600" cy="41515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39" name="Text Box 23"/>
          <p:cNvSpPr txBox="1"/>
          <p:nvPr>
            <p:custDataLst>
              <p:tags r:id="rId23"/>
            </p:custDataLst>
          </p:nvPr>
        </p:nvSpPr>
        <p:spPr>
          <a:xfrm>
            <a:off x="3536731" y="4081135"/>
            <a:ext cx="457200" cy="4635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11640" name="Text Box 24"/>
          <p:cNvSpPr txBox="1"/>
          <p:nvPr>
            <p:custDataLst>
              <p:tags r:id="rId24"/>
            </p:custDataLst>
          </p:nvPr>
        </p:nvSpPr>
        <p:spPr>
          <a:xfrm>
            <a:off x="3731832" y="5235602"/>
            <a:ext cx="332388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11641" name="Oval 25"/>
          <p:cNvSpPr/>
          <p:nvPr>
            <p:custDataLst>
              <p:tags r:id="rId25"/>
            </p:custDataLst>
          </p:nvPr>
        </p:nvSpPr>
        <p:spPr>
          <a:xfrm>
            <a:off x="1043608" y="5127104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学院评估</a:t>
            </a:r>
          </a:p>
        </p:txBody>
      </p:sp>
      <p:sp>
        <p:nvSpPr>
          <p:cNvPr id="111642" name="Line 26"/>
          <p:cNvSpPr/>
          <p:nvPr>
            <p:custDataLst>
              <p:tags r:id="rId26"/>
            </p:custDataLst>
          </p:nvPr>
        </p:nvSpPr>
        <p:spPr>
          <a:xfrm>
            <a:off x="2339008" y="4593704"/>
            <a:ext cx="682716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43" name="Line 27"/>
          <p:cNvSpPr/>
          <p:nvPr>
            <p:custDataLst>
              <p:tags r:id="rId27"/>
            </p:custDataLst>
          </p:nvPr>
        </p:nvSpPr>
        <p:spPr>
          <a:xfrm flipV="1">
            <a:off x="2262808" y="4822304"/>
            <a:ext cx="685800" cy="457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1644" name="Line 28"/>
          <p:cNvSpPr/>
          <p:nvPr>
            <p:custDataLst>
              <p:tags r:id="rId28"/>
            </p:custDataLst>
          </p:nvPr>
        </p:nvSpPr>
        <p:spPr>
          <a:xfrm>
            <a:off x="6705600" y="4800600"/>
            <a:ext cx="6096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3666" name="Rectangle 3"/>
          <p:cNvSpPr txBox="1"/>
          <p:nvPr/>
        </p:nvSpPr>
        <p:spPr>
          <a:xfrm>
            <a:off x="436563" y="836613"/>
            <a:ext cx="8456612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1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校园住房服务中心供给服务帮助学生找房间，房东填写其可以出租的房间信息表格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例如，位置、房间编号和月租），注册本服务的学生可以搜索出租信息寻找满足他们需求的房间（例如，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400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元以下，两居室，距离学校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0.5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公里），然后他们直接联系房东看房，并且可能会租它。当房子已经出租出去时，房东会联系该服务要求删除表单。</a:t>
            </a:r>
          </a:p>
          <a:p>
            <a:pPr marL="342900" lvl="0" indent="-342900">
              <a:lnSpc>
                <a:spcPct val="115000"/>
              </a:lnSpc>
            </a:pPr>
            <a:r>
              <a:rPr lang="zh-CN" altLang="en-US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问题：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哪些实体包含在数据模型中？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列出每个实体的属性</a:t>
            </a:r>
          </a:p>
        </p:txBody>
      </p:sp>
      <p:sp>
        <p:nvSpPr>
          <p:cNvPr id="113667" name="TextBox 2"/>
          <p:cNvSpPr txBox="1"/>
          <p:nvPr/>
        </p:nvSpPr>
        <p:spPr>
          <a:xfrm>
            <a:off x="436563" y="176213"/>
            <a:ext cx="259238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练习</a:t>
            </a: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pic>
        <p:nvPicPr>
          <p:cNvPr id="114690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50" y="1196975"/>
            <a:ext cx="8586788" cy="483393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5714" name="Rectangle 2"/>
          <p:cNvSpPr>
            <a:spLocks noGrp="1"/>
          </p:cNvSpPr>
          <p:nvPr>
            <p:ph type="ctrTitle" sz="quarter" idx="4294967295"/>
          </p:nvPr>
        </p:nvSpPr>
        <p:spPr>
          <a:xfrm>
            <a:off x="762000" y="457200"/>
            <a:ext cx="7772400" cy="685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en-US" altLang="zh-CN" sz="40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3、数据模型</a:t>
            </a:r>
          </a:p>
        </p:txBody>
      </p:sp>
      <p:sp>
        <p:nvSpPr>
          <p:cNvPr id="115715" name="AutoShape 7"/>
          <p:cNvSpPr/>
          <p:nvPr>
            <p:custDataLst>
              <p:tags r:id="rId4"/>
            </p:custDataLst>
          </p:nvPr>
        </p:nvSpPr>
        <p:spPr>
          <a:xfrm>
            <a:off x="3046413" y="2322513"/>
            <a:ext cx="420687" cy="762000"/>
          </a:xfrm>
          <a:prstGeom prst="rightBrace">
            <a:avLst>
              <a:gd name="adj1" fmla="val 15094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716" name="Text Box 8"/>
          <p:cNvSpPr txBox="1"/>
          <p:nvPr>
            <p:custDataLst>
              <p:tags r:id="rId5"/>
            </p:custDataLst>
          </p:nvPr>
        </p:nvSpPr>
        <p:spPr>
          <a:xfrm>
            <a:off x="3960813" y="2398713"/>
            <a:ext cx="21859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非关系模型</a:t>
            </a:r>
          </a:p>
        </p:txBody>
      </p:sp>
      <p:sp>
        <p:nvSpPr>
          <p:cNvPr id="35850" name="Rectangle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4213" y="1175386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数据模型的类型</a:t>
            </a:r>
          </a:p>
        </p:txBody>
      </p:sp>
      <p:sp>
        <p:nvSpPr>
          <p:cNvPr id="115719" name="Text Box 11"/>
          <p:cNvSpPr txBox="1"/>
          <p:nvPr>
            <p:custDataLst>
              <p:tags r:id="rId7"/>
            </p:custDataLst>
          </p:nvPr>
        </p:nvSpPr>
        <p:spPr>
          <a:xfrm>
            <a:off x="1141413" y="2093913"/>
            <a:ext cx="7315200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>
                <a:srgbClr val="FF0000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层次模型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网状模型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关系模型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（目前最流行的是关系型数据库）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2"/>
          <p:cNvSpPr/>
          <p:nvPr/>
        </p:nvSpPr>
        <p:spPr>
          <a:xfrm>
            <a:off x="468313" y="620713"/>
            <a:ext cx="4479290" cy="576262"/>
          </a:xfrm>
          <a:prstGeom prst="rect">
            <a:avLst/>
          </a:prstGeom>
          <a:solidFill>
            <a:schemeClr val="accent2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2" dir="t"/>
          </a:scene3d>
          <a:sp3d extrusionH="201600" prstMaterial="legacyMatte">
            <a:bevelT w="13500" h="13500" prst="angle"/>
            <a:bevelB w="13500" h="13500" prst="angle"/>
            <a:extrusionClr>
              <a:schemeClr val="bg2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层次模型（</a:t>
            </a:r>
            <a:r>
              <a:rPr lang="en-US" altLang="zh-CN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Hierarchical Model</a:t>
            </a: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</a:p>
        </p:txBody>
      </p:sp>
      <p:sp>
        <p:nvSpPr>
          <p:cNvPr id="5" name="Rectangle 3"/>
          <p:cNvSpPr/>
          <p:nvPr>
            <p:custDataLst>
              <p:tags r:id="rId4"/>
            </p:custDataLst>
          </p:nvPr>
        </p:nvSpPr>
        <p:spPr>
          <a:xfrm>
            <a:off x="754886" y="1435031"/>
            <a:ext cx="7849046" cy="12239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树形结构，严格遵循父子关系（</a:t>
            </a:r>
            <a:r>
              <a:rPr lang="en-US" altLang="zh-C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1:</a:t>
            </a:r>
            <a:r>
              <a:rPr lang="en" altLang="zh-C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），</a:t>
            </a: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每个子节点仅有一个父节点（除根节点外）。比如，企业、学校组织结构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0D546B-F167-A008-4982-41F335C20BA9}"/>
              </a:ext>
            </a:extLst>
          </p:cNvPr>
          <p:cNvGrpSpPr/>
          <p:nvPr/>
        </p:nvGrpSpPr>
        <p:grpSpPr>
          <a:xfrm>
            <a:off x="754886" y="3086162"/>
            <a:ext cx="4247703" cy="2659400"/>
            <a:chOff x="1979612" y="1772603"/>
            <a:chExt cx="5184775" cy="3312795"/>
          </a:xfrm>
        </p:grpSpPr>
        <p:pic>
          <p:nvPicPr>
            <p:cNvPr id="8" name="Picture 5" descr="3336">
              <a:extLst>
                <a:ext uri="{FF2B5EF4-FFF2-40B4-BE49-F238E27FC236}">
                  <a16:creationId xmlns:a16="http://schemas.microsoft.com/office/drawing/2014/main" id="{C76E6D4D-01E9-77B3-CCC3-8CDB7BCA4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79612" y="1772603"/>
              <a:ext cx="5184775" cy="331279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901F3C2E-D23E-DCF0-72BF-D1275D770CBD}"/>
                </a:ext>
              </a:extLst>
            </p:cNvPr>
            <p:cNvSpPr txBox="1"/>
            <p:nvPr/>
          </p:nvSpPr>
          <p:spPr>
            <a:xfrm>
              <a:off x="4759960" y="2069148"/>
              <a:ext cx="40322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A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9654C189-C6B0-1CB9-679E-614192581E1D}"/>
                </a:ext>
              </a:extLst>
            </p:cNvPr>
            <p:cNvSpPr txBox="1"/>
            <p:nvPr/>
          </p:nvSpPr>
          <p:spPr>
            <a:xfrm>
              <a:off x="3541713" y="3256598"/>
              <a:ext cx="38608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B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A4084992-4A9C-109E-B0FA-4FE3346A3AF6}"/>
                </a:ext>
              </a:extLst>
            </p:cNvPr>
            <p:cNvSpPr txBox="1"/>
            <p:nvPr/>
          </p:nvSpPr>
          <p:spPr>
            <a:xfrm>
              <a:off x="5994083" y="3256598"/>
              <a:ext cx="38608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C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2333372F-F9B2-AAD0-43F1-2E1FA843AA97}"/>
                </a:ext>
              </a:extLst>
            </p:cNvPr>
            <p:cNvSpPr txBox="1"/>
            <p:nvPr/>
          </p:nvSpPr>
          <p:spPr>
            <a:xfrm>
              <a:off x="2594928" y="4246563"/>
              <a:ext cx="40322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D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DF7782B8-1AC1-85D1-C5B8-DC8FCF390471}"/>
                </a:ext>
              </a:extLst>
            </p:cNvPr>
            <p:cNvSpPr txBox="1"/>
            <p:nvPr/>
          </p:nvSpPr>
          <p:spPr>
            <a:xfrm>
              <a:off x="4495165" y="4246563"/>
              <a:ext cx="36893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E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ED742330-9C8A-9392-729D-E84B6FEE2D0D}"/>
                </a:ext>
              </a:extLst>
            </p:cNvPr>
            <p:cNvSpPr txBox="1"/>
            <p:nvPr/>
          </p:nvSpPr>
          <p:spPr>
            <a:xfrm>
              <a:off x="6011862" y="4246563"/>
              <a:ext cx="35242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F</a:t>
              </a: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4BC59108-1284-875D-DF4A-F3846EEDDD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9940" y="3470418"/>
            <a:ext cx="3747312" cy="17759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7762" name="Rectangle 2"/>
          <p:cNvSpPr/>
          <p:nvPr/>
        </p:nvSpPr>
        <p:spPr>
          <a:xfrm>
            <a:off x="539750" y="620713"/>
            <a:ext cx="4032250" cy="576262"/>
          </a:xfrm>
          <a:prstGeom prst="rect">
            <a:avLst/>
          </a:prstGeom>
          <a:solidFill>
            <a:schemeClr val="accent2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网状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模型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(Network Model)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Text Box 3"/>
          <p:cNvSpPr txBox="1"/>
          <p:nvPr>
            <p:custDataLst>
              <p:tags r:id="rId4"/>
            </p:custDataLst>
          </p:nvPr>
        </p:nvSpPr>
        <p:spPr>
          <a:xfrm>
            <a:off x="539750" y="1453155"/>
            <a:ext cx="8064182" cy="9572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图形结构，允许多对多关系（</a:t>
            </a:r>
            <a:r>
              <a:rPr lang="en" altLang="zh-C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M:N</a:t>
            </a:r>
            <a:r>
              <a:rPr lang="zh-CN" alt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），</a:t>
            </a: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节点可自由连接，无严格层级限制。比如销售订单系统</a:t>
            </a:r>
          </a:p>
        </p:txBody>
      </p:sp>
      <p:pic>
        <p:nvPicPr>
          <p:cNvPr id="6" name="Picture 4" descr="33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62" y="2850240"/>
            <a:ext cx="3979536" cy="302433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807746-73F7-91AA-0BC3-B531CD975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2" t="6995" r="5907"/>
          <a:stretch/>
        </p:blipFill>
        <p:spPr bwMode="auto">
          <a:xfrm>
            <a:off x="4163312" y="2850240"/>
            <a:ext cx="4945192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7762" name="Rectangle 2"/>
          <p:cNvSpPr/>
          <p:nvPr/>
        </p:nvSpPr>
        <p:spPr>
          <a:xfrm>
            <a:off x="539750" y="620713"/>
            <a:ext cx="4248274" cy="576262"/>
          </a:xfrm>
          <a:prstGeom prst="rect">
            <a:avLst/>
          </a:prstGeom>
          <a:solidFill>
            <a:schemeClr val="accent2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关系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模型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(Relationship Model)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Text Box 3"/>
          <p:cNvSpPr txBox="1"/>
          <p:nvPr>
            <p:custDataLst>
              <p:tags r:id="rId4"/>
            </p:custDataLst>
          </p:nvPr>
        </p:nvSpPr>
        <p:spPr>
          <a:xfrm>
            <a:off x="539750" y="1340768"/>
            <a:ext cx="8604250" cy="9572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二维表结构，通过主键（</a:t>
            </a:r>
            <a:r>
              <a:rPr lang="en" altLang="zh-C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Primary Key</a:t>
            </a:r>
            <a:r>
              <a:rPr lang="zh-CN" alt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和外键（</a:t>
            </a:r>
            <a:r>
              <a:rPr lang="en" altLang="zh-C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Foreign Key</a:t>
            </a: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，指向另一表主键的列或列组合</a:t>
            </a:r>
            <a:r>
              <a:rPr lang="zh-CN" alt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建立表间关联。比如，学生选课系统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58B77F-9482-F47B-9B9F-0AB7784782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1364" y="2660139"/>
            <a:ext cx="2820690" cy="19929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6063D72-7E65-2D5A-8404-874181F58E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1364" y="4797152"/>
            <a:ext cx="2820690" cy="18133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8403BA6-A5F9-AD16-8D28-9AE05723D1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6016" y="3312962"/>
            <a:ext cx="4116776" cy="26803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C5EB0E9-1CE1-9EFD-C3FB-298E175E2FF2}"/>
              </a:ext>
            </a:extLst>
          </p:cNvPr>
          <p:cNvSpPr/>
          <p:nvPr/>
        </p:nvSpPr>
        <p:spPr>
          <a:xfrm>
            <a:off x="1111364" y="3140968"/>
            <a:ext cx="1012364" cy="515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4B975E-B3EC-CDB9-8F0F-E82A4C8B7C97}"/>
              </a:ext>
            </a:extLst>
          </p:cNvPr>
          <p:cNvSpPr/>
          <p:nvPr/>
        </p:nvSpPr>
        <p:spPr>
          <a:xfrm>
            <a:off x="1120641" y="5188133"/>
            <a:ext cx="1012364" cy="515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5EB0E9-1CE1-9EFD-C3FB-298E175E2FF2}"/>
              </a:ext>
            </a:extLst>
          </p:cNvPr>
          <p:cNvSpPr/>
          <p:nvPr/>
        </p:nvSpPr>
        <p:spPr>
          <a:xfrm>
            <a:off x="4788024" y="4005064"/>
            <a:ext cx="2808312" cy="515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61707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1858" name="Text Box 3"/>
          <p:cNvSpPr txBox="1"/>
          <p:nvPr>
            <p:custDataLst>
              <p:tags r:id="rId4"/>
            </p:custDataLst>
          </p:nvPr>
        </p:nvSpPr>
        <p:spPr>
          <a:xfrm>
            <a:off x="762000" y="1628800"/>
            <a:ext cx="8058472" cy="4401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术语：</a:t>
            </a:r>
            <a:endParaRPr lang="en-US" altLang="zh-CN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关系（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Relation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一个关系对应于一张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二维表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元组（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Tuple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表中的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一行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称为一个元组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Attribute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表中的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一列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称为一个属性。一个表中往往会有多个属性，为此要给每一列起一个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属性名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，同一个表中的属性应具有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不同的属性名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88C661A-FA7E-7448-5B94-E7D903ED301D}"/>
              </a:ext>
            </a:extLst>
          </p:cNvPr>
          <p:cNvSpPr/>
          <p:nvPr/>
        </p:nvSpPr>
        <p:spPr>
          <a:xfrm>
            <a:off x="539750" y="620713"/>
            <a:ext cx="1655763" cy="576262"/>
          </a:xfrm>
          <a:prstGeom prst="rect">
            <a:avLst/>
          </a:prstGeom>
          <a:solidFill>
            <a:schemeClr val="accent2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关系模型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882A59-84D6-7C35-11CB-ED917AD5C51A}"/>
              </a:ext>
            </a:extLst>
          </p:cNvPr>
          <p:cNvSpPr txBox="1"/>
          <p:nvPr/>
        </p:nvSpPr>
        <p:spPr>
          <a:xfrm>
            <a:off x="2411760" y="710705"/>
            <a:ext cx="5437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1" hangingPunct="1"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关系模型：用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表格数据的形式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来表示实体及实体间联系的模型 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882" name="Text Box 12"/>
          <p:cNvSpPr txBox="1"/>
          <p:nvPr>
            <p:custDataLst>
              <p:tags r:id="rId4"/>
            </p:custDataLst>
          </p:nvPr>
        </p:nvSpPr>
        <p:spPr>
          <a:xfrm>
            <a:off x="914400" y="1093788"/>
            <a:ext cx="7689532" cy="4401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主码（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Primary Code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表中的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某个属性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或者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属性组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，它们的值可以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唯一地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确定一个元组</a:t>
            </a:r>
            <a:endParaRPr lang="en-US" altLang="zh-CN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域（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Domain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取值范围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分量（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Element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元组中的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一个属性值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关系模式（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Relation Mode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关系的描述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关系名（属性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，属性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…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，属性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3951" name="Rectangle 5"/>
          <p:cNvSpPr/>
          <p:nvPr>
            <p:custDataLst>
              <p:tags r:id="rId4"/>
            </p:custDataLst>
          </p:nvPr>
        </p:nvSpPr>
        <p:spPr>
          <a:xfrm>
            <a:off x="2411730" y="1556792"/>
            <a:ext cx="859790" cy="673100"/>
          </a:xfrm>
          <a:prstGeom prst="rect">
            <a:avLst/>
          </a:prstGeom>
          <a:solidFill>
            <a:schemeClr val="accent1">
              <a:alpha val="79999"/>
            </a:schemeClr>
          </a:solidFill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器件</a:t>
            </a:r>
          </a:p>
        </p:txBody>
      </p:sp>
      <p:sp>
        <p:nvSpPr>
          <p:cNvPr id="123952" name="Rectangle 6"/>
          <p:cNvSpPr/>
          <p:nvPr>
            <p:custDataLst>
              <p:tags r:id="rId5"/>
            </p:custDataLst>
          </p:nvPr>
        </p:nvSpPr>
        <p:spPr>
          <a:xfrm>
            <a:off x="5235575" y="1556792"/>
            <a:ext cx="920750" cy="673100"/>
          </a:xfrm>
          <a:prstGeom prst="rect">
            <a:avLst/>
          </a:prstGeom>
          <a:solidFill>
            <a:schemeClr val="accent1">
              <a:alpha val="79999"/>
            </a:schemeClr>
          </a:solidFill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23953" name="AutoShape 7"/>
          <p:cNvSpPr/>
          <p:nvPr>
            <p:custDataLst>
              <p:tags r:id="rId6"/>
            </p:custDataLst>
          </p:nvPr>
        </p:nvSpPr>
        <p:spPr>
          <a:xfrm>
            <a:off x="3700780" y="1556792"/>
            <a:ext cx="1043940" cy="673100"/>
          </a:xfrm>
          <a:prstGeom prst="flowChartDecision">
            <a:avLst/>
          </a:prstGeom>
          <a:solidFill>
            <a:schemeClr val="accent1">
              <a:alpha val="79999"/>
            </a:schemeClr>
          </a:solidFill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</a:t>
            </a:r>
          </a:p>
        </p:txBody>
      </p:sp>
      <p:sp>
        <p:nvSpPr>
          <p:cNvPr id="123954" name="Line 8"/>
          <p:cNvSpPr/>
          <p:nvPr>
            <p:custDataLst>
              <p:tags r:id="rId7"/>
            </p:custDataLst>
          </p:nvPr>
        </p:nvSpPr>
        <p:spPr>
          <a:xfrm>
            <a:off x="3270885" y="1893342"/>
            <a:ext cx="42989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955" name="Line 9"/>
          <p:cNvSpPr/>
          <p:nvPr>
            <p:custDataLst>
              <p:tags r:id="rId8"/>
            </p:custDataLst>
          </p:nvPr>
        </p:nvSpPr>
        <p:spPr>
          <a:xfrm>
            <a:off x="4744085" y="1893342"/>
            <a:ext cx="49085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907" name="Text Box 10"/>
          <p:cNvSpPr txBox="1"/>
          <p:nvPr>
            <p:custDataLst>
              <p:tags r:id="rId9"/>
            </p:custDataLst>
          </p:nvPr>
        </p:nvSpPr>
        <p:spPr>
          <a:xfrm>
            <a:off x="5253718" y="2593378"/>
            <a:ext cx="10080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graphicFrame>
        <p:nvGraphicFramePr>
          <p:cNvPr id="9" name="Group 11"/>
          <p:cNvGraphicFramePr/>
          <p:nvPr>
            <p:extLst>
              <p:ext uri="{D42A27DB-BD31-4B8C-83A1-F6EECF244321}">
                <p14:modId xmlns:p14="http://schemas.microsoft.com/office/powerpoint/2010/main" val="3560838223"/>
              </p:ext>
            </p:extLst>
          </p:nvPr>
        </p:nvGraphicFramePr>
        <p:xfrm>
          <a:off x="5268005" y="3153766"/>
          <a:ext cx="3373439" cy="2003426"/>
        </p:xfrm>
        <a:graphic>
          <a:graphicData uri="http://schemas.openxmlformats.org/drawingml/2006/table">
            <a:tbl>
              <a:tblPr/>
              <a:tblGrid>
                <a:gridCol w="1296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5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仓库号</a:t>
                      </a:r>
                    </a:p>
                  </a:txBody>
                  <a:tcPr marL="91465" marR="9146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城市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面积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WH1</a:t>
                      </a:r>
                    </a:p>
                  </a:txBody>
                  <a:tcPr marL="91465" marR="9146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北京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370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WH2</a:t>
                      </a:r>
                    </a:p>
                  </a:txBody>
                  <a:tcPr marL="91465" marR="9146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上海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500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WH3</a:t>
                      </a:r>
                    </a:p>
                  </a:txBody>
                  <a:tcPr marL="91465" marR="9146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广州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200</a:t>
                      </a: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930" name="Text Box 33"/>
          <p:cNvSpPr txBox="1"/>
          <p:nvPr>
            <p:custDataLst>
              <p:tags r:id="rId10"/>
            </p:custDataLst>
          </p:nvPr>
        </p:nvSpPr>
        <p:spPr>
          <a:xfrm>
            <a:off x="594940" y="2636858"/>
            <a:ext cx="1295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器件</a:t>
            </a:r>
          </a:p>
        </p:txBody>
      </p:sp>
      <p:graphicFrame>
        <p:nvGraphicFramePr>
          <p:cNvPr id="11" name="Group 34"/>
          <p:cNvGraphicFramePr/>
          <p:nvPr>
            <p:extLst>
              <p:ext uri="{D42A27DB-BD31-4B8C-83A1-F6EECF244321}">
                <p14:modId xmlns:p14="http://schemas.microsoft.com/office/powerpoint/2010/main" val="2009461232"/>
              </p:ext>
            </p:extLst>
          </p:nvPr>
        </p:nvGraphicFramePr>
        <p:xfrm>
          <a:off x="507628" y="3140096"/>
          <a:ext cx="3384550" cy="2003425"/>
        </p:xfrm>
        <a:graphic>
          <a:graphicData uri="http://schemas.openxmlformats.org/drawingml/2006/table">
            <a:tbl>
              <a:tblPr/>
              <a:tblGrid>
                <a:gridCol w="135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器件号</a:t>
                      </a:r>
                    </a:p>
                  </a:txBody>
                  <a:tcPr marL="91459" marR="914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器件名称</a:t>
                      </a:r>
                    </a:p>
                  </a:txBody>
                  <a:tcPr marL="91459" marR="914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6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P1</a:t>
                      </a:r>
                    </a:p>
                  </a:txBody>
                  <a:tcPr marL="91459" marR="914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显示卡</a:t>
                      </a:r>
                    </a:p>
                  </a:txBody>
                  <a:tcPr marL="91459" marR="914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P2</a:t>
                      </a:r>
                    </a:p>
                  </a:txBody>
                  <a:tcPr marL="91459" marR="914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声卡</a:t>
                      </a:r>
                    </a:p>
                  </a:txBody>
                  <a:tcPr marL="91459" marR="914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P3</a:t>
                      </a:r>
                    </a:p>
                  </a:txBody>
                  <a:tcPr marL="91459" marR="914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解压卡</a:t>
                      </a:r>
                    </a:p>
                  </a:txBody>
                  <a:tcPr marL="91459" marR="914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6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P4</a:t>
                      </a:r>
                    </a:p>
                  </a:txBody>
                  <a:tcPr marL="91459" marR="914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散热风扇</a:t>
                      </a:r>
                    </a:p>
                  </a:txBody>
                  <a:tcPr marL="91459" marR="914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5018" name="Rectangle 3"/>
          <p:cNvSpPr/>
          <p:nvPr>
            <p:custDataLst>
              <p:tags r:id="rId4"/>
            </p:custDataLst>
          </p:nvPr>
        </p:nvSpPr>
        <p:spPr>
          <a:xfrm>
            <a:off x="2700655" y="981075"/>
            <a:ext cx="826135" cy="673100"/>
          </a:xfrm>
          <a:prstGeom prst="rect">
            <a:avLst/>
          </a:prstGeom>
          <a:solidFill>
            <a:schemeClr val="accent1">
              <a:alpha val="79999"/>
            </a:schemeClr>
          </a:solidFill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器件</a:t>
            </a:r>
          </a:p>
        </p:txBody>
      </p:sp>
      <p:sp>
        <p:nvSpPr>
          <p:cNvPr id="125019" name="Rectangle 4"/>
          <p:cNvSpPr/>
          <p:nvPr>
            <p:custDataLst>
              <p:tags r:id="rId5"/>
            </p:custDataLst>
          </p:nvPr>
        </p:nvSpPr>
        <p:spPr>
          <a:xfrm>
            <a:off x="5415280" y="981075"/>
            <a:ext cx="885190" cy="673100"/>
          </a:xfrm>
          <a:prstGeom prst="rect">
            <a:avLst/>
          </a:prstGeom>
          <a:solidFill>
            <a:schemeClr val="accent1">
              <a:alpha val="79999"/>
            </a:schemeClr>
          </a:solidFill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25020" name="AutoShape 5"/>
          <p:cNvSpPr/>
          <p:nvPr>
            <p:custDataLst>
              <p:tags r:id="rId6"/>
            </p:custDataLst>
          </p:nvPr>
        </p:nvSpPr>
        <p:spPr>
          <a:xfrm>
            <a:off x="3939540" y="981075"/>
            <a:ext cx="1003300" cy="673100"/>
          </a:xfrm>
          <a:prstGeom prst="flowChartDecision">
            <a:avLst/>
          </a:prstGeom>
          <a:solidFill>
            <a:schemeClr val="accent1">
              <a:alpha val="79999"/>
            </a:schemeClr>
          </a:solidFill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</a:t>
            </a:r>
          </a:p>
        </p:txBody>
      </p:sp>
      <p:sp>
        <p:nvSpPr>
          <p:cNvPr id="125021" name="Line 6"/>
          <p:cNvSpPr/>
          <p:nvPr>
            <p:custDataLst>
              <p:tags r:id="rId7"/>
            </p:custDataLst>
          </p:nvPr>
        </p:nvSpPr>
        <p:spPr>
          <a:xfrm>
            <a:off x="3526790" y="1317625"/>
            <a:ext cx="41338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5022" name="Line 7"/>
          <p:cNvSpPr/>
          <p:nvPr>
            <p:custDataLst>
              <p:tags r:id="rId8"/>
            </p:custDataLst>
          </p:nvPr>
        </p:nvSpPr>
        <p:spPr>
          <a:xfrm>
            <a:off x="4943475" y="1317625"/>
            <a:ext cx="472440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1" name="Text Box 8"/>
          <p:cNvSpPr txBox="1"/>
          <p:nvPr>
            <p:custDataLst>
              <p:tags r:id="rId9"/>
            </p:custDataLst>
          </p:nvPr>
        </p:nvSpPr>
        <p:spPr>
          <a:xfrm>
            <a:off x="6726238" y="812482"/>
            <a:ext cx="59055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graphicFrame>
        <p:nvGraphicFramePr>
          <p:cNvPr id="9" name="Group 9"/>
          <p:cNvGraphicFramePr/>
          <p:nvPr>
            <p:extLst>
              <p:ext uri="{D42A27DB-BD31-4B8C-83A1-F6EECF244321}">
                <p14:modId xmlns:p14="http://schemas.microsoft.com/office/powerpoint/2010/main" val="370210171"/>
              </p:ext>
            </p:extLst>
          </p:nvPr>
        </p:nvGraphicFramePr>
        <p:xfrm>
          <a:off x="6653213" y="1388745"/>
          <a:ext cx="2305050" cy="1612901"/>
        </p:xfrm>
        <a:graphic>
          <a:graphicData uri="http://schemas.openxmlformats.org/drawingml/2006/table">
            <a:tbl>
              <a:tblPr/>
              <a:tblGrid>
                <a:gridCol w="887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仓库号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城市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面积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北京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上海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广州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Group 31"/>
          <p:cNvGraphicFramePr/>
          <p:nvPr>
            <p:extLst>
              <p:ext uri="{D42A27DB-BD31-4B8C-83A1-F6EECF244321}">
                <p14:modId xmlns:p14="http://schemas.microsoft.com/office/powerpoint/2010/main" val="2145014821"/>
              </p:ext>
            </p:extLst>
          </p:nvPr>
        </p:nvGraphicFramePr>
        <p:xfrm>
          <a:off x="113616" y="1438948"/>
          <a:ext cx="2443163" cy="1582739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器件号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器件名称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显示卡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声卡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解压卡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散热风扇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4974" name="Text Box 51"/>
          <p:cNvSpPr txBox="1"/>
          <p:nvPr>
            <p:custDataLst>
              <p:tags r:id="rId10"/>
            </p:custDataLst>
          </p:nvPr>
        </p:nvSpPr>
        <p:spPr>
          <a:xfrm>
            <a:off x="114251" y="862685"/>
            <a:ext cx="589280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器件</a:t>
            </a:r>
          </a:p>
        </p:txBody>
      </p:sp>
      <p:sp>
        <p:nvSpPr>
          <p:cNvPr id="124975" name="Text Box 52"/>
          <p:cNvSpPr txBox="1"/>
          <p:nvPr/>
        </p:nvSpPr>
        <p:spPr>
          <a:xfrm>
            <a:off x="4067175" y="2492375"/>
            <a:ext cx="9366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</a:t>
            </a:r>
          </a:p>
        </p:txBody>
      </p:sp>
      <p:graphicFrame>
        <p:nvGraphicFramePr>
          <p:cNvPr id="13" name="Group 53"/>
          <p:cNvGraphicFramePr/>
          <p:nvPr/>
        </p:nvGraphicFramePr>
        <p:xfrm>
          <a:off x="2124075" y="3141663"/>
          <a:ext cx="4897438" cy="3455988"/>
        </p:xfrm>
        <a:graphic>
          <a:graphicData uri="http://schemas.openxmlformats.org/drawingml/2006/table">
            <a:tbl>
              <a:tblPr/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仓库号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器件号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数量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675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WH3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6978" name="Rectangle 3"/>
          <p:cNvSpPr/>
          <p:nvPr>
            <p:custDataLst>
              <p:tags r:id="rId4"/>
            </p:custDataLst>
          </p:nvPr>
        </p:nvSpPr>
        <p:spPr>
          <a:xfrm>
            <a:off x="719137" y="1628800"/>
            <a:ext cx="7705725" cy="43567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关系中的每一列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属性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都是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不能再分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的；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一个关系中的各列都被指定一个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相异的名字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；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各行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主码值相异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，不允许重复；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行、列的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次序均无关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；</a:t>
            </a: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每个关系都有一个唯一标识各元组的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主关键字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，它可以是</a:t>
            </a:r>
            <a:r>
              <a:rPr lang="zh-CN" altLang="en-US" sz="2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一个属性或属性组合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40068" y="665342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关系模型的性质：</a:t>
            </a:r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5" r:link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7" r:link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9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0068" y="549275"/>
            <a:ext cx="8132445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E-R图向关系数据模型的转换过程示意图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710DD1B-C925-0A12-32D4-5B35B2EF5360}"/>
              </a:ext>
            </a:extLst>
          </p:cNvPr>
          <p:cNvGrpSpPr/>
          <p:nvPr/>
        </p:nvGrpSpPr>
        <p:grpSpPr>
          <a:xfrm>
            <a:off x="1066800" y="2057400"/>
            <a:ext cx="6818313" cy="3532188"/>
            <a:chOff x="1066800" y="2057400"/>
            <a:chExt cx="6818313" cy="3532188"/>
          </a:xfrm>
        </p:grpSpPr>
        <p:sp>
          <p:nvSpPr>
            <p:cNvPr id="128003" name="Rectangle 4"/>
            <p:cNvSpPr/>
            <p:nvPr>
              <p:custDataLst>
                <p:tags r:id="rId4"/>
              </p:custDataLst>
            </p:nvPr>
          </p:nvSpPr>
          <p:spPr>
            <a:xfrm>
              <a:off x="1828800" y="3276600"/>
              <a:ext cx="533400" cy="457200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04" name="AutoShape 5"/>
            <p:cNvSpPr/>
            <p:nvPr>
              <p:custDataLst>
                <p:tags r:id="rId5"/>
              </p:custDataLst>
            </p:nvPr>
          </p:nvSpPr>
          <p:spPr>
            <a:xfrm>
              <a:off x="2895600" y="3200400"/>
              <a:ext cx="685800" cy="609600"/>
            </a:xfrm>
            <a:prstGeom prst="flowChartDecision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05" name="Rectangle 6"/>
            <p:cNvSpPr/>
            <p:nvPr>
              <p:custDataLst>
                <p:tags r:id="rId6"/>
              </p:custDataLst>
            </p:nvPr>
          </p:nvSpPr>
          <p:spPr>
            <a:xfrm>
              <a:off x="4038600" y="3276600"/>
              <a:ext cx="533400" cy="457200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06" name="Line 7"/>
            <p:cNvSpPr/>
            <p:nvPr>
              <p:custDataLst>
                <p:tags r:id="rId7"/>
              </p:custDataLst>
            </p:nvPr>
          </p:nvSpPr>
          <p:spPr>
            <a:xfrm flipH="1">
              <a:off x="2362200" y="3505200"/>
              <a:ext cx="533400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07" name="Line 8"/>
            <p:cNvSpPr/>
            <p:nvPr>
              <p:custDataLst>
                <p:tags r:id="rId8"/>
              </p:custDataLst>
            </p:nvPr>
          </p:nvSpPr>
          <p:spPr>
            <a:xfrm>
              <a:off x="3581400" y="3505200"/>
              <a:ext cx="457200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08" name="Oval 9"/>
            <p:cNvSpPr/>
            <p:nvPr>
              <p:custDataLst>
                <p:tags r:id="rId9"/>
              </p:custDataLst>
            </p:nvPr>
          </p:nvSpPr>
          <p:spPr>
            <a:xfrm>
              <a:off x="1371600" y="2590800"/>
              <a:ext cx="457200" cy="3048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09" name="Oval 10"/>
            <p:cNvSpPr/>
            <p:nvPr>
              <p:custDataLst>
                <p:tags r:id="rId10"/>
              </p:custDataLst>
            </p:nvPr>
          </p:nvSpPr>
          <p:spPr>
            <a:xfrm>
              <a:off x="1905000" y="2286000"/>
              <a:ext cx="457200" cy="3048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10" name="Oval 11"/>
            <p:cNvSpPr/>
            <p:nvPr>
              <p:custDataLst>
                <p:tags r:id="rId11"/>
              </p:custDataLst>
            </p:nvPr>
          </p:nvSpPr>
          <p:spPr>
            <a:xfrm>
              <a:off x="2438400" y="2590800"/>
              <a:ext cx="457200" cy="3048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11" name="Oval 12"/>
            <p:cNvSpPr/>
            <p:nvPr>
              <p:custDataLst>
                <p:tags r:id="rId12"/>
              </p:custDataLst>
            </p:nvPr>
          </p:nvSpPr>
          <p:spPr>
            <a:xfrm>
              <a:off x="3657600" y="2590800"/>
              <a:ext cx="457200" cy="3048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12" name="Oval 13"/>
            <p:cNvSpPr/>
            <p:nvPr>
              <p:custDataLst>
                <p:tags r:id="rId13"/>
              </p:custDataLst>
            </p:nvPr>
          </p:nvSpPr>
          <p:spPr>
            <a:xfrm>
              <a:off x="4343400" y="2590800"/>
              <a:ext cx="457200" cy="3048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13" name="Line 14"/>
            <p:cNvSpPr/>
            <p:nvPr>
              <p:custDataLst>
                <p:tags r:id="rId14"/>
              </p:custDataLst>
            </p:nvPr>
          </p:nvSpPr>
          <p:spPr>
            <a:xfrm flipV="1">
              <a:off x="2133600" y="2590800"/>
              <a:ext cx="0" cy="68580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14" name="Line 15"/>
            <p:cNvSpPr/>
            <p:nvPr>
              <p:custDataLst>
                <p:tags r:id="rId15"/>
              </p:custDataLst>
            </p:nvPr>
          </p:nvSpPr>
          <p:spPr>
            <a:xfrm flipV="1">
              <a:off x="2133600" y="2895600"/>
              <a:ext cx="457200" cy="38100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15" name="Line 16"/>
            <p:cNvSpPr/>
            <p:nvPr>
              <p:custDataLst>
                <p:tags r:id="rId16"/>
              </p:custDataLst>
            </p:nvPr>
          </p:nvSpPr>
          <p:spPr>
            <a:xfrm flipH="1" flipV="1">
              <a:off x="1752600" y="2895600"/>
              <a:ext cx="381000" cy="38100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16" name="Line 17"/>
            <p:cNvSpPr/>
            <p:nvPr>
              <p:custDataLst>
                <p:tags r:id="rId17"/>
              </p:custDataLst>
            </p:nvPr>
          </p:nvSpPr>
          <p:spPr>
            <a:xfrm flipH="1" flipV="1">
              <a:off x="4038600" y="2895600"/>
              <a:ext cx="304800" cy="38100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17" name="Line 18"/>
            <p:cNvSpPr/>
            <p:nvPr>
              <p:custDataLst>
                <p:tags r:id="rId18"/>
              </p:custDataLst>
            </p:nvPr>
          </p:nvSpPr>
          <p:spPr>
            <a:xfrm flipV="1">
              <a:off x="4343400" y="2895600"/>
              <a:ext cx="228600" cy="38100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18" name="Rectangle 19"/>
            <p:cNvSpPr/>
            <p:nvPr>
              <p:custDataLst>
                <p:tags r:id="rId19"/>
              </p:custDataLst>
            </p:nvPr>
          </p:nvSpPr>
          <p:spPr>
            <a:xfrm>
              <a:off x="6096000" y="2590800"/>
              <a:ext cx="1752600" cy="1752600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19" name="Line 20"/>
            <p:cNvSpPr/>
            <p:nvPr>
              <p:custDataLst>
                <p:tags r:id="rId20"/>
              </p:custDataLst>
            </p:nvPr>
          </p:nvSpPr>
          <p:spPr>
            <a:xfrm>
              <a:off x="6096000" y="2895600"/>
              <a:ext cx="17526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0" name="Line 21"/>
            <p:cNvSpPr/>
            <p:nvPr>
              <p:custDataLst>
                <p:tags r:id="rId21"/>
              </p:custDataLst>
            </p:nvPr>
          </p:nvSpPr>
          <p:spPr>
            <a:xfrm>
              <a:off x="6096000" y="3200400"/>
              <a:ext cx="17526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1" name="Line 22"/>
            <p:cNvSpPr/>
            <p:nvPr>
              <p:custDataLst>
                <p:tags r:id="rId22"/>
              </p:custDataLst>
            </p:nvPr>
          </p:nvSpPr>
          <p:spPr>
            <a:xfrm>
              <a:off x="6096000" y="3505200"/>
              <a:ext cx="17526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2" name="Line 23"/>
            <p:cNvSpPr/>
            <p:nvPr>
              <p:custDataLst>
                <p:tags r:id="rId23"/>
              </p:custDataLst>
            </p:nvPr>
          </p:nvSpPr>
          <p:spPr>
            <a:xfrm>
              <a:off x="6096000" y="3810000"/>
              <a:ext cx="17526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3" name="Line 24"/>
            <p:cNvSpPr/>
            <p:nvPr>
              <p:custDataLst>
                <p:tags r:id="rId24"/>
              </p:custDataLst>
            </p:nvPr>
          </p:nvSpPr>
          <p:spPr>
            <a:xfrm>
              <a:off x="6096000" y="4114800"/>
              <a:ext cx="17526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4" name="Line 25"/>
            <p:cNvSpPr/>
            <p:nvPr>
              <p:custDataLst>
                <p:tags r:id="rId25"/>
              </p:custDataLst>
            </p:nvPr>
          </p:nvSpPr>
          <p:spPr>
            <a:xfrm flipV="1">
              <a:off x="6477000" y="2590800"/>
              <a:ext cx="0" cy="17526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5" name="Line 26"/>
            <p:cNvSpPr/>
            <p:nvPr>
              <p:custDataLst>
                <p:tags r:id="rId26"/>
              </p:custDataLst>
            </p:nvPr>
          </p:nvSpPr>
          <p:spPr>
            <a:xfrm flipV="1">
              <a:off x="6934200" y="2590800"/>
              <a:ext cx="0" cy="17526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6" name="Line 27"/>
            <p:cNvSpPr/>
            <p:nvPr>
              <p:custDataLst>
                <p:tags r:id="rId27"/>
              </p:custDataLst>
            </p:nvPr>
          </p:nvSpPr>
          <p:spPr>
            <a:xfrm flipV="1">
              <a:off x="7315200" y="2590800"/>
              <a:ext cx="0" cy="17526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7" name="Line 28"/>
            <p:cNvSpPr/>
            <p:nvPr>
              <p:custDataLst>
                <p:tags r:id="rId28"/>
              </p:custDataLst>
            </p:nvPr>
          </p:nvSpPr>
          <p:spPr>
            <a:xfrm flipV="1">
              <a:off x="7620000" y="2590800"/>
              <a:ext cx="0" cy="17526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028" name="AutoShape 29"/>
            <p:cNvSpPr/>
            <p:nvPr>
              <p:custDataLst>
                <p:tags r:id="rId29"/>
              </p:custDataLst>
            </p:nvPr>
          </p:nvSpPr>
          <p:spPr>
            <a:xfrm>
              <a:off x="4953000" y="2895600"/>
              <a:ext cx="976313" cy="762000"/>
            </a:xfrm>
            <a:prstGeom prst="rightArrow">
              <a:avLst>
                <a:gd name="adj1" fmla="val 50000"/>
                <a:gd name="adj2" fmla="val 32031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29" name="AutoShape 30"/>
            <p:cNvSpPr/>
            <p:nvPr>
              <p:custDataLst>
                <p:tags r:id="rId30"/>
              </p:custDataLst>
            </p:nvPr>
          </p:nvSpPr>
          <p:spPr>
            <a:xfrm>
              <a:off x="2195513" y="5013325"/>
              <a:ext cx="1296987" cy="503238"/>
            </a:xfrm>
            <a:prstGeom prst="wedgeRectCallout">
              <a:avLst>
                <a:gd name="adj1" fmla="val 32375"/>
                <a:gd name="adj2" fmla="val -256625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  <a:cs typeface="微软雅黑" panose="020B0503020204020204" pitchFamily="34" charset="-122"/>
                </a:rPr>
                <a:t>E-R</a:t>
              </a: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  <a:cs typeface="微软雅黑" panose="020B0503020204020204" pitchFamily="34" charset="-122"/>
                </a:rPr>
                <a:t>图</a:t>
              </a:r>
            </a:p>
          </p:txBody>
        </p:sp>
        <p:sp>
          <p:nvSpPr>
            <p:cNvPr id="128030" name="AutoShape 31"/>
            <p:cNvSpPr/>
            <p:nvPr>
              <p:custDataLst>
                <p:tags r:id="rId31"/>
              </p:custDataLst>
            </p:nvPr>
          </p:nvSpPr>
          <p:spPr>
            <a:xfrm>
              <a:off x="6227763" y="5157788"/>
              <a:ext cx="1657350" cy="431800"/>
            </a:xfrm>
            <a:prstGeom prst="wedgeRectCallout">
              <a:avLst>
                <a:gd name="adj1" fmla="val -3352"/>
                <a:gd name="adj2" fmla="val -22536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关系模型</a:t>
              </a:r>
            </a:p>
          </p:txBody>
        </p:sp>
        <p:sp>
          <p:nvSpPr>
            <p:cNvPr id="128031" name="Rectangle 32"/>
            <p:cNvSpPr/>
            <p:nvPr>
              <p:custDataLst>
                <p:tags r:id="rId32"/>
              </p:custDataLst>
            </p:nvPr>
          </p:nvSpPr>
          <p:spPr>
            <a:xfrm>
              <a:off x="1066800" y="2057400"/>
              <a:ext cx="3810000" cy="1905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2" r:link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4" r:link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0050" name="Rectangle 2"/>
          <p:cNvSpPr/>
          <p:nvPr/>
        </p:nvSpPr>
        <p:spPr>
          <a:xfrm>
            <a:off x="381000" y="1040448"/>
            <a:ext cx="8382000" cy="269289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Char char="•"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概念模型中的每个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实体集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相应转换为关系模型中的一个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关系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，该关系包括对应实体的全部属性，并确定出该关系的关键字。 </a:t>
            </a:r>
          </a:p>
          <a:p>
            <a:pPr marL="742950" lvl="1" indent="-285750" eaLnBrk="1" hangingPunct="1">
              <a:spcBef>
                <a:spcPct val="10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对于“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联系集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”，根据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联系方式不同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，采取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不同手段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以使被它联系的实体所对应的关系彼此实现某种联系。</a:t>
            </a: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871538" y="1040448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图向关系数据模型的转换过程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2A4D11-3EE7-4899-ED2B-FD80E61D9F4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04474" y="5948917"/>
            <a:ext cx="398144" cy="240269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14542F81-88B5-B2CC-E2B1-26C5F25CB35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00763" y="5908872"/>
            <a:ext cx="511900" cy="320358"/>
          </a:xfrm>
          <a:prstGeom prst="flowChartDecision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AC6A85-4246-1629-479F-643713B00A5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053929" y="5948917"/>
            <a:ext cx="398144" cy="240269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62C171D8-F527-49DB-EAEB-96B2F97CF9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H="1">
            <a:off x="2802618" y="6069051"/>
            <a:ext cx="398144" cy="0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3940DDA3-94F9-5501-B17A-C94A5BCDCB4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12663" y="6069051"/>
            <a:ext cx="341267" cy="0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E5FD48-7127-17CA-B50A-56FBB836EBA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063207" y="5588514"/>
            <a:ext cx="341267" cy="160179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662B66-1372-C953-7573-0EDA4CE3E50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461352" y="5428334"/>
            <a:ext cx="341267" cy="160179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39D7B3-76B3-389A-8136-2002823668A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859496" y="5588514"/>
            <a:ext cx="341267" cy="160179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C0FB9B-6BF3-C3C2-56BB-B915D8972EE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769540" y="5588514"/>
            <a:ext cx="341267" cy="160179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B3B779-0CF1-B932-77A1-543242C88805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281440" y="5588514"/>
            <a:ext cx="341267" cy="160179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1820BB8B-5DCA-4CE9-DB01-6445F77E7E9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 flipV="1">
            <a:off x="2631985" y="5588514"/>
            <a:ext cx="0" cy="360403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B0F02EAB-88B3-04CB-418A-27A5FC53326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 flipV="1">
            <a:off x="2631985" y="5748693"/>
            <a:ext cx="341267" cy="200224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F9C0E329-5F03-3C9B-91C3-3A51D1FB3935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 flipH="1" flipV="1">
            <a:off x="2347596" y="5748693"/>
            <a:ext cx="284389" cy="200224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739F030D-B0AE-2D4E-EB9E-02201567482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 flipH="1" flipV="1">
            <a:off x="4053929" y="5748693"/>
            <a:ext cx="227511" cy="200224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53BA108F-9256-435E-3384-0B6C5F37D597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 flipV="1">
            <a:off x="4281440" y="5748693"/>
            <a:ext cx="170633" cy="200224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7677A2-A1A4-3FE3-C797-8CC6B2623DD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589629" y="5380208"/>
            <a:ext cx="1308189" cy="921030"/>
          </a:xfrm>
          <a:prstGeom prst="rect">
            <a:avLst/>
          </a:prstGeom>
          <a:solidFill>
            <a:srgbClr val="99CC00">
              <a:alpha val="50195"/>
            </a:srgb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CEF587DE-6294-033C-9445-11D2AE7A28A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589629" y="5540387"/>
            <a:ext cx="130818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C497CDE6-F78E-2FA8-0A0B-56DFF7E649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589629" y="5700566"/>
            <a:ext cx="130818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B5B878A0-750B-F66B-683E-6AC01D6A02EF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589629" y="5860745"/>
            <a:ext cx="130818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B6C582B0-EA98-E3AB-CBAF-02D4466BCC92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589629" y="6020924"/>
            <a:ext cx="130818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CAAB87AF-345E-64E8-E563-F1B212327C7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589629" y="6181104"/>
            <a:ext cx="130818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13A81E8A-7414-9954-F98E-D43EB4A96FC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 flipV="1">
            <a:off x="5874018" y="5380208"/>
            <a:ext cx="0" cy="92103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D0D81090-7A21-FAF4-42C5-B76A942461B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 flipV="1">
            <a:off x="6215285" y="5380208"/>
            <a:ext cx="0" cy="92103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3BB175CE-CD3B-2F4E-C2C5-C40B65B0A0C8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 flipV="1">
            <a:off x="6499674" y="5380208"/>
            <a:ext cx="0" cy="92103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49EED64D-65C4-E9CF-8DFA-FC67E26E6636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 flipV="1">
            <a:off x="6727185" y="5380208"/>
            <a:ext cx="0" cy="92103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BC715559-501E-6729-CBCC-EF379811C3A0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4736463" y="5748693"/>
            <a:ext cx="728747" cy="400448"/>
          </a:xfrm>
          <a:prstGeom prst="rightArrow">
            <a:avLst>
              <a:gd name="adj1" fmla="val 50000"/>
              <a:gd name="adj2" fmla="val 32031"/>
            </a:avLst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AB01AB-27FC-01D2-D6E4-DC27352ECB57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835696" y="5308200"/>
            <a:ext cx="2843889" cy="10011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42839CB-CDE4-6022-BA26-677A1CB7A843}"/>
              </a:ext>
            </a:extLst>
          </p:cNvPr>
          <p:cNvSpPr txBox="1"/>
          <p:nvPr/>
        </p:nvSpPr>
        <p:spPr>
          <a:xfrm>
            <a:off x="1188263" y="629264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2C0DFE-7E0E-898F-2045-98F7102CE3E1}"/>
              </a:ext>
            </a:extLst>
          </p:cNvPr>
          <p:cNvSpPr txBox="1"/>
          <p:nvPr/>
        </p:nvSpPr>
        <p:spPr>
          <a:xfrm>
            <a:off x="3957723" y="632460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关系模型</a:t>
            </a:r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1074" name="Text Box 2"/>
          <p:cNvSpPr txBox="1"/>
          <p:nvPr/>
        </p:nvSpPr>
        <p:spPr>
          <a:xfrm>
            <a:off x="762000" y="1670049"/>
            <a:ext cx="7841932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：如果将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转换为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一个独立的关系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，则与该联系相联系的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各实体的码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以及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联系本身属性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均转换为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关系的属性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，且每个实体的码均是该关系的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候选码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Char char="•"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：如果将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与某一端实体集所对应的关系合并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，则需要在被合并关系中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增加属性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，其新增的属性为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联系本身的属性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和与联系相关的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另一实体集的码</a:t>
            </a: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762000" y="788036"/>
            <a:ext cx="426720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联系的转换方法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2098" name="Text Box 2"/>
          <p:cNvSpPr txBox="1"/>
          <p:nvPr/>
        </p:nvSpPr>
        <p:spPr>
          <a:xfrm>
            <a:off x="685800" y="685800"/>
            <a:ext cx="7391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例：将含有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联系的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图转换为关系模型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967AC71-562B-C200-B515-1CCA097F7122}"/>
              </a:ext>
            </a:extLst>
          </p:cNvPr>
          <p:cNvGrpSpPr/>
          <p:nvPr/>
        </p:nvGrpSpPr>
        <p:grpSpPr>
          <a:xfrm>
            <a:off x="2819400" y="1524000"/>
            <a:ext cx="3276600" cy="4826000"/>
            <a:chOff x="2819400" y="1524000"/>
            <a:chExt cx="3276600" cy="4826000"/>
          </a:xfrm>
        </p:grpSpPr>
        <p:sp>
          <p:nvSpPr>
            <p:cNvPr id="132099" name="Text Box 3"/>
            <p:cNvSpPr txBox="1"/>
            <p:nvPr>
              <p:custDataLst>
                <p:tags r:id="rId4"/>
              </p:custDataLst>
            </p:nvPr>
          </p:nvSpPr>
          <p:spPr>
            <a:xfrm>
              <a:off x="3886200" y="25908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职工</a:t>
              </a:r>
            </a:p>
          </p:txBody>
        </p:sp>
        <p:sp>
          <p:nvSpPr>
            <p:cNvPr id="132100" name="Text Box 4"/>
            <p:cNvSpPr txBox="1"/>
            <p:nvPr>
              <p:custDataLst>
                <p:tags r:id="rId5"/>
              </p:custDataLst>
            </p:nvPr>
          </p:nvSpPr>
          <p:spPr>
            <a:xfrm>
              <a:off x="2909628" y="1578114"/>
              <a:ext cx="1066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职工号*</a:t>
              </a:r>
            </a:p>
          </p:txBody>
        </p:sp>
        <p:sp>
          <p:nvSpPr>
            <p:cNvPr id="132101" name="Line 5"/>
            <p:cNvSpPr/>
            <p:nvPr>
              <p:custDataLst>
                <p:tags r:id="rId6"/>
              </p:custDataLst>
            </p:nvPr>
          </p:nvSpPr>
          <p:spPr>
            <a:xfrm>
              <a:off x="4495800" y="2133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02" name="Line 6"/>
            <p:cNvSpPr/>
            <p:nvPr>
              <p:custDataLst>
                <p:tags r:id="rId7"/>
              </p:custDataLst>
            </p:nvPr>
          </p:nvSpPr>
          <p:spPr>
            <a:xfrm flipH="1">
              <a:off x="51054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03" name="Oval 7"/>
            <p:cNvSpPr/>
            <p:nvPr>
              <p:custDataLst>
                <p:tags r:id="rId8"/>
              </p:custDataLst>
            </p:nvPr>
          </p:nvSpPr>
          <p:spPr>
            <a:xfrm>
              <a:off x="2895600" y="15240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04" name="Text Box 8"/>
            <p:cNvSpPr txBox="1"/>
            <p:nvPr>
              <p:custDataLst>
                <p:tags r:id="rId9"/>
              </p:custDataLst>
            </p:nvPr>
          </p:nvSpPr>
          <p:spPr>
            <a:xfrm>
              <a:off x="4114800" y="1600200"/>
              <a:ext cx="8382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姓名</a:t>
              </a:r>
            </a:p>
          </p:txBody>
        </p:sp>
        <p:sp>
          <p:nvSpPr>
            <p:cNvPr id="132105" name="Oval 9"/>
            <p:cNvSpPr/>
            <p:nvPr>
              <p:custDataLst>
                <p:tags r:id="rId10"/>
              </p:custDataLst>
            </p:nvPr>
          </p:nvSpPr>
          <p:spPr>
            <a:xfrm>
              <a:off x="4038600" y="15240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06" name="Text Box 10"/>
            <p:cNvSpPr txBox="1"/>
            <p:nvPr>
              <p:custDataLst>
                <p:tags r:id="rId11"/>
              </p:custDataLst>
            </p:nvPr>
          </p:nvSpPr>
          <p:spPr>
            <a:xfrm>
              <a:off x="5105400" y="1600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年龄</a:t>
              </a:r>
            </a:p>
          </p:txBody>
        </p:sp>
        <p:sp>
          <p:nvSpPr>
            <p:cNvPr id="132107" name="Oval 11"/>
            <p:cNvSpPr/>
            <p:nvPr>
              <p:custDataLst>
                <p:tags r:id="rId12"/>
              </p:custDataLst>
            </p:nvPr>
          </p:nvSpPr>
          <p:spPr>
            <a:xfrm>
              <a:off x="5105400" y="1524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08" name="Line 12"/>
            <p:cNvSpPr/>
            <p:nvPr>
              <p:custDataLst>
                <p:tags r:id="rId13"/>
              </p:custDataLst>
            </p:nvPr>
          </p:nvSpPr>
          <p:spPr>
            <a:xfrm>
              <a:off x="34290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09" name="Text Box 13"/>
            <p:cNvSpPr txBox="1"/>
            <p:nvPr>
              <p:custDataLst>
                <p:tags r:id="rId14"/>
              </p:custDataLst>
            </p:nvPr>
          </p:nvSpPr>
          <p:spPr>
            <a:xfrm>
              <a:off x="3886200" y="45212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</a:t>
              </a:r>
            </a:p>
          </p:txBody>
        </p:sp>
        <p:sp>
          <p:nvSpPr>
            <p:cNvPr id="132110" name="Text Box 14"/>
            <p:cNvSpPr txBox="1"/>
            <p:nvPr>
              <p:custDataLst>
                <p:tags r:id="rId15"/>
              </p:custDataLst>
            </p:nvPr>
          </p:nvSpPr>
          <p:spPr>
            <a:xfrm>
              <a:off x="2895600" y="5877272"/>
              <a:ext cx="1066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产品号*</a:t>
              </a:r>
            </a:p>
          </p:txBody>
        </p:sp>
        <p:sp>
          <p:nvSpPr>
            <p:cNvPr id="132111" name="Line 15"/>
            <p:cNvSpPr/>
            <p:nvPr>
              <p:custDataLst>
                <p:tags r:id="rId16"/>
              </p:custDataLst>
            </p:nvPr>
          </p:nvSpPr>
          <p:spPr>
            <a:xfrm flipH="1">
              <a:off x="3352800" y="4978400"/>
              <a:ext cx="533400" cy="77787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12" name="Line 16"/>
            <p:cNvSpPr/>
            <p:nvPr>
              <p:custDataLst>
                <p:tags r:id="rId17"/>
              </p:custDataLst>
            </p:nvPr>
          </p:nvSpPr>
          <p:spPr>
            <a:xfrm>
              <a:off x="4419600" y="4902200"/>
              <a:ext cx="76200" cy="838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13" name="Line 17"/>
            <p:cNvSpPr/>
            <p:nvPr>
              <p:custDataLst>
                <p:tags r:id="rId18"/>
              </p:custDataLst>
            </p:nvPr>
          </p:nvSpPr>
          <p:spPr>
            <a:xfrm>
              <a:off x="4953000" y="4902200"/>
              <a:ext cx="533400" cy="762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14" name="Oval 18"/>
            <p:cNvSpPr/>
            <p:nvPr>
              <p:custDataLst>
                <p:tags r:id="rId19"/>
              </p:custDataLst>
            </p:nvPr>
          </p:nvSpPr>
          <p:spPr>
            <a:xfrm>
              <a:off x="2819400" y="57404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15" name="Text Box 19"/>
            <p:cNvSpPr txBox="1"/>
            <p:nvPr>
              <p:custDataLst>
                <p:tags r:id="rId20"/>
              </p:custDataLst>
            </p:nvPr>
          </p:nvSpPr>
          <p:spPr>
            <a:xfrm>
              <a:off x="3962400" y="5816600"/>
              <a:ext cx="10668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产品名</a:t>
              </a:r>
            </a:p>
          </p:txBody>
        </p:sp>
        <p:sp>
          <p:nvSpPr>
            <p:cNvPr id="132116" name="Oval 20"/>
            <p:cNvSpPr/>
            <p:nvPr>
              <p:custDataLst>
                <p:tags r:id="rId21"/>
              </p:custDataLst>
            </p:nvPr>
          </p:nvSpPr>
          <p:spPr>
            <a:xfrm>
              <a:off x="3962400" y="57404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17" name="Text Box 21"/>
            <p:cNvSpPr txBox="1"/>
            <p:nvPr>
              <p:custDataLst>
                <p:tags r:id="rId22"/>
              </p:custDataLst>
            </p:nvPr>
          </p:nvSpPr>
          <p:spPr>
            <a:xfrm>
              <a:off x="5029200" y="58166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价格</a:t>
              </a:r>
            </a:p>
          </p:txBody>
        </p:sp>
        <p:sp>
          <p:nvSpPr>
            <p:cNvPr id="132118" name="Oval 22"/>
            <p:cNvSpPr/>
            <p:nvPr>
              <p:custDataLst>
                <p:tags r:id="rId23"/>
              </p:custDataLst>
            </p:nvPr>
          </p:nvSpPr>
          <p:spPr>
            <a:xfrm>
              <a:off x="5029200" y="5740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19" name="AutoShape 23"/>
            <p:cNvSpPr/>
            <p:nvPr>
              <p:custDataLst>
                <p:tags r:id="rId24"/>
              </p:custDataLst>
            </p:nvPr>
          </p:nvSpPr>
          <p:spPr>
            <a:xfrm>
              <a:off x="3886200" y="34544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20" name="Text Box 24"/>
            <p:cNvSpPr txBox="1"/>
            <p:nvPr>
              <p:custDataLst>
                <p:tags r:id="rId25"/>
              </p:custDataLst>
            </p:nvPr>
          </p:nvSpPr>
          <p:spPr>
            <a:xfrm>
              <a:off x="4038600" y="3530600"/>
              <a:ext cx="966788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负责</a:t>
              </a:r>
            </a:p>
          </p:txBody>
        </p:sp>
        <p:sp>
          <p:nvSpPr>
            <p:cNvPr id="132121" name="Line 25"/>
            <p:cNvSpPr/>
            <p:nvPr>
              <p:custDataLst>
                <p:tags r:id="rId26"/>
              </p:custDataLst>
            </p:nvPr>
          </p:nvSpPr>
          <p:spPr>
            <a:xfrm>
              <a:off x="4495800" y="40640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2122" name="Text Box 26"/>
            <p:cNvSpPr txBox="1"/>
            <p:nvPr>
              <p:custDataLst>
                <p:tags r:id="rId27"/>
              </p:custDataLst>
            </p:nvPr>
          </p:nvSpPr>
          <p:spPr>
            <a:xfrm>
              <a:off x="4572000" y="31496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32123" name="Text Box 27"/>
            <p:cNvSpPr txBox="1"/>
            <p:nvPr>
              <p:custDataLst>
                <p:tags r:id="rId28"/>
              </p:custDataLst>
            </p:nvPr>
          </p:nvSpPr>
          <p:spPr>
            <a:xfrm>
              <a:off x="4572000" y="40640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32124" name="Line 28"/>
            <p:cNvSpPr/>
            <p:nvPr>
              <p:custDataLst>
                <p:tags r:id="rId29"/>
              </p:custDataLst>
            </p:nvPr>
          </p:nvSpPr>
          <p:spPr>
            <a:xfrm>
              <a:off x="4419600" y="30734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7" r:link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9" r:link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3122" name="Text Box 2"/>
          <p:cNvSpPr txBox="1"/>
          <p:nvPr>
            <p:custDataLst>
              <p:tags r:id="rId4"/>
            </p:custDataLst>
          </p:nvPr>
        </p:nvSpPr>
        <p:spPr>
          <a:xfrm>
            <a:off x="23192" y="761529"/>
            <a:ext cx="4909573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：联系形成的关系独立存在，转换后的关系模型为</a:t>
            </a:r>
          </a:p>
        </p:txBody>
      </p:sp>
      <p:sp>
        <p:nvSpPr>
          <p:cNvPr id="133123" name="Text Box 3"/>
          <p:cNvSpPr txBox="1"/>
          <p:nvPr>
            <p:custDataLst>
              <p:tags r:id="rId5"/>
            </p:custDataLst>
          </p:nvPr>
        </p:nvSpPr>
        <p:spPr>
          <a:xfrm>
            <a:off x="689765" y="1403053"/>
            <a:ext cx="3628498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职工（</a:t>
            </a:r>
            <a:r>
              <a:rPr lang="zh-CN" alt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，姓名，年龄）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产品（</a:t>
            </a:r>
            <a:r>
              <a:rPr lang="zh-CN" alt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，产品名，价格）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负责（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</a:p>
        </p:txBody>
      </p:sp>
      <p:sp>
        <p:nvSpPr>
          <p:cNvPr id="133124" name="Text Box 4"/>
          <p:cNvSpPr txBox="1"/>
          <p:nvPr>
            <p:custDataLst>
              <p:tags r:id="rId6"/>
            </p:custDataLst>
          </p:nvPr>
        </p:nvSpPr>
        <p:spPr>
          <a:xfrm>
            <a:off x="0" y="2793122"/>
            <a:ext cx="5347261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：“负责”与“职工”两关系合并，转换后的关系模型为</a:t>
            </a:r>
          </a:p>
        </p:txBody>
      </p:sp>
      <p:sp>
        <p:nvSpPr>
          <p:cNvPr id="133125" name="Text Box 5"/>
          <p:cNvSpPr txBox="1"/>
          <p:nvPr/>
        </p:nvSpPr>
        <p:spPr>
          <a:xfrm>
            <a:off x="711464" y="3501008"/>
            <a:ext cx="4456050" cy="86177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职工（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，姓名，年龄，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产品（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，产品名，价格）</a:t>
            </a:r>
          </a:p>
        </p:txBody>
      </p:sp>
      <p:sp>
        <p:nvSpPr>
          <p:cNvPr id="133126" name="Text Box 6"/>
          <p:cNvSpPr txBox="1"/>
          <p:nvPr>
            <p:custDataLst>
              <p:tags r:id="rId7"/>
            </p:custDataLst>
          </p:nvPr>
        </p:nvSpPr>
        <p:spPr>
          <a:xfrm>
            <a:off x="32764" y="4554364"/>
            <a:ext cx="5347260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：“负责”与“产品”两关系合并，转换后的关系模型为</a:t>
            </a:r>
          </a:p>
        </p:txBody>
      </p:sp>
      <p:sp>
        <p:nvSpPr>
          <p:cNvPr id="133127" name="Text Box 7"/>
          <p:cNvSpPr txBox="1"/>
          <p:nvPr/>
        </p:nvSpPr>
        <p:spPr>
          <a:xfrm>
            <a:off x="689765" y="5262250"/>
            <a:ext cx="4710681" cy="86177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职工（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，姓名，年龄）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产品（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，产品名，价格，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</a:p>
        </p:txBody>
      </p:sp>
      <p:sp>
        <p:nvSpPr>
          <p:cNvPr id="133129" name="Text Box 10"/>
          <p:cNvSpPr txBox="1"/>
          <p:nvPr>
            <p:custDataLst>
              <p:tags r:id="rId8"/>
            </p:custDataLst>
          </p:nvPr>
        </p:nvSpPr>
        <p:spPr>
          <a:xfrm>
            <a:off x="109046" y="6262236"/>
            <a:ext cx="8855442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注：关系模式中标有下划线的属性为码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【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都可以是码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】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5F047E7-4AF2-FE68-08BC-92B8DEF4759D}"/>
              </a:ext>
            </a:extLst>
          </p:cNvPr>
          <p:cNvGrpSpPr/>
          <p:nvPr/>
        </p:nvGrpSpPr>
        <p:grpSpPr>
          <a:xfrm>
            <a:off x="5400446" y="761529"/>
            <a:ext cx="3276600" cy="4826000"/>
            <a:chOff x="2819400" y="1524000"/>
            <a:chExt cx="3276600" cy="4826000"/>
          </a:xfrm>
        </p:grpSpPr>
        <p:sp>
          <p:nvSpPr>
            <p:cNvPr id="32" name="Text Box 3">
              <a:extLst>
                <a:ext uri="{FF2B5EF4-FFF2-40B4-BE49-F238E27FC236}">
                  <a16:creationId xmlns:a16="http://schemas.microsoft.com/office/drawing/2014/main" id="{9F58F6F0-B921-340E-B905-E2C648FD038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886200" y="25908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职工</a:t>
              </a:r>
            </a:p>
          </p:txBody>
        </p:sp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3E9C9E46-A854-EE01-C903-BC3259D81555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909628" y="1578114"/>
              <a:ext cx="1066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职工号*</a:t>
              </a:r>
            </a:p>
          </p:txBody>
        </p:sp>
        <p:sp>
          <p:nvSpPr>
            <p:cNvPr id="34" name="Line 5">
              <a:extLst>
                <a:ext uri="{FF2B5EF4-FFF2-40B4-BE49-F238E27FC236}">
                  <a16:creationId xmlns:a16="http://schemas.microsoft.com/office/drawing/2014/main" id="{EDF7EC8E-92CD-55EC-8E0C-7F427CEA1C6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495800" y="2133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FD82738E-83E0-B9C4-FC15-66B243FC64F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flipH="1">
              <a:off x="51054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6" name="Oval 7">
              <a:extLst>
                <a:ext uri="{FF2B5EF4-FFF2-40B4-BE49-F238E27FC236}">
                  <a16:creationId xmlns:a16="http://schemas.microsoft.com/office/drawing/2014/main" id="{8D716460-8D10-DF70-2CD3-08BFB2580F0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2895600" y="15240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8">
              <a:extLst>
                <a:ext uri="{FF2B5EF4-FFF2-40B4-BE49-F238E27FC236}">
                  <a16:creationId xmlns:a16="http://schemas.microsoft.com/office/drawing/2014/main" id="{5F1AF4D2-7753-FD7A-9F1C-EF5B338E6030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114800" y="1600200"/>
              <a:ext cx="8382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姓名</a:t>
              </a:r>
            </a:p>
          </p:txBody>
        </p:sp>
        <p:sp>
          <p:nvSpPr>
            <p:cNvPr id="38" name="Oval 9">
              <a:extLst>
                <a:ext uri="{FF2B5EF4-FFF2-40B4-BE49-F238E27FC236}">
                  <a16:creationId xmlns:a16="http://schemas.microsoft.com/office/drawing/2014/main" id="{B6F02110-27EB-830F-06D0-F77FFC7C373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038600" y="15240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10">
              <a:extLst>
                <a:ext uri="{FF2B5EF4-FFF2-40B4-BE49-F238E27FC236}">
                  <a16:creationId xmlns:a16="http://schemas.microsoft.com/office/drawing/2014/main" id="{55521B13-692A-78CF-C9CE-15785CB8A42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105400" y="1600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年龄</a:t>
              </a:r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03723599-B0B5-7257-8E98-9EE400BD81B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105400" y="1524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12">
              <a:extLst>
                <a:ext uri="{FF2B5EF4-FFF2-40B4-BE49-F238E27FC236}">
                  <a16:creationId xmlns:a16="http://schemas.microsoft.com/office/drawing/2014/main" id="{E4EB126F-B48D-31A3-5BA6-66BD4D74FFE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34290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" name="Text Box 13">
              <a:extLst>
                <a:ext uri="{FF2B5EF4-FFF2-40B4-BE49-F238E27FC236}">
                  <a16:creationId xmlns:a16="http://schemas.microsoft.com/office/drawing/2014/main" id="{3D4B64DB-6CE2-AF00-C722-37EB209F0935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3886200" y="45212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</a:t>
              </a:r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505DB4D1-F32F-1F60-F09E-1D1710376FBF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895600" y="5877272"/>
              <a:ext cx="1066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产品号*</a:t>
              </a:r>
            </a:p>
          </p:txBody>
        </p:sp>
        <p:sp>
          <p:nvSpPr>
            <p:cNvPr id="44" name="Line 15">
              <a:extLst>
                <a:ext uri="{FF2B5EF4-FFF2-40B4-BE49-F238E27FC236}">
                  <a16:creationId xmlns:a16="http://schemas.microsoft.com/office/drawing/2014/main" id="{362B1849-C0C7-744B-2239-88858DF5F13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3352800" y="4978400"/>
              <a:ext cx="533400" cy="77787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5" name="Line 16">
              <a:extLst>
                <a:ext uri="{FF2B5EF4-FFF2-40B4-BE49-F238E27FC236}">
                  <a16:creationId xmlns:a16="http://schemas.microsoft.com/office/drawing/2014/main" id="{C7375A6C-A4E9-7383-AB0F-9C32865C7AC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4419600" y="4902200"/>
              <a:ext cx="76200" cy="838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" name="Line 17">
              <a:extLst>
                <a:ext uri="{FF2B5EF4-FFF2-40B4-BE49-F238E27FC236}">
                  <a16:creationId xmlns:a16="http://schemas.microsoft.com/office/drawing/2014/main" id="{3965EE94-4B0A-F8AD-4DB2-91D2579FA06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953000" y="4902200"/>
              <a:ext cx="533400" cy="762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" name="Oval 18">
              <a:extLst>
                <a:ext uri="{FF2B5EF4-FFF2-40B4-BE49-F238E27FC236}">
                  <a16:creationId xmlns:a16="http://schemas.microsoft.com/office/drawing/2014/main" id="{89A59FB4-5483-0A78-B821-6B4DA60C65D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2819400" y="57404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 Box 19">
              <a:extLst>
                <a:ext uri="{FF2B5EF4-FFF2-40B4-BE49-F238E27FC236}">
                  <a16:creationId xmlns:a16="http://schemas.microsoft.com/office/drawing/2014/main" id="{A9101DDF-662C-025A-264F-8C995468609E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3962400" y="5816600"/>
              <a:ext cx="10668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产品名</a:t>
              </a:r>
            </a:p>
          </p:txBody>
        </p:sp>
        <p:sp>
          <p:nvSpPr>
            <p:cNvPr id="49" name="Oval 20">
              <a:extLst>
                <a:ext uri="{FF2B5EF4-FFF2-40B4-BE49-F238E27FC236}">
                  <a16:creationId xmlns:a16="http://schemas.microsoft.com/office/drawing/2014/main" id="{D98F20E7-0053-C175-E6B0-D3A92BFF2CA3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962400" y="57404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Box 21">
              <a:extLst>
                <a:ext uri="{FF2B5EF4-FFF2-40B4-BE49-F238E27FC236}">
                  <a16:creationId xmlns:a16="http://schemas.microsoft.com/office/drawing/2014/main" id="{2C7D6191-A367-3EEF-CCE1-C28312ADE123}"/>
                </a:ext>
              </a:extLst>
            </p:cNvPr>
            <p:cNvSpPr txBox="1"/>
            <p:nvPr>
              <p:custDataLst>
                <p:tags r:id="rId27"/>
              </p:custDataLst>
            </p:nvPr>
          </p:nvSpPr>
          <p:spPr>
            <a:xfrm>
              <a:off x="5029200" y="58166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价格</a:t>
              </a:r>
            </a:p>
          </p:txBody>
        </p:sp>
        <p:sp>
          <p:nvSpPr>
            <p:cNvPr id="51" name="Oval 22">
              <a:extLst>
                <a:ext uri="{FF2B5EF4-FFF2-40B4-BE49-F238E27FC236}">
                  <a16:creationId xmlns:a16="http://schemas.microsoft.com/office/drawing/2014/main" id="{B18DB80E-D650-D2D9-149C-7A8D4F433A2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5029200" y="5740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AutoShape 23">
              <a:extLst>
                <a:ext uri="{FF2B5EF4-FFF2-40B4-BE49-F238E27FC236}">
                  <a16:creationId xmlns:a16="http://schemas.microsoft.com/office/drawing/2014/main" id="{7DE9A1CC-000E-B423-EF8E-269D457DCEE3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886200" y="34544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 Box 24">
              <a:extLst>
                <a:ext uri="{FF2B5EF4-FFF2-40B4-BE49-F238E27FC236}">
                  <a16:creationId xmlns:a16="http://schemas.microsoft.com/office/drawing/2014/main" id="{348FBED6-80CB-BCBE-DCEC-1128151E6BA2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4038600" y="3530600"/>
              <a:ext cx="966788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负责</a:t>
              </a:r>
            </a:p>
          </p:txBody>
        </p:sp>
        <p:sp>
          <p:nvSpPr>
            <p:cNvPr id="54" name="Line 25">
              <a:extLst>
                <a:ext uri="{FF2B5EF4-FFF2-40B4-BE49-F238E27FC236}">
                  <a16:creationId xmlns:a16="http://schemas.microsoft.com/office/drawing/2014/main" id="{F77F7333-B256-30BA-5186-66D613CDA3A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495800" y="40640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5" name="Text Box 26">
              <a:extLst>
                <a:ext uri="{FF2B5EF4-FFF2-40B4-BE49-F238E27FC236}">
                  <a16:creationId xmlns:a16="http://schemas.microsoft.com/office/drawing/2014/main" id="{F4E05169-07BD-0D63-0C7F-F4CD4EDC250F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4572000" y="31496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56" name="Text Box 27">
              <a:extLst>
                <a:ext uri="{FF2B5EF4-FFF2-40B4-BE49-F238E27FC236}">
                  <a16:creationId xmlns:a16="http://schemas.microsoft.com/office/drawing/2014/main" id="{1A5C4FAD-8BE5-042F-2416-D9109DFDDD32}"/>
                </a:ext>
              </a:extLst>
            </p:cNvPr>
            <p:cNvSpPr txBox="1"/>
            <p:nvPr>
              <p:custDataLst>
                <p:tags r:id="rId33"/>
              </p:custDataLst>
            </p:nvPr>
          </p:nvSpPr>
          <p:spPr>
            <a:xfrm>
              <a:off x="4572000" y="40640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B3F4C31F-331B-702F-8991-C39A042B99C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419600" y="30734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4146" name="Text Box 2"/>
          <p:cNvSpPr txBox="1"/>
          <p:nvPr/>
        </p:nvSpPr>
        <p:spPr>
          <a:xfrm>
            <a:off x="762000" y="2057400"/>
            <a:ext cx="8001000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：将联系转换成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一个独立的关系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，其关系的属性由与该联系相连的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各实体集的码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以及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联系本身的属性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组成，而该关系的码为</a:t>
            </a:r>
            <a:r>
              <a:rPr lang="en-US" altLang="zh-CN" sz="2800" b="1" u="sng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u="sng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端实体集的码</a:t>
            </a:r>
            <a:endParaRPr lang="zh-CN" altLang="en-US" sz="2800" b="1" u="sng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Char char="•"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：在</a:t>
            </a:r>
            <a:r>
              <a:rPr lang="en-US" altLang="zh-CN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端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实体集中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增加新属性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，新属性由联系对应的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端实体集的码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联系自身的属性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构成，新增属性后</a:t>
            </a:r>
            <a:r>
              <a:rPr lang="zh-CN" altLang="en-US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原关系的码不变</a:t>
            </a: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871538" y="1040448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联系的转换方法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4" r:link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6" r:link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6194" name="Text Box 2"/>
          <p:cNvSpPr txBox="1"/>
          <p:nvPr/>
        </p:nvSpPr>
        <p:spPr>
          <a:xfrm>
            <a:off x="762000" y="762000"/>
            <a:ext cx="7467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例：将含有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联系的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图转换为关系模型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1268455-A6F9-2D73-7705-8848D559FBA4}"/>
              </a:ext>
            </a:extLst>
          </p:cNvPr>
          <p:cNvGrpSpPr/>
          <p:nvPr/>
        </p:nvGrpSpPr>
        <p:grpSpPr>
          <a:xfrm>
            <a:off x="2667000" y="1524000"/>
            <a:ext cx="3657600" cy="4826000"/>
            <a:chOff x="2667000" y="1524000"/>
            <a:chExt cx="3657600" cy="4826000"/>
          </a:xfrm>
        </p:grpSpPr>
        <p:sp>
          <p:nvSpPr>
            <p:cNvPr id="136195" name="Text Box 3"/>
            <p:cNvSpPr txBox="1"/>
            <p:nvPr>
              <p:custDataLst>
                <p:tags r:id="rId4"/>
              </p:custDataLst>
            </p:nvPr>
          </p:nvSpPr>
          <p:spPr>
            <a:xfrm>
              <a:off x="3733800" y="25908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仓库</a:t>
              </a:r>
            </a:p>
          </p:txBody>
        </p:sp>
        <p:sp>
          <p:nvSpPr>
            <p:cNvPr id="136196" name="Text Box 4"/>
            <p:cNvSpPr txBox="1"/>
            <p:nvPr>
              <p:custDataLst>
                <p:tags r:id="rId5"/>
              </p:custDataLst>
            </p:nvPr>
          </p:nvSpPr>
          <p:spPr>
            <a:xfrm>
              <a:off x="2819399" y="1600200"/>
              <a:ext cx="114299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仓库号*</a:t>
              </a:r>
            </a:p>
          </p:txBody>
        </p:sp>
        <p:sp>
          <p:nvSpPr>
            <p:cNvPr id="136197" name="Line 5"/>
            <p:cNvSpPr/>
            <p:nvPr>
              <p:custDataLst>
                <p:tags r:id="rId6"/>
              </p:custDataLst>
            </p:nvPr>
          </p:nvSpPr>
          <p:spPr>
            <a:xfrm>
              <a:off x="4343400" y="2133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198" name="Line 6"/>
            <p:cNvSpPr/>
            <p:nvPr>
              <p:custDataLst>
                <p:tags r:id="rId7"/>
              </p:custDataLst>
            </p:nvPr>
          </p:nvSpPr>
          <p:spPr>
            <a:xfrm flipH="1">
              <a:off x="49530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199" name="Oval 7"/>
            <p:cNvSpPr/>
            <p:nvPr>
              <p:custDataLst>
                <p:tags r:id="rId8"/>
              </p:custDataLst>
            </p:nvPr>
          </p:nvSpPr>
          <p:spPr>
            <a:xfrm>
              <a:off x="2743200" y="15240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00" name="Text Box 8"/>
            <p:cNvSpPr txBox="1"/>
            <p:nvPr>
              <p:custDataLst>
                <p:tags r:id="rId9"/>
              </p:custDataLst>
            </p:nvPr>
          </p:nvSpPr>
          <p:spPr>
            <a:xfrm>
              <a:off x="3962400" y="1600200"/>
              <a:ext cx="8382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地点</a:t>
              </a:r>
            </a:p>
          </p:txBody>
        </p:sp>
        <p:sp>
          <p:nvSpPr>
            <p:cNvPr id="136201" name="Oval 9"/>
            <p:cNvSpPr/>
            <p:nvPr>
              <p:custDataLst>
                <p:tags r:id="rId10"/>
              </p:custDataLst>
            </p:nvPr>
          </p:nvSpPr>
          <p:spPr>
            <a:xfrm>
              <a:off x="3886200" y="15240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02" name="Text Box 10"/>
            <p:cNvSpPr txBox="1"/>
            <p:nvPr>
              <p:custDataLst>
                <p:tags r:id="rId11"/>
              </p:custDataLst>
            </p:nvPr>
          </p:nvSpPr>
          <p:spPr>
            <a:xfrm>
              <a:off x="4953000" y="1600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面积</a:t>
              </a:r>
            </a:p>
          </p:txBody>
        </p:sp>
        <p:sp>
          <p:nvSpPr>
            <p:cNvPr id="136203" name="Oval 11"/>
            <p:cNvSpPr/>
            <p:nvPr>
              <p:custDataLst>
                <p:tags r:id="rId12"/>
              </p:custDataLst>
            </p:nvPr>
          </p:nvSpPr>
          <p:spPr>
            <a:xfrm>
              <a:off x="4953000" y="1524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04" name="Line 12"/>
            <p:cNvSpPr/>
            <p:nvPr>
              <p:custDataLst>
                <p:tags r:id="rId13"/>
              </p:custDataLst>
            </p:nvPr>
          </p:nvSpPr>
          <p:spPr>
            <a:xfrm>
              <a:off x="32766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05" name="Text Box 13"/>
            <p:cNvSpPr txBox="1"/>
            <p:nvPr>
              <p:custDataLst>
                <p:tags r:id="rId14"/>
              </p:custDataLst>
            </p:nvPr>
          </p:nvSpPr>
          <p:spPr>
            <a:xfrm>
              <a:off x="3733800" y="45212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</a:t>
              </a:r>
            </a:p>
          </p:txBody>
        </p:sp>
        <p:sp>
          <p:nvSpPr>
            <p:cNvPr id="136206" name="Text Box 14"/>
            <p:cNvSpPr txBox="1"/>
            <p:nvPr>
              <p:custDataLst>
                <p:tags r:id="rId15"/>
              </p:custDataLst>
            </p:nvPr>
          </p:nvSpPr>
          <p:spPr>
            <a:xfrm>
              <a:off x="2743200" y="5816600"/>
              <a:ext cx="11430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产品号*</a:t>
              </a:r>
            </a:p>
          </p:txBody>
        </p:sp>
        <p:sp>
          <p:nvSpPr>
            <p:cNvPr id="136207" name="Line 15"/>
            <p:cNvSpPr/>
            <p:nvPr>
              <p:custDataLst>
                <p:tags r:id="rId16"/>
              </p:custDataLst>
            </p:nvPr>
          </p:nvSpPr>
          <p:spPr>
            <a:xfrm flipH="1">
              <a:off x="3200400" y="4978400"/>
              <a:ext cx="533400" cy="77787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08" name="Line 16"/>
            <p:cNvSpPr/>
            <p:nvPr>
              <p:custDataLst>
                <p:tags r:id="rId17"/>
              </p:custDataLst>
            </p:nvPr>
          </p:nvSpPr>
          <p:spPr>
            <a:xfrm>
              <a:off x="4267200" y="4902200"/>
              <a:ext cx="76200" cy="838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09" name="Line 17"/>
            <p:cNvSpPr/>
            <p:nvPr>
              <p:custDataLst>
                <p:tags r:id="rId18"/>
              </p:custDataLst>
            </p:nvPr>
          </p:nvSpPr>
          <p:spPr>
            <a:xfrm>
              <a:off x="4800600" y="4902200"/>
              <a:ext cx="533400" cy="762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10" name="Oval 18"/>
            <p:cNvSpPr/>
            <p:nvPr>
              <p:custDataLst>
                <p:tags r:id="rId19"/>
              </p:custDataLst>
            </p:nvPr>
          </p:nvSpPr>
          <p:spPr>
            <a:xfrm>
              <a:off x="2667000" y="57404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11" name="Text Box 19"/>
            <p:cNvSpPr txBox="1"/>
            <p:nvPr>
              <p:custDataLst>
                <p:tags r:id="rId20"/>
              </p:custDataLst>
            </p:nvPr>
          </p:nvSpPr>
          <p:spPr>
            <a:xfrm>
              <a:off x="3810000" y="5816600"/>
              <a:ext cx="10668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产品名</a:t>
              </a:r>
            </a:p>
          </p:txBody>
        </p:sp>
        <p:sp>
          <p:nvSpPr>
            <p:cNvPr id="136212" name="Oval 20"/>
            <p:cNvSpPr/>
            <p:nvPr>
              <p:custDataLst>
                <p:tags r:id="rId21"/>
              </p:custDataLst>
            </p:nvPr>
          </p:nvSpPr>
          <p:spPr>
            <a:xfrm>
              <a:off x="3810000" y="57404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13" name="Text Box 21"/>
            <p:cNvSpPr txBox="1"/>
            <p:nvPr>
              <p:custDataLst>
                <p:tags r:id="rId22"/>
              </p:custDataLst>
            </p:nvPr>
          </p:nvSpPr>
          <p:spPr>
            <a:xfrm>
              <a:off x="4876800" y="58166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价格</a:t>
              </a:r>
            </a:p>
          </p:txBody>
        </p:sp>
        <p:sp>
          <p:nvSpPr>
            <p:cNvPr id="136214" name="Oval 22"/>
            <p:cNvSpPr/>
            <p:nvPr>
              <p:custDataLst>
                <p:tags r:id="rId23"/>
              </p:custDataLst>
            </p:nvPr>
          </p:nvSpPr>
          <p:spPr>
            <a:xfrm>
              <a:off x="4876800" y="5740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15" name="AutoShape 23"/>
            <p:cNvSpPr/>
            <p:nvPr>
              <p:custDataLst>
                <p:tags r:id="rId24"/>
              </p:custDataLst>
            </p:nvPr>
          </p:nvSpPr>
          <p:spPr>
            <a:xfrm>
              <a:off x="3733800" y="34544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216" name="Text Box 24"/>
            <p:cNvSpPr txBox="1"/>
            <p:nvPr>
              <p:custDataLst>
                <p:tags r:id="rId25"/>
              </p:custDataLst>
            </p:nvPr>
          </p:nvSpPr>
          <p:spPr>
            <a:xfrm>
              <a:off x="3886200" y="3530600"/>
              <a:ext cx="966788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仓储</a:t>
              </a:r>
            </a:p>
          </p:txBody>
        </p:sp>
        <p:sp>
          <p:nvSpPr>
            <p:cNvPr id="136217" name="Line 25"/>
            <p:cNvSpPr/>
            <p:nvPr>
              <p:custDataLst>
                <p:tags r:id="rId26"/>
              </p:custDataLst>
            </p:nvPr>
          </p:nvSpPr>
          <p:spPr>
            <a:xfrm>
              <a:off x="4343400" y="40640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18" name="Text Box 26"/>
            <p:cNvSpPr txBox="1"/>
            <p:nvPr>
              <p:custDataLst>
                <p:tags r:id="rId27"/>
              </p:custDataLst>
            </p:nvPr>
          </p:nvSpPr>
          <p:spPr>
            <a:xfrm>
              <a:off x="4419600" y="31496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36219" name="Text Box 27"/>
            <p:cNvSpPr txBox="1"/>
            <p:nvPr>
              <p:custDataLst>
                <p:tags r:id="rId28"/>
              </p:custDataLst>
            </p:nvPr>
          </p:nvSpPr>
          <p:spPr>
            <a:xfrm>
              <a:off x="4419600" y="40640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36220" name="Line 28"/>
            <p:cNvSpPr/>
            <p:nvPr>
              <p:custDataLst>
                <p:tags r:id="rId29"/>
              </p:custDataLst>
            </p:nvPr>
          </p:nvSpPr>
          <p:spPr>
            <a:xfrm>
              <a:off x="4267200" y="30734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21" name="Line 29"/>
            <p:cNvSpPr/>
            <p:nvPr>
              <p:custDataLst>
                <p:tags r:id="rId30"/>
              </p:custDataLst>
            </p:nvPr>
          </p:nvSpPr>
          <p:spPr>
            <a:xfrm>
              <a:off x="4876800" y="3759200"/>
              <a:ext cx="4572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6222" name="Text Box 30"/>
            <p:cNvSpPr txBox="1"/>
            <p:nvPr>
              <p:custDataLst>
                <p:tags r:id="rId31"/>
              </p:custDataLst>
            </p:nvPr>
          </p:nvSpPr>
          <p:spPr>
            <a:xfrm>
              <a:off x="5334000" y="35306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数量</a:t>
              </a:r>
            </a:p>
          </p:txBody>
        </p:sp>
        <p:sp>
          <p:nvSpPr>
            <p:cNvPr id="136223" name="Oval 31"/>
            <p:cNvSpPr/>
            <p:nvPr>
              <p:custDataLst>
                <p:tags r:id="rId32"/>
              </p:custDataLst>
            </p:nvPr>
          </p:nvSpPr>
          <p:spPr>
            <a:xfrm>
              <a:off x="5334000" y="3454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9" r:link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1" r:link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7218" name="Text Box 2"/>
          <p:cNvSpPr txBox="1"/>
          <p:nvPr>
            <p:custDataLst>
              <p:tags r:id="rId4"/>
            </p:custDataLst>
          </p:nvPr>
        </p:nvSpPr>
        <p:spPr>
          <a:xfrm>
            <a:off x="165368" y="908720"/>
            <a:ext cx="7162800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：转换为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个关系模型</a:t>
            </a:r>
          </a:p>
        </p:txBody>
      </p:sp>
      <p:sp>
        <p:nvSpPr>
          <p:cNvPr id="137219" name="Text Box 3"/>
          <p:cNvSpPr txBox="1"/>
          <p:nvPr>
            <p:custDataLst>
              <p:tags r:id="rId5"/>
            </p:custDataLst>
          </p:nvPr>
        </p:nvSpPr>
        <p:spPr>
          <a:xfrm>
            <a:off x="185952" y="1445759"/>
            <a:ext cx="4343400" cy="132343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仓库（</a:t>
            </a:r>
            <a:r>
              <a:rPr lang="zh-CN" alt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仓库号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，地点，面积）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产品（</a:t>
            </a:r>
            <a:r>
              <a:rPr lang="zh-CN" alt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，产品名，价格）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仓储（仓库号，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，数量）</a:t>
            </a:r>
          </a:p>
        </p:txBody>
      </p:sp>
      <p:sp>
        <p:nvSpPr>
          <p:cNvPr id="137220" name="Text Box 4"/>
          <p:cNvSpPr txBox="1"/>
          <p:nvPr>
            <p:custDataLst>
              <p:tags r:id="rId6"/>
            </p:custDataLst>
          </p:nvPr>
        </p:nvSpPr>
        <p:spPr>
          <a:xfrm>
            <a:off x="179512" y="3562125"/>
            <a:ext cx="5112568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方案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：联系形成的关系与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端对象合并，转换后的关系模型为</a:t>
            </a:r>
          </a:p>
        </p:txBody>
      </p:sp>
      <p:sp>
        <p:nvSpPr>
          <p:cNvPr id="137221" name="Text Box 5"/>
          <p:cNvSpPr txBox="1"/>
          <p:nvPr>
            <p:custDataLst>
              <p:tags r:id="rId7"/>
            </p:custDataLst>
          </p:nvPr>
        </p:nvSpPr>
        <p:spPr>
          <a:xfrm>
            <a:off x="198488" y="4406940"/>
            <a:ext cx="5414180" cy="86177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仓库（</a:t>
            </a:r>
            <a:r>
              <a:rPr lang="zh-CN" alt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仓库号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，地点，面积）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产品（</a:t>
            </a:r>
            <a:r>
              <a:rPr lang="zh-CN" alt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产品号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，产品名，价格，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仓库号，数量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</a:p>
        </p:txBody>
      </p:sp>
      <p:sp>
        <p:nvSpPr>
          <p:cNvPr id="137222" name="Text Box 6"/>
          <p:cNvSpPr txBox="1"/>
          <p:nvPr/>
        </p:nvSpPr>
        <p:spPr>
          <a:xfrm>
            <a:off x="179512" y="5693186"/>
            <a:ext cx="5499100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注：关系模式中标有下划线的属性为码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051F334-705B-51FA-19DB-142EB3672B1E}"/>
              </a:ext>
            </a:extLst>
          </p:cNvPr>
          <p:cNvGrpSpPr/>
          <p:nvPr/>
        </p:nvGrpSpPr>
        <p:grpSpPr>
          <a:xfrm>
            <a:off x="5216366" y="1149125"/>
            <a:ext cx="3657600" cy="4826000"/>
            <a:chOff x="2667000" y="1524000"/>
            <a:chExt cx="3657600" cy="4826000"/>
          </a:xfrm>
        </p:grpSpPr>
        <p:sp>
          <p:nvSpPr>
            <p:cNvPr id="35" name="Text Box 3">
              <a:extLst>
                <a:ext uri="{FF2B5EF4-FFF2-40B4-BE49-F238E27FC236}">
                  <a16:creationId xmlns:a16="http://schemas.microsoft.com/office/drawing/2014/main" id="{6686BE95-0811-55E1-55B5-D4AB51E0319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3733800" y="25908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仓库</a:t>
              </a:r>
            </a:p>
          </p:txBody>
        </p:sp>
        <p:sp>
          <p:nvSpPr>
            <p:cNvPr id="36" name="Text Box 4">
              <a:extLst>
                <a:ext uri="{FF2B5EF4-FFF2-40B4-BE49-F238E27FC236}">
                  <a16:creationId xmlns:a16="http://schemas.microsoft.com/office/drawing/2014/main" id="{671DF1C7-7BDB-7B88-92AC-0184C68F2FD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819399" y="1600200"/>
              <a:ext cx="114299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仓库号*</a:t>
              </a:r>
            </a:p>
          </p:txBody>
        </p:sp>
        <p:sp>
          <p:nvSpPr>
            <p:cNvPr id="37" name="Line 5">
              <a:extLst>
                <a:ext uri="{FF2B5EF4-FFF2-40B4-BE49-F238E27FC236}">
                  <a16:creationId xmlns:a16="http://schemas.microsoft.com/office/drawing/2014/main" id="{220A57AC-D489-1495-742F-BDF8B58D70A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343400" y="2133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" name="Line 6">
              <a:extLst>
                <a:ext uri="{FF2B5EF4-FFF2-40B4-BE49-F238E27FC236}">
                  <a16:creationId xmlns:a16="http://schemas.microsoft.com/office/drawing/2014/main" id="{11D60884-B692-8485-B946-F8FE0D88545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flipH="1">
              <a:off x="49530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9" name="Oval 7">
              <a:extLst>
                <a:ext uri="{FF2B5EF4-FFF2-40B4-BE49-F238E27FC236}">
                  <a16:creationId xmlns:a16="http://schemas.microsoft.com/office/drawing/2014/main" id="{82AC9042-1ADF-5151-C586-CD77813070B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2743200" y="15240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8">
              <a:extLst>
                <a:ext uri="{FF2B5EF4-FFF2-40B4-BE49-F238E27FC236}">
                  <a16:creationId xmlns:a16="http://schemas.microsoft.com/office/drawing/2014/main" id="{003D2F68-BAFA-596C-A309-092322D7B4A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3962400" y="1600200"/>
              <a:ext cx="8382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地点</a:t>
              </a:r>
            </a:p>
          </p:txBody>
        </p:sp>
        <p:sp>
          <p:nvSpPr>
            <p:cNvPr id="41" name="Oval 9">
              <a:extLst>
                <a:ext uri="{FF2B5EF4-FFF2-40B4-BE49-F238E27FC236}">
                  <a16:creationId xmlns:a16="http://schemas.microsoft.com/office/drawing/2014/main" id="{151FFA53-9003-6249-F058-56287681B99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886200" y="15240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Text Box 10">
              <a:extLst>
                <a:ext uri="{FF2B5EF4-FFF2-40B4-BE49-F238E27FC236}">
                  <a16:creationId xmlns:a16="http://schemas.microsoft.com/office/drawing/2014/main" id="{6ACDF295-7298-E53B-D207-1A4CE1D38EA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953000" y="1600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面积</a:t>
              </a:r>
            </a:p>
          </p:txBody>
        </p:sp>
        <p:sp>
          <p:nvSpPr>
            <p:cNvPr id="43" name="Oval 11">
              <a:extLst>
                <a:ext uri="{FF2B5EF4-FFF2-40B4-BE49-F238E27FC236}">
                  <a16:creationId xmlns:a16="http://schemas.microsoft.com/office/drawing/2014/main" id="{1F8BAED4-8FD8-FE75-64CF-882AB77E2A2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953000" y="1524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12">
              <a:extLst>
                <a:ext uri="{FF2B5EF4-FFF2-40B4-BE49-F238E27FC236}">
                  <a16:creationId xmlns:a16="http://schemas.microsoft.com/office/drawing/2014/main" id="{6107C3D6-5286-9C64-2A71-755FEABB354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32766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5" name="Text Box 13">
              <a:extLst>
                <a:ext uri="{FF2B5EF4-FFF2-40B4-BE49-F238E27FC236}">
                  <a16:creationId xmlns:a16="http://schemas.microsoft.com/office/drawing/2014/main" id="{F2459910-B643-ADCC-C049-06C579822EC9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3733800" y="45212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</a:t>
              </a:r>
            </a:p>
          </p:txBody>
        </p:sp>
        <p:sp>
          <p:nvSpPr>
            <p:cNvPr id="46" name="Text Box 14">
              <a:extLst>
                <a:ext uri="{FF2B5EF4-FFF2-40B4-BE49-F238E27FC236}">
                  <a16:creationId xmlns:a16="http://schemas.microsoft.com/office/drawing/2014/main" id="{AFA0FB38-4173-42E8-7AA7-0329B857AA3B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2743200" y="5816600"/>
              <a:ext cx="11430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产品号*</a:t>
              </a:r>
            </a:p>
          </p:txBody>
        </p:sp>
        <p:sp>
          <p:nvSpPr>
            <p:cNvPr id="47" name="Line 15">
              <a:extLst>
                <a:ext uri="{FF2B5EF4-FFF2-40B4-BE49-F238E27FC236}">
                  <a16:creationId xmlns:a16="http://schemas.microsoft.com/office/drawing/2014/main" id="{9F82ED93-165F-6CCC-4A1D-3F9361943FFF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flipH="1">
              <a:off x="3200400" y="4978400"/>
              <a:ext cx="533400" cy="77787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" name="Line 16">
              <a:extLst>
                <a:ext uri="{FF2B5EF4-FFF2-40B4-BE49-F238E27FC236}">
                  <a16:creationId xmlns:a16="http://schemas.microsoft.com/office/drawing/2014/main" id="{F5DE4174-D103-C840-49BA-A02157FFC3B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4267200" y="4902200"/>
              <a:ext cx="76200" cy="838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DD9B9DD0-120E-61AD-7637-BC0D52D1C65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4800600" y="4902200"/>
              <a:ext cx="533400" cy="762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" name="Oval 18">
              <a:extLst>
                <a:ext uri="{FF2B5EF4-FFF2-40B4-BE49-F238E27FC236}">
                  <a16:creationId xmlns:a16="http://schemas.microsoft.com/office/drawing/2014/main" id="{680D95DC-EC7E-0265-6FA7-1A9E71743FD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667000" y="57404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87D47165-D786-C7E4-F69C-A75B6E95D8D3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3810000" y="5816600"/>
              <a:ext cx="10668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产品名</a:t>
              </a:r>
            </a:p>
          </p:txBody>
        </p:sp>
        <p:sp>
          <p:nvSpPr>
            <p:cNvPr id="52" name="Oval 20">
              <a:extLst>
                <a:ext uri="{FF2B5EF4-FFF2-40B4-BE49-F238E27FC236}">
                  <a16:creationId xmlns:a16="http://schemas.microsoft.com/office/drawing/2014/main" id="{7264C904-8541-9892-40C6-F1768490104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3810000" y="57404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 Box 21">
              <a:extLst>
                <a:ext uri="{FF2B5EF4-FFF2-40B4-BE49-F238E27FC236}">
                  <a16:creationId xmlns:a16="http://schemas.microsoft.com/office/drawing/2014/main" id="{1620FC98-5598-6944-232D-EF85C5D464F5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4876800" y="58166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价格</a:t>
              </a:r>
            </a:p>
          </p:txBody>
        </p:sp>
        <p:sp>
          <p:nvSpPr>
            <p:cNvPr id="54" name="Oval 22">
              <a:extLst>
                <a:ext uri="{FF2B5EF4-FFF2-40B4-BE49-F238E27FC236}">
                  <a16:creationId xmlns:a16="http://schemas.microsoft.com/office/drawing/2014/main" id="{423D639C-CB34-6EC9-609F-968FF4DEBB1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876800" y="5740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AutoShape 23">
              <a:extLst>
                <a:ext uri="{FF2B5EF4-FFF2-40B4-BE49-F238E27FC236}">
                  <a16:creationId xmlns:a16="http://schemas.microsoft.com/office/drawing/2014/main" id="{2E9B55A1-0C96-F8DB-E10A-979BE8BE4EE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3733800" y="34544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 Box 24">
              <a:extLst>
                <a:ext uri="{FF2B5EF4-FFF2-40B4-BE49-F238E27FC236}">
                  <a16:creationId xmlns:a16="http://schemas.microsoft.com/office/drawing/2014/main" id="{A56FB113-3B44-A60B-6AA5-3F10C8E44327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3886200" y="3530600"/>
              <a:ext cx="966788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仓储</a:t>
              </a:r>
            </a:p>
          </p:txBody>
        </p:sp>
        <p:sp>
          <p:nvSpPr>
            <p:cNvPr id="57" name="Line 25">
              <a:extLst>
                <a:ext uri="{FF2B5EF4-FFF2-40B4-BE49-F238E27FC236}">
                  <a16:creationId xmlns:a16="http://schemas.microsoft.com/office/drawing/2014/main" id="{FC0473B7-AAE2-6164-DC56-970E750CC30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343400" y="40640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8" name="Text Box 26">
              <a:extLst>
                <a:ext uri="{FF2B5EF4-FFF2-40B4-BE49-F238E27FC236}">
                  <a16:creationId xmlns:a16="http://schemas.microsoft.com/office/drawing/2014/main" id="{41E18D85-437F-55D1-6FF9-FAEA03928488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4419600" y="31496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59" name="Text Box 27">
              <a:extLst>
                <a:ext uri="{FF2B5EF4-FFF2-40B4-BE49-F238E27FC236}">
                  <a16:creationId xmlns:a16="http://schemas.microsoft.com/office/drawing/2014/main" id="{86FE9E53-1F82-9361-02F8-FBA9EDBA9884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4419600" y="40640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60" name="Line 28">
              <a:extLst>
                <a:ext uri="{FF2B5EF4-FFF2-40B4-BE49-F238E27FC236}">
                  <a16:creationId xmlns:a16="http://schemas.microsoft.com/office/drawing/2014/main" id="{CCC3985E-B0A1-BD43-01FB-8976226EDAE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267200" y="30734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1" name="Line 29">
              <a:extLst>
                <a:ext uri="{FF2B5EF4-FFF2-40B4-BE49-F238E27FC236}">
                  <a16:creationId xmlns:a16="http://schemas.microsoft.com/office/drawing/2014/main" id="{0334DD07-019B-6B26-1A14-02D90E10FFBB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876800" y="3759200"/>
              <a:ext cx="4572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2" name="Text Box 30">
              <a:extLst>
                <a:ext uri="{FF2B5EF4-FFF2-40B4-BE49-F238E27FC236}">
                  <a16:creationId xmlns:a16="http://schemas.microsoft.com/office/drawing/2014/main" id="{06929ECB-F919-27D5-73AB-F73749E43F0E}"/>
                </a:ext>
              </a:extLst>
            </p:cNvPr>
            <p:cNvSpPr txBox="1"/>
            <p:nvPr>
              <p:custDataLst>
                <p:tags r:id="rId35"/>
              </p:custDataLst>
            </p:nvPr>
          </p:nvSpPr>
          <p:spPr>
            <a:xfrm>
              <a:off x="5334000" y="35306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数量</a:t>
              </a:r>
            </a:p>
          </p:txBody>
        </p:sp>
        <p:sp>
          <p:nvSpPr>
            <p:cNvPr id="63" name="Oval 31">
              <a:extLst>
                <a:ext uri="{FF2B5EF4-FFF2-40B4-BE49-F238E27FC236}">
                  <a16:creationId xmlns:a16="http://schemas.microsoft.com/office/drawing/2014/main" id="{3238A628-8127-A77A-11C3-85307554DE7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334000" y="3454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8242" name="Text Box 2"/>
          <p:cNvSpPr txBox="1"/>
          <p:nvPr/>
        </p:nvSpPr>
        <p:spPr>
          <a:xfrm>
            <a:off x="914400" y="1905000"/>
            <a:ext cx="7391400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339933"/>
              </a:buClr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与该联系相连的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各实体集的码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以及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联系本身的属性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转换为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关系的属性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</a:t>
            </a:r>
            <a:r>
              <a:rPr lang="zh-CN" altLang="en-US" sz="2800" b="1" u="sng" dirty="0">
                <a:latin typeface="Times New Roman" panose="02020603050405020304" pitchFamily="18" charset="0"/>
                <a:ea typeface="楷体" panose="02010609060101010101" charset="-122"/>
              </a:rPr>
              <a:t>新关系的码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为两个相连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实体码的组合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（该码为多属性构成的</a:t>
            </a:r>
            <a:r>
              <a:rPr lang="zh-CN" altLang="en-US" sz="2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</a:rPr>
              <a:t>组合码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1066800" y="834073"/>
            <a:ext cx="518160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m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联系的转换方法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7" r:link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9" r:link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39266" name="Text Box 2"/>
          <p:cNvSpPr txBox="1"/>
          <p:nvPr/>
        </p:nvSpPr>
        <p:spPr>
          <a:xfrm>
            <a:off x="381000" y="69342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例：将含有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二元联系的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图转换为关系模型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8E8AB2C-CB1B-42F6-3ED9-97D8B44C45F6}"/>
              </a:ext>
            </a:extLst>
          </p:cNvPr>
          <p:cNvGrpSpPr/>
          <p:nvPr/>
        </p:nvGrpSpPr>
        <p:grpSpPr>
          <a:xfrm>
            <a:off x="2438400" y="1447800"/>
            <a:ext cx="4267200" cy="4876800"/>
            <a:chOff x="2438400" y="1447800"/>
            <a:chExt cx="4267200" cy="4876800"/>
          </a:xfrm>
        </p:grpSpPr>
        <p:sp>
          <p:nvSpPr>
            <p:cNvPr id="139267" name="Text Box 3"/>
            <p:cNvSpPr txBox="1"/>
            <p:nvPr>
              <p:custDataLst>
                <p:tags r:id="rId4"/>
              </p:custDataLst>
            </p:nvPr>
          </p:nvSpPr>
          <p:spPr>
            <a:xfrm>
              <a:off x="3733800" y="25654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139268" name="Text Box 4"/>
            <p:cNvSpPr txBox="1"/>
            <p:nvPr>
              <p:custDataLst>
                <p:tags r:id="rId5"/>
              </p:custDataLst>
            </p:nvPr>
          </p:nvSpPr>
          <p:spPr>
            <a:xfrm>
              <a:off x="2514600" y="15748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学号*</a:t>
              </a:r>
            </a:p>
          </p:txBody>
        </p:sp>
        <p:sp>
          <p:nvSpPr>
            <p:cNvPr id="139269" name="Line 5"/>
            <p:cNvSpPr/>
            <p:nvPr>
              <p:custDataLst>
                <p:tags r:id="rId6"/>
              </p:custDataLst>
            </p:nvPr>
          </p:nvSpPr>
          <p:spPr>
            <a:xfrm>
              <a:off x="4191000" y="21082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70" name="Line 6"/>
            <p:cNvSpPr/>
            <p:nvPr>
              <p:custDataLst>
                <p:tags r:id="rId7"/>
              </p:custDataLst>
            </p:nvPr>
          </p:nvSpPr>
          <p:spPr>
            <a:xfrm flipH="1">
              <a:off x="44958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71" name="Oval 7"/>
            <p:cNvSpPr/>
            <p:nvPr>
              <p:custDataLst>
                <p:tags r:id="rId8"/>
              </p:custDataLst>
            </p:nvPr>
          </p:nvSpPr>
          <p:spPr>
            <a:xfrm>
              <a:off x="2438400" y="14986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72" name="Text Box 8"/>
            <p:cNvSpPr txBox="1"/>
            <p:nvPr>
              <p:custDataLst>
                <p:tags r:id="rId9"/>
              </p:custDataLst>
            </p:nvPr>
          </p:nvSpPr>
          <p:spPr>
            <a:xfrm>
              <a:off x="3657600" y="1574800"/>
              <a:ext cx="8382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姓名</a:t>
              </a:r>
            </a:p>
          </p:txBody>
        </p:sp>
        <p:sp>
          <p:nvSpPr>
            <p:cNvPr id="139273" name="Oval 9"/>
            <p:cNvSpPr/>
            <p:nvPr>
              <p:custDataLst>
                <p:tags r:id="rId10"/>
              </p:custDataLst>
            </p:nvPr>
          </p:nvSpPr>
          <p:spPr>
            <a:xfrm>
              <a:off x="3581400" y="14986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74" name="Text Box 10"/>
            <p:cNvSpPr txBox="1"/>
            <p:nvPr>
              <p:custDataLst>
                <p:tags r:id="rId11"/>
              </p:custDataLst>
            </p:nvPr>
          </p:nvSpPr>
          <p:spPr>
            <a:xfrm>
              <a:off x="4648200" y="15748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年龄</a:t>
              </a:r>
            </a:p>
          </p:txBody>
        </p:sp>
        <p:sp>
          <p:nvSpPr>
            <p:cNvPr id="139275" name="Oval 11"/>
            <p:cNvSpPr/>
            <p:nvPr>
              <p:custDataLst>
                <p:tags r:id="rId12"/>
              </p:custDataLst>
            </p:nvPr>
          </p:nvSpPr>
          <p:spPr>
            <a:xfrm>
              <a:off x="4648200" y="14986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76" name="Line 12"/>
            <p:cNvSpPr/>
            <p:nvPr>
              <p:custDataLst>
                <p:tags r:id="rId13"/>
              </p:custDataLst>
            </p:nvPr>
          </p:nvSpPr>
          <p:spPr>
            <a:xfrm>
              <a:off x="3276600" y="21082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77" name="Text Box 13"/>
            <p:cNvSpPr txBox="1"/>
            <p:nvPr>
              <p:custDataLst>
                <p:tags r:id="rId14"/>
              </p:custDataLst>
            </p:nvPr>
          </p:nvSpPr>
          <p:spPr>
            <a:xfrm>
              <a:off x="3733800" y="44958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139278" name="Text Box 14"/>
            <p:cNvSpPr txBox="1"/>
            <p:nvPr>
              <p:custDataLst>
                <p:tags r:id="rId15"/>
              </p:custDataLst>
            </p:nvPr>
          </p:nvSpPr>
          <p:spPr>
            <a:xfrm>
              <a:off x="2713112" y="5867980"/>
              <a:ext cx="1066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课程号*</a:t>
              </a:r>
            </a:p>
          </p:txBody>
        </p:sp>
        <p:sp>
          <p:nvSpPr>
            <p:cNvPr id="139279" name="Line 15"/>
            <p:cNvSpPr/>
            <p:nvPr>
              <p:custDataLst>
                <p:tags r:id="rId16"/>
              </p:custDataLst>
            </p:nvPr>
          </p:nvSpPr>
          <p:spPr>
            <a:xfrm flipH="1">
              <a:off x="3200400" y="4953000"/>
              <a:ext cx="533400" cy="77787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80" name="Line 16"/>
            <p:cNvSpPr/>
            <p:nvPr>
              <p:custDataLst>
                <p:tags r:id="rId17"/>
              </p:custDataLst>
            </p:nvPr>
          </p:nvSpPr>
          <p:spPr>
            <a:xfrm>
              <a:off x="4267200" y="4876800"/>
              <a:ext cx="76200" cy="838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81" name="Line 17"/>
            <p:cNvSpPr/>
            <p:nvPr>
              <p:custDataLst>
                <p:tags r:id="rId18"/>
              </p:custDataLst>
            </p:nvPr>
          </p:nvSpPr>
          <p:spPr>
            <a:xfrm>
              <a:off x="4800600" y="4876800"/>
              <a:ext cx="533400" cy="762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82" name="Oval 18"/>
            <p:cNvSpPr/>
            <p:nvPr>
              <p:custDataLst>
                <p:tags r:id="rId19"/>
              </p:custDataLst>
            </p:nvPr>
          </p:nvSpPr>
          <p:spPr>
            <a:xfrm>
              <a:off x="2667000" y="57150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83" name="Text Box 19"/>
            <p:cNvSpPr txBox="1"/>
            <p:nvPr>
              <p:custDataLst>
                <p:tags r:id="rId20"/>
              </p:custDataLst>
            </p:nvPr>
          </p:nvSpPr>
          <p:spPr>
            <a:xfrm>
              <a:off x="3810000" y="5791200"/>
              <a:ext cx="10668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课程名</a:t>
              </a:r>
            </a:p>
          </p:txBody>
        </p:sp>
        <p:sp>
          <p:nvSpPr>
            <p:cNvPr id="139284" name="Oval 20"/>
            <p:cNvSpPr/>
            <p:nvPr>
              <p:custDataLst>
                <p:tags r:id="rId21"/>
              </p:custDataLst>
            </p:nvPr>
          </p:nvSpPr>
          <p:spPr>
            <a:xfrm>
              <a:off x="3810000" y="57150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85" name="Text Box 21"/>
            <p:cNvSpPr txBox="1"/>
            <p:nvPr>
              <p:custDataLst>
                <p:tags r:id="rId22"/>
              </p:custDataLst>
            </p:nvPr>
          </p:nvSpPr>
          <p:spPr>
            <a:xfrm>
              <a:off x="4876800" y="5791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学时数</a:t>
              </a:r>
            </a:p>
          </p:txBody>
        </p:sp>
        <p:sp>
          <p:nvSpPr>
            <p:cNvPr id="139286" name="Oval 22"/>
            <p:cNvSpPr/>
            <p:nvPr>
              <p:custDataLst>
                <p:tags r:id="rId23"/>
              </p:custDataLst>
            </p:nvPr>
          </p:nvSpPr>
          <p:spPr>
            <a:xfrm>
              <a:off x="4876800" y="5715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87" name="AutoShape 23"/>
            <p:cNvSpPr/>
            <p:nvPr>
              <p:custDataLst>
                <p:tags r:id="rId24"/>
              </p:custDataLst>
            </p:nvPr>
          </p:nvSpPr>
          <p:spPr>
            <a:xfrm>
              <a:off x="3733800" y="34290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88" name="Text Box 24"/>
            <p:cNvSpPr txBox="1"/>
            <p:nvPr>
              <p:custDataLst>
                <p:tags r:id="rId25"/>
              </p:custDataLst>
            </p:nvPr>
          </p:nvSpPr>
          <p:spPr>
            <a:xfrm>
              <a:off x="3886200" y="3505200"/>
              <a:ext cx="966788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选修</a:t>
              </a:r>
            </a:p>
          </p:txBody>
        </p:sp>
        <p:sp>
          <p:nvSpPr>
            <p:cNvPr id="139289" name="Line 25"/>
            <p:cNvSpPr/>
            <p:nvPr>
              <p:custDataLst>
                <p:tags r:id="rId26"/>
              </p:custDataLst>
            </p:nvPr>
          </p:nvSpPr>
          <p:spPr>
            <a:xfrm>
              <a:off x="4343400" y="4038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90" name="Text Box 26"/>
            <p:cNvSpPr txBox="1"/>
            <p:nvPr>
              <p:custDataLst>
                <p:tags r:id="rId27"/>
              </p:custDataLst>
            </p:nvPr>
          </p:nvSpPr>
          <p:spPr>
            <a:xfrm>
              <a:off x="4419600" y="31242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139291" name="Text Box 27"/>
            <p:cNvSpPr txBox="1"/>
            <p:nvPr>
              <p:custDataLst>
                <p:tags r:id="rId28"/>
              </p:custDataLst>
            </p:nvPr>
          </p:nvSpPr>
          <p:spPr>
            <a:xfrm>
              <a:off x="4419600" y="40386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39292" name="Line 28"/>
            <p:cNvSpPr/>
            <p:nvPr>
              <p:custDataLst>
                <p:tags r:id="rId29"/>
              </p:custDataLst>
            </p:nvPr>
          </p:nvSpPr>
          <p:spPr>
            <a:xfrm>
              <a:off x="4267200" y="30480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93" name="Line 29"/>
            <p:cNvSpPr/>
            <p:nvPr>
              <p:custDataLst>
                <p:tags r:id="rId30"/>
              </p:custDataLst>
            </p:nvPr>
          </p:nvSpPr>
          <p:spPr>
            <a:xfrm>
              <a:off x="4876800" y="3733800"/>
              <a:ext cx="4572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39294" name="Text Box 30"/>
            <p:cNvSpPr txBox="1"/>
            <p:nvPr>
              <p:custDataLst>
                <p:tags r:id="rId31"/>
              </p:custDataLst>
            </p:nvPr>
          </p:nvSpPr>
          <p:spPr>
            <a:xfrm>
              <a:off x="5334000" y="3505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139295" name="Oval 31"/>
            <p:cNvSpPr/>
            <p:nvPr>
              <p:custDataLst>
                <p:tags r:id="rId32"/>
              </p:custDataLst>
            </p:nvPr>
          </p:nvSpPr>
          <p:spPr>
            <a:xfrm>
              <a:off x="5334000" y="3429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96" name="Text Box 32"/>
            <p:cNvSpPr txBox="1"/>
            <p:nvPr>
              <p:custDataLst>
                <p:tags r:id="rId33"/>
              </p:custDataLst>
            </p:nvPr>
          </p:nvSpPr>
          <p:spPr>
            <a:xfrm>
              <a:off x="5715000" y="15240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性别</a:t>
              </a:r>
            </a:p>
          </p:txBody>
        </p:sp>
        <p:sp>
          <p:nvSpPr>
            <p:cNvPr id="139297" name="Oval 33"/>
            <p:cNvSpPr/>
            <p:nvPr>
              <p:custDataLst>
                <p:tags r:id="rId34"/>
              </p:custDataLst>
            </p:nvPr>
          </p:nvSpPr>
          <p:spPr>
            <a:xfrm>
              <a:off x="5715000" y="14478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298" name="Line 34"/>
            <p:cNvSpPr/>
            <p:nvPr>
              <p:custDataLst>
                <p:tags r:id="rId35"/>
              </p:custDataLst>
            </p:nvPr>
          </p:nvSpPr>
          <p:spPr>
            <a:xfrm flipV="1">
              <a:off x="5029200" y="2057400"/>
              <a:ext cx="914400" cy="5334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8" r:link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0" r:link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0290" name="Text Box 3"/>
          <p:cNvSpPr txBox="1"/>
          <p:nvPr>
            <p:custDataLst>
              <p:tags r:id="rId4"/>
            </p:custDataLst>
          </p:nvPr>
        </p:nvSpPr>
        <p:spPr>
          <a:xfrm>
            <a:off x="395536" y="1700808"/>
            <a:ext cx="4968403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，姓名，年龄，性别）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，课程名，学时数）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选修（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学号，课程号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，成绩）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6059A9-600E-68DB-38D0-A5F8AA4818D4}"/>
              </a:ext>
            </a:extLst>
          </p:cNvPr>
          <p:cNvGrpSpPr/>
          <p:nvPr/>
        </p:nvGrpSpPr>
        <p:grpSpPr>
          <a:xfrm>
            <a:off x="4851467" y="830858"/>
            <a:ext cx="4267200" cy="4876800"/>
            <a:chOff x="2438400" y="1447800"/>
            <a:chExt cx="4267200" cy="4876800"/>
          </a:xfrm>
        </p:grpSpPr>
        <p:sp>
          <p:nvSpPr>
            <p:cNvPr id="38" name="Text Box 3">
              <a:extLst>
                <a:ext uri="{FF2B5EF4-FFF2-40B4-BE49-F238E27FC236}">
                  <a16:creationId xmlns:a16="http://schemas.microsoft.com/office/drawing/2014/main" id="{C2C7404E-FB64-D505-00BB-6E23AA503170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733800" y="25654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39" name="Text Box 4">
              <a:extLst>
                <a:ext uri="{FF2B5EF4-FFF2-40B4-BE49-F238E27FC236}">
                  <a16:creationId xmlns:a16="http://schemas.microsoft.com/office/drawing/2014/main" id="{7454182A-9C8A-71DB-1569-21C4D3E71DC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514600" y="15748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学号*</a:t>
              </a:r>
            </a:p>
          </p:txBody>
        </p:sp>
        <p:sp>
          <p:nvSpPr>
            <p:cNvPr id="40" name="Line 5">
              <a:extLst>
                <a:ext uri="{FF2B5EF4-FFF2-40B4-BE49-F238E27FC236}">
                  <a16:creationId xmlns:a16="http://schemas.microsoft.com/office/drawing/2014/main" id="{138AD451-8C2E-B82B-D29B-14DECE24402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191000" y="21082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1" name="Line 6">
              <a:extLst>
                <a:ext uri="{FF2B5EF4-FFF2-40B4-BE49-F238E27FC236}">
                  <a16:creationId xmlns:a16="http://schemas.microsoft.com/office/drawing/2014/main" id="{66C320EC-C89B-EB6E-2980-3A9F0CCCF3D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flipH="1">
              <a:off x="4495800" y="21336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" name="Oval 7">
              <a:extLst>
                <a:ext uri="{FF2B5EF4-FFF2-40B4-BE49-F238E27FC236}">
                  <a16:creationId xmlns:a16="http://schemas.microsoft.com/office/drawing/2014/main" id="{9F058850-2F28-A7D8-BEB0-FBB41F8E409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438400" y="14986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4FCFB1FD-D98D-D062-F658-2558310D9DA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657600" y="1574800"/>
              <a:ext cx="8382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姓名</a:t>
              </a:r>
            </a:p>
          </p:txBody>
        </p:sp>
        <p:sp>
          <p:nvSpPr>
            <p:cNvPr id="44" name="Oval 9">
              <a:extLst>
                <a:ext uri="{FF2B5EF4-FFF2-40B4-BE49-F238E27FC236}">
                  <a16:creationId xmlns:a16="http://schemas.microsoft.com/office/drawing/2014/main" id="{6E5A3AC3-6987-A566-AFCF-158B586E66A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81400" y="14986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 Box 10">
              <a:extLst>
                <a:ext uri="{FF2B5EF4-FFF2-40B4-BE49-F238E27FC236}">
                  <a16:creationId xmlns:a16="http://schemas.microsoft.com/office/drawing/2014/main" id="{D37D3F4C-1DE2-2B0B-55A9-BD5DAFDCD7F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4648200" y="15748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年龄</a:t>
              </a:r>
            </a:p>
          </p:txBody>
        </p:sp>
        <p:sp>
          <p:nvSpPr>
            <p:cNvPr id="46" name="Oval 11">
              <a:extLst>
                <a:ext uri="{FF2B5EF4-FFF2-40B4-BE49-F238E27FC236}">
                  <a16:creationId xmlns:a16="http://schemas.microsoft.com/office/drawing/2014/main" id="{AC55F538-332B-FB65-3112-862BC0125F1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648200" y="14986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FE04E59C-2485-94B8-8E9B-41EE6EEC8A0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276600" y="21082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" name="Text Box 13">
              <a:extLst>
                <a:ext uri="{FF2B5EF4-FFF2-40B4-BE49-F238E27FC236}">
                  <a16:creationId xmlns:a16="http://schemas.microsoft.com/office/drawing/2014/main" id="{21CBD6AD-3C3C-192D-5943-5BB3B2B08F8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3733800" y="4495800"/>
              <a:ext cx="1295400" cy="3987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id="{63B6C91A-22AC-FC0C-8FD7-54DD097AEDF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713112" y="5867980"/>
              <a:ext cx="1066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课程号*</a:t>
              </a:r>
            </a:p>
          </p:txBody>
        </p:sp>
        <p:sp>
          <p:nvSpPr>
            <p:cNvPr id="50" name="Line 15">
              <a:extLst>
                <a:ext uri="{FF2B5EF4-FFF2-40B4-BE49-F238E27FC236}">
                  <a16:creationId xmlns:a16="http://schemas.microsoft.com/office/drawing/2014/main" id="{70620416-E402-B599-6BFA-231D21ED643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3200400" y="4953000"/>
              <a:ext cx="533400" cy="77787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A4E23845-061A-FA07-998F-2A6D24D181A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267200" y="4876800"/>
              <a:ext cx="76200" cy="838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2" name="Line 17">
              <a:extLst>
                <a:ext uri="{FF2B5EF4-FFF2-40B4-BE49-F238E27FC236}">
                  <a16:creationId xmlns:a16="http://schemas.microsoft.com/office/drawing/2014/main" id="{CB2B4A4D-0A95-B12A-B69F-0BF2EF4712A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4800600" y="4876800"/>
              <a:ext cx="533400" cy="762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" name="Oval 18">
              <a:extLst>
                <a:ext uri="{FF2B5EF4-FFF2-40B4-BE49-F238E27FC236}">
                  <a16:creationId xmlns:a16="http://schemas.microsoft.com/office/drawing/2014/main" id="{E3B66A99-740C-52BC-F0FE-37711529BC8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667000" y="5715000"/>
              <a:ext cx="1066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 Box 19">
              <a:extLst>
                <a:ext uri="{FF2B5EF4-FFF2-40B4-BE49-F238E27FC236}">
                  <a16:creationId xmlns:a16="http://schemas.microsoft.com/office/drawing/2014/main" id="{98EE98E6-2CE0-C44A-7C49-A60E4B62EAF9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3810000" y="5791200"/>
              <a:ext cx="10668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课程名</a:t>
              </a:r>
            </a:p>
          </p:txBody>
        </p:sp>
        <p:sp>
          <p:nvSpPr>
            <p:cNvPr id="55" name="Oval 20">
              <a:extLst>
                <a:ext uri="{FF2B5EF4-FFF2-40B4-BE49-F238E27FC236}">
                  <a16:creationId xmlns:a16="http://schemas.microsoft.com/office/drawing/2014/main" id="{FA4BC87D-C2F6-2B05-48B0-2BED69D9006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3810000" y="5715000"/>
              <a:ext cx="990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 Box 21">
              <a:extLst>
                <a:ext uri="{FF2B5EF4-FFF2-40B4-BE49-F238E27FC236}">
                  <a16:creationId xmlns:a16="http://schemas.microsoft.com/office/drawing/2014/main" id="{8DBB4361-35B1-7903-DAC9-CA79C3EC21A6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4876800" y="5791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学时数</a:t>
              </a:r>
            </a:p>
          </p:txBody>
        </p:sp>
        <p:sp>
          <p:nvSpPr>
            <p:cNvPr id="57" name="Oval 22">
              <a:extLst>
                <a:ext uri="{FF2B5EF4-FFF2-40B4-BE49-F238E27FC236}">
                  <a16:creationId xmlns:a16="http://schemas.microsoft.com/office/drawing/2014/main" id="{1C0255D2-CBE0-A93F-4931-E23AB41EEA7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876800" y="5715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AutoShape 23">
              <a:extLst>
                <a:ext uri="{FF2B5EF4-FFF2-40B4-BE49-F238E27FC236}">
                  <a16:creationId xmlns:a16="http://schemas.microsoft.com/office/drawing/2014/main" id="{84A0E14D-3DBB-3D01-6F98-CBC52AA58E5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3733800" y="34290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4">
              <a:extLst>
                <a:ext uri="{FF2B5EF4-FFF2-40B4-BE49-F238E27FC236}">
                  <a16:creationId xmlns:a16="http://schemas.microsoft.com/office/drawing/2014/main" id="{7D84AEA1-6D22-1FE9-18D3-31AC9266BD0F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3886200" y="3505200"/>
              <a:ext cx="966788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选修</a:t>
              </a:r>
            </a:p>
          </p:txBody>
        </p:sp>
        <p:sp>
          <p:nvSpPr>
            <p:cNvPr id="60" name="Line 25">
              <a:extLst>
                <a:ext uri="{FF2B5EF4-FFF2-40B4-BE49-F238E27FC236}">
                  <a16:creationId xmlns:a16="http://schemas.microsoft.com/office/drawing/2014/main" id="{101E7D07-C303-7AA5-41D6-CFACB7FEA72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343400" y="4038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1" name="Text Box 26">
              <a:extLst>
                <a:ext uri="{FF2B5EF4-FFF2-40B4-BE49-F238E27FC236}">
                  <a16:creationId xmlns:a16="http://schemas.microsoft.com/office/drawing/2014/main" id="{EEB7EF95-B210-18BD-FEE5-82FE6253F894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4419600" y="31242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60B32270-D24E-E956-4533-EC897E7A7339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4419600" y="4038600"/>
              <a:ext cx="3810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63" name="Line 28">
              <a:extLst>
                <a:ext uri="{FF2B5EF4-FFF2-40B4-BE49-F238E27FC236}">
                  <a16:creationId xmlns:a16="http://schemas.microsoft.com/office/drawing/2014/main" id="{997F780E-BBE4-0D35-89DB-BB692911B1F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267200" y="30480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0288" name="Line 29">
              <a:extLst>
                <a:ext uri="{FF2B5EF4-FFF2-40B4-BE49-F238E27FC236}">
                  <a16:creationId xmlns:a16="http://schemas.microsoft.com/office/drawing/2014/main" id="{718CA11F-C6BB-B18E-6BEF-7DAD124F55BE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876800" y="3733800"/>
              <a:ext cx="4572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0289" name="Text Box 30">
              <a:extLst>
                <a:ext uri="{FF2B5EF4-FFF2-40B4-BE49-F238E27FC236}">
                  <a16:creationId xmlns:a16="http://schemas.microsoft.com/office/drawing/2014/main" id="{6C150554-7299-A0BD-E8D1-39505609B02F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5334000" y="35052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140291" name="Oval 31">
              <a:extLst>
                <a:ext uri="{FF2B5EF4-FFF2-40B4-BE49-F238E27FC236}">
                  <a16:creationId xmlns:a16="http://schemas.microsoft.com/office/drawing/2014/main" id="{E5E8292B-60A3-B83B-6854-75C16ADB441B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334000" y="3429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292" name="Text Box 32">
              <a:extLst>
                <a:ext uri="{FF2B5EF4-FFF2-40B4-BE49-F238E27FC236}">
                  <a16:creationId xmlns:a16="http://schemas.microsoft.com/office/drawing/2014/main" id="{7C71043E-FED4-B67A-71C2-85E98BF27FF4}"/>
                </a:ext>
              </a:extLst>
            </p:cNvPr>
            <p:cNvSpPr txBox="1"/>
            <p:nvPr>
              <p:custDataLst>
                <p:tags r:id="rId34"/>
              </p:custDataLst>
            </p:nvPr>
          </p:nvSpPr>
          <p:spPr>
            <a:xfrm>
              <a:off x="5715000" y="1524000"/>
              <a:ext cx="9906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性别</a:t>
              </a:r>
            </a:p>
          </p:txBody>
        </p:sp>
        <p:sp>
          <p:nvSpPr>
            <p:cNvPr id="140293" name="Oval 33">
              <a:extLst>
                <a:ext uri="{FF2B5EF4-FFF2-40B4-BE49-F238E27FC236}">
                  <a16:creationId xmlns:a16="http://schemas.microsoft.com/office/drawing/2014/main" id="{60B885DE-2A54-9A98-CF18-0D1820C4A0DA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5715000" y="14478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294" name="Line 34">
              <a:extLst>
                <a:ext uri="{FF2B5EF4-FFF2-40B4-BE49-F238E27FC236}">
                  <a16:creationId xmlns:a16="http://schemas.microsoft.com/office/drawing/2014/main" id="{A14871BE-C4D3-E293-F5C8-CE6E5265D88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flipV="1">
              <a:off x="5029200" y="2057400"/>
              <a:ext cx="914400" cy="5334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2338" name="Rectangle 2"/>
          <p:cNvSpPr/>
          <p:nvPr/>
        </p:nvSpPr>
        <p:spPr>
          <a:xfrm>
            <a:off x="349077" y="389601"/>
            <a:ext cx="881414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举例：根据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图转换“教学”和“学习”两个联系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B0B7D2F-1BE0-2C37-11FE-7D5E93506DE0}"/>
              </a:ext>
            </a:extLst>
          </p:cNvPr>
          <p:cNvGrpSpPr/>
          <p:nvPr/>
        </p:nvGrpSpPr>
        <p:grpSpPr>
          <a:xfrm>
            <a:off x="1403350" y="1562100"/>
            <a:ext cx="6553200" cy="4724400"/>
            <a:chOff x="1403350" y="1562100"/>
            <a:chExt cx="6553200" cy="4724400"/>
          </a:xfrm>
        </p:grpSpPr>
        <p:sp>
          <p:nvSpPr>
            <p:cNvPr id="142340" name="AutoShape 4"/>
            <p:cNvSpPr/>
            <p:nvPr>
              <p:custDataLst>
                <p:tags r:id="rId4"/>
              </p:custDataLst>
            </p:nvPr>
          </p:nvSpPr>
          <p:spPr>
            <a:xfrm>
              <a:off x="2774950" y="2552700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142341" name="Oval 5"/>
            <p:cNvSpPr/>
            <p:nvPr>
              <p:custDataLst>
                <p:tags r:id="rId5"/>
              </p:custDataLst>
            </p:nvPr>
          </p:nvSpPr>
          <p:spPr>
            <a:xfrm>
              <a:off x="7118350" y="4838700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142342" name="Oval 6"/>
            <p:cNvSpPr/>
            <p:nvPr>
              <p:custDataLst>
                <p:tags r:id="rId6"/>
              </p:custDataLst>
            </p:nvPr>
          </p:nvSpPr>
          <p:spPr>
            <a:xfrm>
              <a:off x="1403350" y="4610100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142343" name="Rectangle 7"/>
            <p:cNvSpPr/>
            <p:nvPr>
              <p:custDataLst>
                <p:tags r:id="rId7"/>
              </p:custDataLst>
            </p:nvPr>
          </p:nvSpPr>
          <p:spPr>
            <a:xfrm>
              <a:off x="2622550" y="1562100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系</a:t>
              </a:r>
            </a:p>
          </p:txBody>
        </p:sp>
        <p:sp>
          <p:nvSpPr>
            <p:cNvPr id="142344" name="Rectangle 8"/>
            <p:cNvSpPr/>
            <p:nvPr>
              <p:custDataLst>
                <p:tags r:id="rId8"/>
              </p:custDataLst>
            </p:nvPr>
          </p:nvSpPr>
          <p:spPr>
            <a:xfrm>
              <a:off x="2546350" y="3619500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教师</a:t>
              </a:r>
            </a:p>
          </p:txBody>
        </p:sp>
        <p:sp>
          <p:nvSpPr>
            <p:cNvPr id="142345" name="Line 9"/>
            <p:cNvSpPr/>
            <p:nvPr>
              <p:custDataLst>
                <p:tags r:id="rId9"/>
              </p:custDataLst>
            </p:nvPr>
          </p:nvSpPr>
          <p:spPr>
            <a:xfrm>
              <a:off x="3232150" y="2095500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46" name="Line 10"/>
            <p:cNvSpPr/>
            <p:nvPr>
              <p:custDataLst>
                <p:tags r:id="rId10"/>
              </p:custDataLst>
            </p:nvPr>
          </p:nvSpPr>
          <p:spPr>
            <a:xfrm>
              <a:off x="3232150" y="3162300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47" name="Text Box 11"/>
            <p:cNvSpPr txBox="1"/>
            <p:nvPr>
              <p:custDataLst>
                <p:tags r:id="rId11"/>
              </p:custDataLst>
            </p:nvPr>
          </p:nvSpPr>
          <p:spPr>
            <a:xfrm>
              <a:off x="3308350" y="2095500"/>
              <a:ext cx="609600" cy="460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42348" name="Text Box 12"/>
            <p:cNvSpPr txBox="1"/>
            <p:nvPr>
              <p:custDataLst>
                <p:tags r:id="rId12"/>
              </p:custDataLst>
            </p:nvPr>
          </p:nvSpPr>
          <p:spPr>
            <a:xfrm>
              <a:off x="3308350" y="3086100"/>
              <a:ext cx="609600" cy="460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dirty="0"/>
                <a:t>m</a:t>
              </a:r>
            </a:p>
          </p:txBody>
        </p:sp>
        <p:sp>
          <p:nvSpPr>
            <p:cNvPr id="142349" name="AutoShape 13"/>
            <p:cNvSpPr/>
            <p:nvPr>
              <p:custDataLst>
                <p:tags r:id="rId13"/>
              </p:custDataLst>
            </p:nvPr>
          </p:nvSpPr>
          <p:spPr>
            <a:xfrm>
              <a:off x="5594350" y="4762500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142350" name="Rectangle 14"/>
            <p:cNvSpPr/>
            <p:nvPr>
              <p:custDataLst>
                <p:tags r:id="rId14"/>
              </p:custDataLst>
            </p:nvPr>
          </p:nvSpPr>
          <p:spPr>
            <a:xfrm>
              <a:off x="5670550" y="3619500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142351" name="Rectangle 15"/>
            <p:cNvSpPr/>
            <p:nvPr>
              <p:custDataLst>
                <p:tags r:id="rId15"/>
              </p:custDataLst>
            </p:nvPr>
          </p:nvSpPr>
          <p:spPr>
            <a:xfrm>
              <a:off x="4146550" y="5753100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142352" name="Line 16"/>
            <p:cNvSpPr/>
            <p:nvPr>
              <p:custDataLst>
                <p:tags r:id="rId16"/>
              </p:custDataLst>
            </p:nvPr>
          </p:nvSpPr>
          <p:spPr>
            <a:xfrm flipH="1">
              <a:off x="6051550" y="4152900"/>
              <a:ext cx="228600" cy="609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53" name="Line 17"/>
            <p:cNvSpPr/>
            <p:nvPr>
              <p:custDataLst>
                <p:tags r:id="rId17"/>
              </p:custDataLst>
            </p:nvPr>
          </p:nvSpPr>
          <p:spPr>
            <a:xfrm flipH="1">
              <a:off x="4832350" y="5372100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54" name="Text Box 18"/>
            <p:cNvSpPr txBox="1"/>
            <p:nvPr>
              <p:custDataLst>
                <p:tags r:id="rId18"/>
              </p:custDataLst>
            </p:nvPr>
          </p:nvSpPr>
          <p:spPr>
            <a:xfrm>
              <a:off x="6203950" y="4305300"/>
              <a:ext cx="609600" cy="460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dirty="0"/>
                <a:t>m</a:t>
              </a:r>
            </a:p>
          </p:txBody>
        </p:sp>
        <p:sp>
          <p:nvSpPr>
            <p:cNvPr id="142355" name="Text Box 19"/>
            <p:cNvSpPr txBox="1"/>
            <p:nvPr>
              <p:custDataLst>
                <p:tags r:id="rId19"/>
              </p:custDataLst>
            </p:nvPr>
          </p:nvSpPr>
          <p:spPr>
            <a:xfrm>
              <a:off x="5289550" y="5143500"/>
              <a:ext cx="609600" cy="460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42356" name="AutoShape 20"/>
            <p:cNvSpPr/>
            <p:nvPr>
              <p:custDataLst>
                <p:tags r:id="rId20"/>
              </p:custDataLst>
            </p:nvPr>
          </p:nvSpPr>
          <p:spPr>
            <a:xfrm>
              <a:off x="3232150" y="4762500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142357" name="Line 21"/>
            <p:cNvSpPr/>
            <p:nvPr>
              <p:custDataLst>
                <p:tags r:id="rId21"/>
              </p:custDataLst>
            </p:nvPr>
          </p:nvSpPr>
          <p:spPr>
            <a:xfrm>
              <a:off x="3232150" y="4152900"/>
              <a:ext cx="457200" cy="609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58" name="Line 22"/>
            <p:cNvSpPr/>
            <p:nvPr>
              <p:custDataLst>
                <p:tags r:id="rId22"/>
              </p:custDataLst>
            </p:nvPr>
          </p:nvSpPr>
          <p:spPr>
            <a:xfrm>
              <a:off x="3689350" y="5372100"/>
              <a:ext cx="10668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59" name="Text Box 23"/>
            <p:cNvSpPr txBox="1"/>
            <p:nvPr>
              <p:custDataLst>
                <p:tags r:id="rId23"/>
              </p:custDataLst>
            </p:nvPr>
          </p:nvSpPr>
          <p:spPr>
            <a:xfrm>
              <a:off x="3460750" y="4229100"/>
              <a:ext cx="609600" cy="460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dirty="0"/>
                <a:t>m</a:t>
              </a:r>
            </a:p>
          </p:txBody>
        </p:sp>
        <p:sp>
          <p:nvSpPr>
            <p:cNvPr id="142360" name="Text Box 24"/>
            <p:cNvSpPr txBox="1"/>
            <p:nvPr>
              <p:custDataLst>
                <p:tags r:id="rId24"/>
              </p:custDataLst>
            </p:nvPr>
          </p:nvSpPr>
          <p:spPr>
            <a:xfrm>
              <a:off x="4070350" y="5219700"/>
              <a:ext cx="609600" cy="460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dirty="0"/>
                <a:t>n</a:t>
              </a:r>
            </a:p>
          </p:txBody>
        </p:sp>
        <p:sp>
          <p:nvSpPr>
            <p:cNvPr id="142361" name="Oval 25"/>
            <p:cNvSpPr/>
            <p:nvPr>
              <p:custDataLst>
                <p:tags r:id="rId25"/>
              </p:custDataLst>
            </p:nvPr>
          </p:nvSpPr>
          <p:spPr>
            <a:xfrm>
              <a:off x="1403350" y="5372100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142362" name="Line 26"/>
            <p:cNvSpPr/>
            <p:nvPr>
              <p:custDataLst>
                <p:tags r:id="rId26"/>
              </p:custDataLst>
            </p:nvPr>
          </p:nvSpPr>
          <p:spPr>
            <a:xfrm>
              <a:off x="2698750" y="4838700"/>
              <a:ext cx="533400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63" name="Line 27"/>
            <p:cNvSpPr/>
            <p:nvPr>
              <p:custDataLst>
                <p:tags r:id="rId27"/>
              </p:custDataLst>
            </p:nvPr>
          </p:nvSpPr>
          <p:spPr>
            <a:xfrm flipV="1">
              <a:off x="2622550" y="5064125"/>
              <a:ext cx="609600" cy="46037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2364" name="Line 28"/>
            <p:cNvSpPr/>
            <p:nvPr>
              <p:custDataLst>
                <p:tags r:id="rId28"/>
              </p:custDataLst>
            </p:nvPr>
          </p:nvSpPr>
          <p:spPr>
            <a:xfrm>
              <a:off x="6508750" y="5067300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C73F401-6CEB-3808-2921-DAD1D13504BE}"/>
              </a:ext>
            </a:extLst>
          </p:cNvPr>
          <p:cNvSpPr txBox="1"/>
          <p:nvPr/>
        </p:nvSpPr>
        <p:spPr>
          <a:xfrm>
            <a:off x="4451350" y="1423336"/>
            <a:ext cx="45720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系（</a:t>
            </a:r>
            <a:r>
              <a:rPr lang="zh-CN" altLang="en-US" sz="1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系代号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，系名称，系主任，办公地点，电话）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教师（</a:t>
            </a:r>
            <a:r>
              <a:rPr lang="zh-CN" altLang="en-US" sz="1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编号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，姓名，专业特长，系代号）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学生（</a:t>
            </a:r>
            <a:r>
              <a:rPr lang="zh-CN" altLang="en-US" sz="1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，姓名，性别，年龄）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课程（</a:t>
            </a:r>
            <a:r>
              <a:rPr lang="zh-CN" altLang="en-US" sz="18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课程号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，课程名，学分）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13A70B-466C-CFE7-542C-9792670071DC}"/>
              </a:ext>
            </a:extLst>
          </p:cNvPr>
          <p:cNvSpPr/>
          <p:nvPr/>
        </p:nvSpPr>
        <p:spPr>
          <a:xfrm>
            <a:off x="3059832" y="4610100"/>
            <a:ext cx="1315318" cy="9525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9F1EFE7-777B-83D7-EBE9-B3EDF2D314D8}"/>
              </a:ext>
            </a:extLst>
          </p:cNvPr>
          <p:cNvSpPr/>
          <p:nvPr/>
        </p:nvSpPr>
        <p:spPr>
          <a:xfrm>
            <a:off x="5377582" y="4570830"/>
            <a:ext cx="1315318" cy="9525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2" r:link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4" r:link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4387" name="Text Box 1027"/>
          <p:cNvSpPr txBox="1"/>
          <p:nvPr>
            <p:custDataLst>
              <p:tags r:id="rId4"/>
            </p:custDataLst>
          </p:nvPr>
        </p:nvSpPr>
        <p:spPr>
          <a:xfrm>
            <a:off x="267157" y="1475571"/>
            <a:ext cx="4304844" cy="50783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系代号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，系名称，系主任，办公地点，电话）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编号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，姓名，专业特长，系代号）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，姓名，性别，年龄）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，课程名，学分）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学习（</a:t>
            </a:r>
            <a:r>
              <a:rPr lang="zh-CN" alt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学号，课程号</a:t>
            </a: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，成绩）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教学（</a:t>
            </a:r>
            <a:r>
              <a:rPr lang="zh-CN" alt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教师编号，课程号</a:t>
            </a: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，学生评估，学院评估）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A4065C-4F77-0C18-D17B-A399945B83B8}"/>
              </a:ext>
            </a:extLst>
          </p:cNvPr>
          <p:cNvGrpSpPr/>
          <p:nvPr/>
        </p:nvGrpSpPr>
        <p:grpSpPr>
          <a:xfrm>
            <a:off x="4798637" y="1628799"/>
            <a:ext cx="4304843" cy="4605593"/>
            <a:chOff x="1403350" y="1562100"/>
            <a:chExt cx="6553200" cy="4724400"/>
          </a:xfrm>
        </p:grpSpPr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01F63419-91B3-E0DA-73D1-37189BEAAE3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774950" y="2552700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76F2B301-E7E0-D6FB-AB77-E78617FEFBF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118350" y="4838700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4ECFFEF3-7B21-00D5-9877-0777DE7D2C5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403350" y="4610100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AC15E6-B8DE-F9F7-7356-4907403F80B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622550" y="1562100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系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12DF2C-729B-E168-5028-E2EA2FE257E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546350" y="3619500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教师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38FE54E-C975-2970-5D60-6CC9CAC6206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232150" y="2095500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9A8D682-AA96-C97F-70B7-A84E24D5422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232150" y="3162300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FE03DAB3-D72A-63BD-58F5-331EDD91D64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3308351" y="2095500"/>
              <a:ext cx="609600" cy="3500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11BB0C90-1D3F-DF68-4E9E-A8497FFECA0A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3308351" y="3086100"/>
              <a:ext cx="609600" cy="3500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sz="1600" dirty="0"/>
                <a:t>m</a:t>
              </a:r>
            </a:p>
          </p:txBody>
        </p:sp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C963A142-64CB-3634-F7C7-26F2D64FCF5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594350" y="4762500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F22BDA-4AA4-F01B-5485-B26447AD4E8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670550" y="3619500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7F1D73-DDFC-40E6-2F8A-4791081F536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146550" y="5753100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7F7A3DEB-1E64-A692-CE52-F52AE0271D8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6051550" y="4152900"/>
              <a:ext cx="228600" cy="609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4FA3F2B1-7B8B-54F2-34D0-9BD100F4A13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flipH="1">
              <a:off x="4832350" y="5372100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02DA61E6-CD69-1320-8487-52491357586A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6203949" y="4305300"/>
              <a:ext cx="609600" cy="3500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sz="1600" dirty="0"/>
                <a:t>m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0E17CE39-ABFB-D95F-C450-6FD6E0CE21CB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5289550" y="5143500"/>
              <a:ext cx="609600" cy="3500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1" name="AutoShape 20">
              <a:extLst>
                <a:ext uri="{FF2B5EF4-FFF2-40B4-BE49-F238E27FC236}">
                  <a16:creationId xmlns:a16="http://schemas.microsoft.com/office/drawing/2014/main" id="{BD5B7D51-9079-394C-4A83-2725C19744E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3232150" y="4762500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B9374A2A-9DC7-2F2C-55C2-69AE1D06F40B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3232150" y="4152900"/>
              <a:ext cx="457200" cy="609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0BF8C072-FD92-2446-318A-18D4522C844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689350" y="5372100"/>
              <a:ext cx="10668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242EC2A3-37C3-63E1-6633-C8FF7BCBE030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3460749" y="4229100"/>
              <a:ext cx="609600" cy="3500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sz="1600" dirty="0"/>
                <a:t>m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BFE22980-85A3-F614-A346-6BDAC26B80DD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4070350" y="5219700"/>
              <a:ext cx="609600" cy="3500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buClrTx/>
                <a:buSzTx/>
                <a:buFontTx/>
                <a:defRPr kumimoji="1" b="1">
                  <a:latin typeface="Times New Roman" panose="02020603050405020304" pitchFamily="18" charset="0"/>
                  <a:ea typeface="楷体" panose="0201060906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</a:defRPr>
              </a:lvl5pPr>
            </a:lstStyle>
            <a:p>
              <a:r>
                <a:rPr lang="en-US" altLang="zh-CN" sz="1600" dirty="0"/>
                <a:t>n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E6243D-7110-C9D6-7393-84CD2E14085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403350" y="5372100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EDCBB697-45B6-84D6-9143-84676A7D9A2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2698750" y="4838700"/>
              <a:ext cx="533400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84F84010-B645-B43B-CAAC-8F26B4902E1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flipV="1">
              <a:off x="2622550" y="5064125"/>
              <a:ext cx="609600" cy="46037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908793C5-1E03-A466-AB1D-44ADB9B08125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6508750" y="5067300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  <p:sp>
        <p:nvSpPr>
          <p:cNvPr id="30" name="Rectangle 2">
            <a:extLst>
              <a:ext uri="{FF2B5EF4-FFF2-40B4-BE49-F238E27FC236}">
                <a16:creationId xmlns:a16="http://schemas.microsoft.com/office/drawing/2014/main" id="{686B4A2F-302C-0382-9961-F98EAED7D317}"/>
              </a:ext>
            </a:extLst>
          </p:cNvPr>
          <p:cNvSpPr/>
          <p:nvPr/>
        </p:nvSpPr>
        <p:spPr>
          <a:xfrm>
            <a:off x="349077" y="389601"/>
            <a:ext cx="881414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举例：根据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图转换“教学”和“学习”两个联系</a:t>
            </a: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0" r:link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2" r:link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-130698" y="525639"/>
            <a:ext cx="9405396" cy="116998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举例：库存销售信息管理系统的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模型及转换</a:t>
            </a:r>
          </a:p>
        </p:txBody>
      </p:sp>
      <p:sp>
        <p:nvSpPr>
          <p:cNvPr id="141315" name="Rectangle 4"/>
          <p:cNvSpPr/>
          <p:nvPr>
            <p:custDataLst>
              <p:tags r:id="rId4"/>
            </p:custDataLst>
          </p:nvPr>
        </p:nvSpPr>
        <p:spPr>
          <a:xfrm>
            <a:off x="3926657" y="5059834"/>
            <a:ext cx="336550" cy="598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P</a:t>
            </a:r>
          </a:p>
        </p:txBody>
      </p:sp>
      <p:sp>
        <p:nvSpPr>
          <p:cNvPr id="141316" name="Text Box 6"/>
          <p:cNvSpPr txBox="1"/>
          <p:nvPr/>
        </p:nvSpPr>
        <p:spPr>
          <a:xfrm>
            <a:off x="35496" y="3264372"/>
            <a:ext cx="461963" cy="5984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141317" name="Text Box 7"/>
          <p:cNvSpPr txBox="1"/>
          <p:nvPr/>
        </p:nvSpPr>
        <p:spPr>
          <a:xfrm>
            <a:off x="1793057" y="1560984"/>
            <a:ext cx="461963" cy="598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ctr"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仓位</a:t>
            </a:r>
          </a:p>
        </p:txBody>
      </p:sp>
      <p:sp>
        <p:nvSpPr>
          <p:cNvPr id="141318" name="Text Box 8"/>
          <p:cNvSpPr txBox="1"/>
          <p:nvPr/>
        </p:nvSpPr>
        <p:spPr>
          <a:xfrm>
            <a:off x="1774007" y="4461347"/>
            <a:ext cx="461963" cy="5984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</a:t>
            </a:r>
          </a:p>
        </p:txBody>
      </p:sp>
      <p:sp>
        <p:nvSpPr>
          <p:cNvPr id="141319" name="Text Box 9"/>
          <p:cNvSpPr txBox="1"/>
          <p:nvPr/>
        </p:nvSpPr>
        <p:spPr>
          <a:xfrm>
            <a:off x="3791720" y="3064347"/>
            <a:ext cx="461962" cy="5984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ctr"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客户</a:t>
            </a:r>
          </a:p>
        </p:txBody>
      </p:sp>
      <p:sp>
        <p:nvSpPr>
          <p:cNvPr id="141320" name="Text Box 10"/>
          <p:cNvSpPr txBox="1"/>
          <p:nvPr/>
        </p:nvSpPr>
        <p:spPr>
          <a:xfrm>
            <a:off x="3725362" y="5458614"/>
            <a:ext cx="575945" cy="81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销售员</a:t>
            </a:r>
          </a:p>
        </p:txBody>
      </p:sp>
      <p:sp>
        <p:nvSpPr>
          <p:cNvPr id="141321" name="AutoShape 11"/>
          <p:cNvSpPr/>
          <p:nvPr/>
        </p:nvSpPr>
        <p:spPr>
          <a:xfrm>
            <a:off x="1707332" y="3064347"/>
            <a:ext cx="690563" cy="798512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存储</a:t>
            </a:r>
          </a:p>
        </p:txBody>
      </p:sp>
      <p:sp>
        <p:nvSpPr>
          <p:cNvPr id="141322" name="AutoShape 12"/>
          <p:cNvSpPr/>
          <p:nvPr/>
        </p:nvSpPr>
        <p:spPr>
          <a:xfrm>
            <a:off x="2648720" y="3064347"/>
            <a:ext cx="692150" cy="798512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出库</a:t>
            </a:r>
          </a:p>
        </p:txBody>
      </p:sp>
      <p:sp>
        <p:nvSpPr>
          <p:cNvPr id="141323" name="AutoShape 13"/>
          <p:cNvSpPr/>
          <p:nvPr/>
        </p:nvSpPr>
        <p:spPr>
          <a:xfrm>
            <a:off x="2715395" y="4461347"/>
            <a:ext cx="692150" cy="796925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订单</a:t>
            </a:r>
          </a:p>
        </p:txBody>
      </p:sp>
      <p:sp>
        <p:nvSpPr>
          <p:cNvPr id="141324" name="AutoShape 14"/>
          <p:cNvSpPr/>
          <p:nvPr/>
        </p:nvSpPr>
        <p:spPr>
          <a:xfrm>
            <a:off x="764357" y="3064347"/>
            <a:ext cx="692150" cy="798512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3600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入库</a:t>
            </a:r>
          </a:p>
        </p:txBody>
      </p:sp>
      <p:sp>
        <p:nvSpPr>
          <p:cNvPr id="141325" name="Freeform 15"/>
          <p:cNvSpPr/>
          <p:nvPr>
            <p:custDataLst>
              <p:tags r:id="rId5"/>
            </p:custDataLst>
          </p:nvPr>
        </p:nvSpPr>
        <p:spPr>
          <a:xfrm>
            <a:off x="2042295" y="2167409"/>
            <a:ext cx="0" cy="901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</a:cxnLst>
            <a:rect l="0" t="0" r="0" b="0"/>
            <a:pathLst>
              <a:path w="1" h="705">
                <a:moveTo>
                  <a:pt x="0" y="0"/>
                </a:moveTo>
                <a:lnTo>
                  <a:pt x="0" y="705"/>
                </a:lnTo>
              </a:path>
            </a:pathLst>
          </a:custGeom>
          <a:noFill/>
          <a:ln w="9525" cap="flat" cmpd="sng">
            <a:solidFill>
              <a:srgbClr val="92D05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26" name="Line 16"/>
          <p:cNvSpPr/>
          <p:nvPr/>
        </p:nvSpPr>
        <p:spPr>
          <a:xfrm>
            <a:off x="2023245" y="3812059"/>
            <a:ext cx="0" cy="598488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27" name="Line 17"/>
          <p:cNvSpPr/>
          <p:nvPr/>
        </p:nvSpPr>
        <p:spPr>
          <a:xfrm flipV="1">
            <a:off x="506984" y="3464396"/>
            <a:ext cx="268486" cy="17465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28" name="Line 18"/>
          <p:cNvSpPr/>
          <p:nvPr/>
        </p:nvSpPr>
        <p:spPr>
          <a:xfrm>
            <a:off x="3321820" y="3464397"/>
            <a:ext cx="460375" cy="0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29" name="Line 19"/>
          <p:cNvSpPr/>
          <p:nvPr/>
        </p:nvSpPr>
        <p:spPr>
          <a:xfrm flipH="1">
            <a:off x="2255020" y="3812059"/>
            <a:ext cx="692150" cy="796925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30" name="Freeform 20"/>
          <p:cNvSpPr/>
          <p:nvPr>
            <p:custDataLst>
              <p:tags r:id="rId6"/>
            </p:custDataLst>
          </p:nvPr>
        </p:nvSpPr>
        <p:spPr>
          <a:xfrm>
            <a:off x="2243907" y="4851872"/>
            <a:ext cx="500063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780" h="1">
                <a:moveTo>
                  <a:pt x="0" y="0"/>
                </a:moveTo>
                <a:lnTo>
                  <a:pt x="780" y="0"/>
                </a:lnTo>
              </a:path>
            </a:pathLst>
          </a:custGeom>
          <a:noFill/>
          <a:ln w="9525" cap="flat" cmpd="sng">
            <a:solidFill>
              <a:srgbClr val="92D05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31" name="Line 21"/>
          <p:cNvSpPr/>
          <p:nvPr/>
        </p:nvSpPr>
        <p:spPr>
          <a:xfrm>
            <a:off x="3059882" y="5247799"/>
            <a:ext cx="1001713" cy="210498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32" name="Line 22"/>
          <p:cNvSpPr/>
          <p:nvPr/>
        </p:nvSpPr>
        <p:spPr>
          <a:xfrm flipV="1">
            <a:off x="1100907" y="1867372"/>
            <a:ext cx="673100" cy="1196975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33" name="Line 23"/>
          <p:cNvSpPr/>
          <p:nvPr/>
        </p:nvSpPr>
        <p:spPr>
          <a:xfrm>
            <a:off x="2245495" y="1867372"/>
            <a:ext cx="739775" cy="1196975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34" name="Line 24"/>
          <p:cNvSpPr/>
          <p:nvPr/>
        </p:nvSpPr>
        <p:spPr>
          <a:xfrm>
            <a:off x="1100907" y="3812059"/>
            <a:ext cx="692150" cy="796925"/>
          </a:xfrm>
          <a:prstGeom prst="line">
            <a:avLst/>
          </a:prstGeom>
          <a:ln w="9525" cap="flat" cmpd="sng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1335" name="Freeform 25"/>
          <p:cNvSpPr/>
          <p:nvPr>
            <p:custDataLst>
              <p:tags r:id="rId7"/>
            </p:custDataLst>
          </p:nvPr>
        </p:nvSpPr>
        <p:spPr>
          <a:xfrm>
            <a:off x="3059882" y="3662834"/>
            <a:ext cx="971550" cy="8255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0" t="0" r="0" b="0"/>
            <a:pathLst>
              <a:path w="1515" h="645">
                <a:moveTo>
                  <a:pt x="0" y="645"/>
                </a:moveTo>
                <a:lnTo>
                  <a:pt x="1515" y="0"/>
                </a:lnTo>
              </a:path>
            </a:pathLst>
          </a:custGeom>
          <a:noFill/>
          <a:ln w="9525" cap="flat" cmpd="sng">
            <a:solidFill>
              <a:srgbClr val="92D05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37" name="Rectangle 27"/>
          <p:cNvSpPr/>
          <p:nvPr>
            <p:custDataLst>
              <p:tags r:id="rId8"/>
            </p:custDataLst>
          </p:nvPr>
        </p:nvSpPr>
        <p:spPr>
          <a:xfrm>
            <a:off x="1437457" y="1668934"/>
            <a:ext cx="336550" cy="598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41338" name="Rectangle 28"/>
          <p:cNvSpPr/>
          <p:nvPr>
            <p:custDataLst>
              <p:tags r:id="rId9"/>
            </p:custDataLst>
          </p:nvPr>
        </p:nvSpPr>
        <p:spPr>
          <a:xfrm>
            <a:off x="2245495" y="1668934"/>
            <a:ext cx="365125" cy="6127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41339" name="Rectangle 29"/>
          <p:cNvSpPr/>
          <p:nvPr>
            <p:custDataLst>
              <p:tags r:id="rId10"/>
            </p:custDataLst>
          </p:nvPr>
        </p:nvSpPr>
        <p:spPr>
          <a:xfrm>
            <a:off x="1345382" y="4423411"/>
            <a:ext cx="336550" cy="598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P</a:t>
            </a:r>
          </a:p>
        </p:txBody>
      </p:sp>
      <p:sp>
        <p:nvSpPr>
          <p:cNvPr id="141340" name="Rectangle 30"/>
          <p:cNvSpPr/>
          <p:nvPr>
            <p:custDataLst>
              <p:tags r:id="rId11"/>
            </p:custDataLst>
          </p:nvPr>
        </p:nvSpPr>
        <p:spPr>
          <a:xfrm>
            <a:off x="1975620" y="2267422"/>
            <a:ext cx="336550" cy="5984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41342" name="Rectangle 32"/>
          <p:cNvSpPr/>
          <p:nvPr>
            <p:custDataLst>
              <p:tags r:id="rId12"/>
            </p:custDataLst>
          </p:nvPr>
        </p:nvSpPr>
        <p:spPr>
          <a:xfrm>
            <a:off x="2312170" y="4334322"/>
            <a:ext cx="336550" cy="3984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P</a:t>
            </a:r>
          </a:p>
        </p:txBody>
      </p:sp>
      <p:sp>
        <p:nvSpPr>
          <p:cNvPr id="141343" name="Rectangle 33"/>
          <p:cNvSpPr/>
          <p:nvPr>
            <p:custDataLst>
              <p:tags r:id="rId13"/>
            </p:custDataLst>
          </p:nvPr>
        </p:nvSpPr>
        <p:spPr>
          <a:xfrm>
            <a:off x="2177232" y="4859809"/>
            <a:ext cx="336550" cy="598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41344" name="Rectangle 34"/>
          <p:cNvSpPr/>
          <p:nvPr>
            <p:custDataLst>
              <p:tags r:id="rId14"/>
            </p:custDataLst>
          </p:nvPr>
        </p:nvSpPr>
        <p:spPr>
          <a:xfrm>
            <a:off x="3859982" y="3662834"/>
            <a:ext cx="334963" cy="598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41345" name="Rectangle 35"/>
          <p:cNvSpPr/>
          <p:nvPr>
            <p:custDataLst>
              <p:tags r:id="rId15"/>
            </p:custDataLst>
          </p:nvPr>
        </p:nvSpPr>
        <p:spPr>
          <a:xfrm>
            <a:off x="3523432" y="3064347"/>
            <a:ext cx="336550" cy="5984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41357" name="Rectangle 39"/>
          <p:cNvSpPr/>
          <p:nvPr>
            <p:custDataLst>
              <p:tags r:id="rId16"/>
            </p:custDataLst>
          </p:nvPr>
        </p:nvSpPr>
        <p:spPr>
          <a:xfrm>
            <a:off x="4834707" y="1484784"/>
            <a:ext cx="4267200" cy="167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，车间名，主任名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             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产品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产品号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，产品名，单价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            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仓位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仓位号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，地址，主任名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             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客户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客户号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，客户名，联系人，电话， 地址，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税号，账号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销售员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销售员号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，姓名，性别，学历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业绩）</a:t>
            </a:r>
          </a:p>
        </p:txBody>
      </p:sp>
      <p:sp>
        <p:nvSpPr>
          <p:cNvPr id="141347" name="Text Box 40"/>
          <p:cNvSpPr txBox="1"/>
          <p:nvPr>
            <p:custDataLst>
              <p:tags r:id="rId17"/>
            </p:custDataLst>
          </p:nvPr>
        </p:nvSpPr>
        <p:spPr>
          <a:xfrm>
            <a:off x="3585345" y="1589724"/>
            <a:ext cx="114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</a:t>
            </a:r>
          </a:p>
        </p:txBody>
      </p:sp>
      <p:sp>
        <p:nvSpPr>
          <p:cNvPr id="141349" name="Oval 42"/>
          <p:cNvSpPr/>
          <p:nvPr>
            <p:custDataLst>
              <p:tags r:id="rId18"/>
            </p:custDataLst>
          </p:nvPr>
        </p:nvSpPr>
        <p:spPr>
          <a:xfrm>
            <a:off x="719907" y="2932584"/>
            <a:ext cx="838200" cy="1066800"/>
          </a:xfrm>
          <a:prstGeom prst="ellipse">
            <a:avLst/>
          </a:prstGeom>
          <a:noFill/>
          <a:ln w="254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50" name="Oval 43"/>
          <p:cNvSpPr/>
          <p:nvPr>
            <p:custDataLst>
              <p:tags r:id="rId19"/>
            </p:custDataLst>
          </p:nvPr>
        </p:nvSpPr>
        <p:spPr>
          <a:xfrm>
            <a:off x="2624907" y="4304184"/>
            <a:ext cx="838200" cy="1066800"/>
          </a:xfrm>
          <a:prstGeom prst="ellipse">
            <a:avLst/>
          </a:prstGeom>
          <a:noFill/>
          <a:ln w="254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51" name="Oval 44"/>
          <p:cNvSpPr/>
          <p:nvPr>
            <p:custDataLst>
              <p:tags r:id="rId20"/>
            </p:custDataLst>
          </p:nvPr>
        </p:nvSpPr>
        <p:spPr>
          <a:xfrm>
            <a:off x="2548707" y="3004339"/>
            <a:ext cx="838200" cy="1066800"/>
          </a:xfrm>
          <a:prstGeom prst="ellipse">
            <a:avLst/>
          </a:prstGeom>
          <a:noFill/>
          <a:ln w="254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52" name="Rectangle 45"/>
          <p:cNvSpPr/>
          <p:nvPr>
            <p:custDataLst>
              <p:tags r:id="rId21"/>
            </p:custDataLst>
          </p:nvPr>
        </p:nvSpPr>
        <p:spPr>
          <a:xfrm>
            <a:off x="4871219" y="3618384"/>
            <a:ext cx="4267200" cy="26530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入库（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入库单号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入库量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入库日期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经手人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    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车间号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仓位号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产品号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出库（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出库单号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，出库量，出库日期，经手人，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客户号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产品名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仓位号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订单（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订单号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，数量，折扣，总价，订单日期，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产品号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客户号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销售员号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 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存储（</a:t>
            </a:r>
            <a:r>
              <a:rPr lang="zh-CN" altLang="en-US" sz="1600" u="sng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仓位号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u="sng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产品号</a:t>
            </a:r>
            <a:r>
              <a:rPr lang="en-US" altLang="zh-CN" sz="1600" u="sng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核对日期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核对员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存储量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141353" name="AutoShape 46"/>
          <p:cNvSpPr/>
          <p:nvPr>
            <p:custDataLst>
              <p:tags r:id="rId22"/>
            </p:custDataLst>
          </p:nvPr>
        </p:nvSpPr>
        <p:spPr>
          <a:xfrm>
            <a:off x="3615507" y="4380384"/>
            <a:ext cx="1143000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354" name="Text Box 47"/>
          <p:cNvSpPr txBox="1"/>
          <p:nvPr>
            <p:custDataLst>
              <p:tags r:id="rId23"/>
            </p:custDataLst>
          </p:nvPr>
        </p:nvSpPr>
        <p:spPr>
          <a:xfrm>
            <a:off x="3691706" y="4012704"/>
            <a:ext cx="8683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</a:t>
            </a:r>
          </a:p>
        </p:txBody>
      </p:sp>
      <p:sp>
        <p:nvSpPr>
          <p:cNvPr id="141355" name="Oval 48"/>
          <p:cNvSpPr/>
          <p:nvPr>
            <p:custDataLst>
              <p:tags r:id="rId24"/>
            </p:custDataLst>
          </p:nvPr>
        </p:nvSpPr>
        <p:spPr>
          <a:xfrm>
            <a:off x="1650182" y="2932584"/>
            <a:ext cx="838200" cy="1066800"/>
          </a:xfrm>
          <a:prstGeom prst="ellipse">
            <a:avLst/>
          </a:prstGeom>
          <a:noFill/>
          <a:ln w="254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B346C527-B1D4-F204-4D43-08C923317BB2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16329" y="3015930"/>
            <a:ext cx="528636" cy="38258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BB24B0F6-4B73-6E95-76F4-F0741DA23AD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982845" y="4082890"/>
            <a:ext cx="336550" cy="34052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4" name="AutoShape 46">
            <a:extLst>
              <a:ext uri="{FF2B5EF4-FFF2-40B4-BE49-F238E27FC236}">
                <a16:creationId xmlns:a16="http://schemas.microsoft.com/office/drawing/2014/main" id="{E4FBCBFF-5EE6-3F99-6A83-C82C4F29E409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473805" y="1951674"/>
            <a:ext cx="1143000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7" r:link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9" r:link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5410" name="Text Box 2"/>
          <p:cNvSpPr txBox="1"/>
          <p:nvPr/>
        </p:nvSpPr>
        <p:spPr>
          <a:xfrm>
            <a:off x="435652" y="1195392"/>
            <a:ext cx="8279133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解释下列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E—R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模型图中各图形和线条代表的含义，并将其转化为关系模式。</a:t>
            </a:r>
          </a:p>
        </p:txBody>
      </p:sp>
      <p:sp>
        <p:nvSpPr>
          <p:cNvPr id="145415" name="Rectangle 5"/>
          <p:cNvSpPr/>
          <p:nvPr>
            <p:custDataLst>
              <p:tags r:id="rId4"/>
            </p:custDataLst>
          </p:nvPr>
        </p:nvSpPr>
        <p:spPr>
          <a:xfrm>
            <a:off x="4144174" y="4513342"/>
            <a:ext cx="782320" cy="6051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45416" name="Rectangle 6"/>
          <p:cNvSpPr/>
          <p:nvPr>
            <p:custDataLst>
              <p:tags r:id="rId5"/>
            </p:custDataLst>
          </p:nvPr>
        </p:nvSpPr>
        <p:spPr>
          <a:xfrm>
            <a:off x="4047019" y="3321177"/>
            <a:ext cx="782320" cy="6051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45417" name="Rectangle 7"/>
          <p:cNvSpPr/>
          <p:nvPr>
            <p:custDataLst>
              <p:tags r:id="rId6"/>
            </p:custDataLst>
          </p:nvPr>
        </p:nvSpPr>
        <p:spPr>
          <a:xfrm>
            <a:off x="3913832" y="3286522"/>
            <a:ext cx="1952635" cy="4876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学  生</a:t>
            </a:r>
          </a:p>
        </p:txBody>
      </p:sp>
      <p:sp>
        <p:nvSpPr>
          <p:cNvPr id="145418" name="Rectangle 8"/>
          <p:cNvSpPr/>
          <p:nvPr>
            <p:custDataLst>
              <p:tags r:id="rId7"/>
            </p:custDataLst>
          </p:nvPr>
        </p:nvSpPr>
        <p:spPr>
          <a:xfrm>
            <a:off x="3783494" y="5018167"/>
            <a:ext cx="2455545" cy="4876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课 程</a:t>
            </a:r>
          </a:p>
        </p:txBody>
      </p:sp>
      <p:sp>
        <p:nvSpPr>
          <p:cNvPr id="145419" name="AutoShape 9"/>
          <p:cNvSpPr/>
          <p:nvPr>
            <p:custDataLst>
              <p:tags r:id="rId8"/>
            </p:custDataLst>
          </p:nvPr>
        </p:nvSpPr>
        <p:spPr>
          <a:xfrm>
            <a:off x="3832389" y="3974862"/>
            <a:ext cx="2021840" cy="740410"/>
          </a:xfrm>
          <a:prstGeom prst="diamon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选课</a:t>
            </a:r>
          </a:p>
        </p:txBody>
      </p:sp>
      <p:sp>
        <p:nvSpPr>
          <p:cNvPr id="145420" name="Oval 10"/>
          <p:cNvSpPr/>
          <p:nvPr>
            <p:custDataLst>
              <p:tags r:id="rId9"/>
            </p:custDataLst>
          </p:nvPr>
        </p:nvSpPr>
        <p:spPr>
          <a:xfrm>
            <a:off x="1907704" y="6043057"/>
            <a:ext cx="1896745" cy="55499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145421" name="Oval 11"/>
          <p:cNvSpPr/>
          <p:nvPr>
            <p:custDataLst>
              <p:tags r:id="rId10"/>
            </p:custDataLst>
          </p:nvPr>
        </p:nvSpPr>
        <p:spPr>
          <a:xfrm>
            <a:off x="3973994" y="6026547"/>
            <a:ext cx="2066925" cy="55499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课程号*</a:t>
            </a:r>
          </a:p>
        </p:txBody>
      </p:sp>
      <p:sp>
        <p:nvSpPr>
          <p:cNvPr id="145422" name="Oval 12"/>
          <p:cNvSpPr/>
          <p:nvPr>
            <p:custDataLst>
              <p:tags r:id="rId11"/>
            </p:custDataLst>
          </p:nvPr>
        </p:nvSpPr>
        <p:spPr>
          <a:xfrm>
            <a:off x="6235229" y="6009402"/>
            <a:ext cx="1973580" cy="55499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课程名</a:t>
            </a:r>
          </a:p>
        </p:txBody>
      </p:sp>
      <p:sp>
        <p:nvSpPr>
          <p:cNvPr id="145423" name="Oval 13"/>
          <p:cNvSpPr/>
          <p:nvPr>
            <p:custDataLst>
              <p:tags r:id="rId12"/>
            </p:custDataLst>
          </p:nvPr>
        </p:nvSpPr>
        <p:spPr>
          <a:xfrm>
            <a:off x="6002992" y="2285444"/>
            <a:ext cx="1653540" cy="571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145424" name="Oval 14"/>
          <p:cNvSpPr/>
          <p:nvPr>
            <p:custDataLst>
              <p:tags r:id="rId13"/>
            </p:custDataLst>
          </p:nvPr>
        </p:nvSpPr>
        <p:spPr>
          <a:xfrm>
            <a:off x="2304900" y="2313242"/>
            <a:ext cx="1774825" cy="55499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145425" name="Oval 15"/>
          <p:cNvSpPr/>
          <p:nvPr>
            <p:custDataLst>
              <p:tags r:id="rId14"/>
            </p:custDataLst>
          </p:nvPr>
        </p:nvSpPr>
        <p:spPr>
          <a:xfrm>
            <a:off x="4139902" y="2276872"/>
            <a:ext cx="1726565" cy="58864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145426" name="Line 16"/>
          <p:cNvSpPr/>
          <p:nvPr>
            <p:custDataLst>
              <p:tags r:id="rId15"/>
            </p:custDataLst>
          </p:nvPr>
        </p:nvSpPr>
        <p:spPr>
          <a:xfrm>
            <a:off x="4829339" y="3774202"/>
            <a:ext cx="0" cy="23558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27" name="Line 17"/>
          <p:cNvSpPr/>
          <p:nvPr>
            <p:custDataLst>
              <p:tags r:id="rId16"/>
            </p:custDataLst>
          </p:nvPr>
        </p:nvSpPr>
        <p:spPr>
          <a:xfrm>
            <a:off x="4849659" y="4715272"/>
            <a:ext cx="3810" cy="30289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28" name="Line 18"/>
          <p:cNvSpPr/>
          <p:nvPr>
            <p:custDataLst>
              <p:tags r:id="rId17"/>
            </p:custDataLst>
          </p:nvPr>
        </p:nvSpPr>
        <p:spPr>
          <a:xfrm>
            <a:off x="4926494" y="5505212"/>
            <a:ext cx="0" cy="5213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29" name="Line 19"/>
          <p:cNvSpPr/>
          <p:nvPr>
            <p:custDataLst>
              <p:tags r:id="rId18"/>
            </p:custDataLst>
          </p:nvPr>
        </p:nvSpPr>
        <p:spPr>
          <a:xfrm flipH="1">
            <a:off x="3050069" y="5505212"/>
            <a:ext cx="1847850" cy="5378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30" name="Line 20"/>
          <p:cNvSpPr/>
          <p:nvPr>
            <p:custDataLst>
              <p:tags r:id="rId19"/>
            </p:custDataLst>
          </p:nvPr>
        </p:nvSpPr>
        <p:spPr>
          <a:xfrm>
            <a:off x="4897920" y="5497592"/>
            <a:ext cx="1925320" cy="52895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31" name="Line 21"/>
          <p:cNvSpPr/>
          <p:nvPr>
            <p:custDataLst>
              <p:tags r:id="rId20"/>
            </p:custDataLst>
          </p:nvPr>
        </p:nvSpPr>
        <p:spPr>
          <a:xfrm flipV="1">
            <a:off x="4871620" y="2899171"/>
            <a:ext cx="164892" cy="3816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32" name="Line 22"/>
          <p:cNvSpPr/>
          <p:nvPr>
            <p:custDataLst>
              <p:tags r:id="rId21"/>
            </p:custDataLst>
          </p:nvPr>
        </p:nvSpPr>
        <p:spPr>
          <a:xfrm>
            <a:off x="3407102" y="2899172"/>
            <a:ext cx="1458595" cy="3816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33" name="Line 23"/>
          <p:cNvSpPr/>
          <p:nvPr>
            <p:custDataLst>
              <p:tags r:id="rId22"/>
            </p:custDataLst>
          </p:nvPr>
        </p:nvSpPr>
        <p:spPr>
          <a:xfrm flipH="1">
            <a:off x="4871619" y="2873455"/>
            <a:ext cx="1896745" cy="40386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12" name="Oval 24"/>
          <p:cNvSpPr/>
          <p:nvPr>
            <p:custDataLst>
              <p:tags r:id="rId23"/>
            </p:custDataLst>
          </p:nvPr>
        </p:nvSpPr>
        <p:spPr>
          <a:xfrm>
            <a:off x="632470" y="2349897"/>
            <a:ext cx="1726564" cy="57626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学号*</a:t>
            </a:r>
          </a:p>
        </p:txBody>
      </p:sp>
      <p:sp>
        <p:nvSpPr>
          <p:cNvPr id="145413" name="Line 25"/>
          <p:cNvSpPr/>
          <p:nvPr>
            <p:custDataLst>
              <p:tags r:id="rId24"/>
            </p:custDataLst>
          </p:nvPr>
        </p:nvSpPr>
        <p:spPr>
          <a:xfrm>
            <a:off x="1611957" y="2926160"/>
            <a:ext cx="3160713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CBC73A26-F88C-C167-EBE6-3DDE154B44A2}"/>
              </a:ext>
            </a:extLst>
          </p:cNvPr>
          <p:cNvSpPr txBox="1"/>
          <p:nvPr/>
        </p:nvSpPr>
        <p:spPr>
          <a:xfrm>
            <a:off x="435652" y="578930"/>
            <a:ext cx="449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思考题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7458" name="Text Box 2"/>
          <p:cNvSpPr txBox="1"/>
          <p:nvPr/>
        </p:nvSpPr>
        <p:spPr>
          <a:xfrm>
            <a:off x="609600" y="381000"/>
            <a:ext cx="449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参考答案</a:t>
            </a:r>
          </a:p>
        </p:txBody>
      </p:sp>
      <p:sp>
        <p:nvSpPr>
          <p:cNvPr id="2" name="Text Box 1027">
            <a:extLst>
              <a:ext uri="{FF2B5EF4-FFF2-40B4-BE49-F238E27FC236}">
                <a16:creationId xmlns:a16="http://schemas.microsoft.com/office/drawing/2014/main" id="{FC23E726-B900-C710-0AE2-8FB549E7D2D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70034" y="1556792"/>
            <a:ext cx="8694454" cy="21236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、姓名、性别、年龄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课程（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课程号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、课程名、学分）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选课（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、课程号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0363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6434" name="Text Box 2"/>
          <p:cNvSpPr txBox="1"/>
          <p:nvPr/>
        </p:nvSpPr>
        <p:spPr>
          <a:xfrm>
            <a:off x="429215" y="774719"/>
            <a:ext cx="449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思考题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46435" name="Text Box 3"/>
          <p:cNvSpPr txBox="1"/>
          <p:nvPr>
            <p:custDataLst>
              <p:tags r:id="rId4"/>
            </p:custDataLst>
          </p:nvPr>
        </p:nvSpPr>
        <p:spPr>
          <a:xfrm>
            <a:off x="429215" y="1451502"/>
            <a:ext cx="8603932" cy="375487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一个图书馆数据库信息如下，请设计该数据库的概念模型，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并将其转换为规范化的关系模型。 </a:t>
            </a:r>
            <a:endParaRPr lang="en-US" altLang="zh-CN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Tx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此数据库中对每个借阅者保存记录包括：读者号、姓名、类型、单位、联系电话；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Tx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对每本书存有：书号、书名、作者、出版社、出版时间；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Tx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对每本被借出的书存有：借出时间、归还时间。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0" r:link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2" r:link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7458" name="Text Box 2"/>
          <p:cNvSpPr txBox="1"/>
          <p:nvPr/>
        </p:nvSpPr>
        <p:spPr>
          <a:xfrm>
            <a:off x="609600" y="381000"/>
            <a:ext cx="449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参考答案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999B4A-CBEB-08B8-922F-ED9AA73BAA68}"/>
              </a:ext>
            </a:extLst>
          </p:cNvPr>
          <p:cNvGrpSpPr/>
          <p:nvPr/>
        </p:nvGrpSpPr>
        <p:grpSpPr>
          <a:xfrm>
            <a:off x="1593168" y="1174311"/>
            <a:ext cx="6075176" cy="3622841"/>
            <a:chOff x="990600" y="1295400"/>
            <a:chExt cx="6934200" cy="4673600"/>
          </a:xfrm>
        </p:grpSpPr>
        <p:sp>
          <p:nvSpPr>
            <p:cNvPr id="147459" name="Text Box 3"/>
            <p:cNvSpPr txBox="1"/>
            <p:nvPr>
              <p:custDataLst>
                <p:tags r:id="rId5"/>
              </p:custDataLst>
            </p:nvPr>
          </p:nvSpPr>
          <p:spPr>
            <a:xfrm>
              <a:off x="3962400" y="2413000"/>
              <a:ext cx="1295400" cy="40011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读者</a:t>
              </a:r>
            </a:p>
          </p:txBody>
        </p:sp>
        <p:sp>
          <p:nvSpPr>
            <p:cNvPr id="147460" name="Text Box 4"/>
            <p:cNvSpPr txBox="1"/>
            <p:nvPr>
              <p:custDataLst>
                <p:tags r:id="rId6"/>
              </p:custDataLst>
            </p:nvPr>
          </p:nvSpPr>
          <p:spPr>
            <a:xfrm>
              <a:off x="1143000" y="1422400"/>
              <a:ext cx="12954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读者号*</a:t>
              </a:r>
            </a:p>
          </p:txBody>
        </p:sp>
        <p:sp>
          <p:nvSpPr>
            <p:cNvPr id="147461" name="Line 5"/>
            <p:cNvSpPr/>
            <p:nvPr>
              <p:custDataLst>
                <p:tags r:id="rId7"/>
              </p:custDataLst>
            </p:nvPr>
          </p:nvSpPr>
          <p:spPr>
            <a:xfrm>
              <a:off x="4419600" y="19558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7462" name="Line 6"/>
            <p:cNvSpPr/>
            <p:nvPr>
              <p:custDataLst>
                <p:tags r:id="rId8"/>
              </p:custDataLst>
            </p:nvPr>
          </p:nvSpPr>
          <p:spPr>
            <a:xfrm flipH="1">
              <a:off x="4724400" y="1905000"/>
              <a:ext cx="914400" cy="5334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7463" name="Oval 7"/>
            <p:cNvSpPr/>
            <p:nvPr>
              <p:custDataLst>
                <p:tags r:id="rId9"/>
              </p:custDataLst>
            </p:nvPr>
          </p:nvSpPr>
          <p:spPr>
            <a:xfrm>
              <a:off x="990600" y="1346200"/>
              <a:ext cx="1371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64" name="Text Box 8"/>
            <p:cNvSpPr txBox="1"/>
            <p:nvPr>
              <p:custDataLst>
                <p:tags r:id="rId10"/>
              </p:custDataLst>
            </p:nvPr>
          </p:nvSpPr>
          <p:spPr>
            <a:xfrm>
              <a:off x="4038600" y="1422400"/>
              <a:ext cx="9906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类型</a:t>
              </a:r>
            </a:p>
          </p:txBody>
        </p:sp>
        <p:sp>
          <p:nvSpPr>
            <p:cNvPr id="147465" name="Oval 9"/>
            <p:cNvSpPr/>
            <p:nvPr>
              <p:custDataLst>
                <p:tags r:id="rId11"/>
              </p:custDataLst>
            </p:nvPr>
          </p:nvSpPr>
          <p:spPr>
            <a:xfrm>
              <a:off x="4038600" y="13462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66" name="Line 10"/>
            <p:cNvSpPr/>
            <p:nvPr>
              <p:custDataLst>
                <p:tags r:id="rId12"/>
              </p:custDataLst>
            </p:nvPr>
          </p:nvSpPr>
          <p:spPr>
            <a:xfrm>
              <a:off x="3505200" y="1955800"/>
              <a:ext cx="4572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7467" name="AutoShape 11"/>
            <p:cNvSpPr/>
            <p:nvPr>
              <p:custDataLst>
                <p:tags r:id="rId13"/>
              </p:custDataLst>
            </p:nvPr>
          </p:nvSpPr>
          <p:spPr>
            <a:xfrm>
              <a:off x="3962400" y="3276600"/>
              <a:ext cx="1143000" cy="609600"/>
            </a:xfrm>
            <a:prstGeom prst="flowChartDecision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68" name="Text Box 12"/>
            <p:cNvSpPr txBox="1"/>
            <p:nvPr>
              <p:custDataLst>
                <p:tags r:id="rId14"/>
              </p:custDataLst>
            </p:nvPr>
          </p:nvSpPr>
          <p:spPr>
            <a:xfrm>
              <a:off x="4114800" y="3352800"/>
              <a:ext cx="96678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借阅</a:t>
              </a:r>
            </a:p>
          </p:txBody>
        </p:sp>
        <p:sp>
          <p:nvSpPr>
            <p:cNvPr id="147469" name="Text Box 13"/>
            <p:cNvSpPr txBox="1"/>
            <p:nvPr>
              <p:custDataLst>
                <p:tags r:id="rId15"/>
              </p:custDataLst>
            </p:nvPr>
          </p:nvSpPr>
          <p:spPr>
            <a:xfrm>
              <a:off x="4648200" y="2971800"/>
              <a:ext cx="3810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147470" name="Text Box 14"/>
            <p:cNvSpPr txBox="1"/>
            <p:nvPr>
              <p:custDataLst>
                <p:tags r:id="rId16"/>
              </p:custDataLst>
            </p:nvPr>
          </p:nvSpPr>
          <p:spPr>
            <a:xfrm>
              <a:off x="4724400" y="3784600"/>
              <a:ext cx="3810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47471" name="Line 15"/>
            <p:cNvSpPr/>
            <p:nvPr>
              <p:custDataLst>
                <p:tags r:id="rId17"/>
              </p:custDataLst>
            </p:nvPr>
          </p:nvSpPr>
          <p:spPr>
            <a:xfrm>
              <a:off x="4495800" y="2895600"/>
              <a:ext cx="0" cy="3810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7472" name="Text Box 16"/>
            <p:cNvSpPr txBox="1"/>
            <p:nvPr>
              <p:custDataLst>
                <p:tags r:id="rId18"/>
              </p:custDataLst>
            </p:nvPr>
          </p:nvSpPr>
          <p:spPr>
            <a:xfrm>
              <a:off x="2667000" y="1447800"/>
              <a:ext cx="12954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姓名</a:t>
              </a:r>
            </a:p>
          </p:txBody>
        </p:sp>
        <p:sp>
          <p:nvSpPr>
            <p:cNvPr id="147473" name="Oval 17"/>
            <p:cNvSpPr/>
            <p:nvPr>
              <p:custDataLst>
                <p:tags r:id="rId19"/>
              </p:custDataLst>
            </p:nvPr>
          </p:nvSpPr>
          <p:spPr>
            <a:xfrm>
              <a:off x="2514600" y="1371600"/>
              <a:ext cx="1371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74" name="Line 18"/>
            <p:cNvSpPr/>
            <p:nvPr>
              <p:custDataLst>
                <p:tags r:id="rId20"/>
              </p:custDataLst>
            </p:nvPr>
          </p:nvSpPr>
          <p:spPr>
            <a:xfrm>
              <a:off x="4495800" y="3886200"/>
              <a:ext cx="0" cy="584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7475" name="Text Box 19"/>
            <p:cNvSpPr txBox="1"/>
            <p:nvPr>
              <p:custDataLst>
                <p:tags r:id="rId21"/>
              </p:custDataLst>
            </p:nvPr>
          </p:nvSpPr>
          <p:spPr>
            <a:xfrm>
              <a:off x="3733800" y="4470400"/>
              <a:ext cx="1524000" cy="40011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图书</a:t>
              </a:r>
            </a:p>
          </p:txBody>
        </p:sp>
        <p:sp>
          <p:nvSpPr>
            <p:cNvPr id="147476" name="Line 26"/>
            <p:cNvSpPr/>
            <p:nvPr>
              <p:custDataLst>
                <p:tags r:id="rId22"/>
              </p:custDataLst>
            </p:nvPr>
          </p:nvSpPr>
          <p:spPr>
            <a:xfrm flipH="1">
              <a:off x="2971800" y="4927600"/>
              <a:ext cx="76200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77" name="Line 27"/>
            <p:cNvSpPr/>
            <p:nvPr>
              <p:custDataLst>
                <p:tags r:id="rId23"/>
              </p:custDataLst>
            </p:nvPr>
          </p:nvSpPr>
          <p:spPr>
            <a:xfrm>
              <a:off x="4572000" y="4927600"/>
              <a:ext cx="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78" name="Line 28"/>
            <p:cNvSpPr/>
            <p:nvPr>
              <p:custDataLst>
                <p:tags r:id="rId24"/>
              </p:custDataLst>
            </p:nvPr>
          </p:nvSpPr>
          <p:spPr>
            <a:xfrm>
              <a:off x="5257800" y="4927600"/>
              <a:ext cx="381000" cy="3556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79" name="Text Box 29"/>
            <p:cNvSpPr txBox="1"/>
            <p:nvPr>
              <p:custDataLst>
                <p:tags r:id="rId25"/>
              </p:custDataLst>
            </p:nvPr>
          </p:nvSpPr>
          <p:spPr>
            <a:xfrm>
              <a:off x="1905000" y="3327400"/>
              <a:ext cx="17526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借阅时间</a:t>
              </a:r>
            </a:p>
          </p:txBody>
        </p:sp>
        <p:sp>
          <p:nvSpPr>
            <p:cNvPr id="147480" name="Oval 30"/>
            <p:cNvSpPr/>
            <p:nvPr>
              <p:custDataLst>
                <p:tags r:id="rId26"/>
              </p:custDataLst>
            </p:nvPr>
          </p:nvSpPr>
          <p:spPr>
            <a:xfrm>
              <a:off x="1828800" y="3251200"/>
              <a:ext cx="15240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81" name="Text Box 31"/>
            <p:cNvSpPr txBox="1"/>
            <p:nvPr>
              <p:custDataLst>
                <p:tags r:id="rId27"/>
              </p:custDataLst>
            </p:nvPr>
          </p:nvSpPr>
          <p:spPr>
            <a:xfrm>
              <a:off x="5791200" y="3327400"/>
              <a:ext cx="14478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归还时间</a:t>
              </a:r>
            </a:p>
          </p:txBody>
        </p:sp>
        <p:sp>
          <p:nvSpPr>
            <p:cNvPr id="147482" name="Oval 32"/>
            <p:cNvSpPr/>
            <p:nvPr>
              <p:custDataLst>
                <p:tags r:id="rId28"/>
              </p:custDataLst>
            </p:nvPr>
          </p:nvSpPr>
          <p:spPr>
            <a:xfrm>
              <a:off x="5638800" y="3251200"/>
              <a:ext cx="1676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83" name="Line 33"/>
            <p:cNvSpPr/>
            <p:nvPr>
              <p:custDataLst>
                <p:tags r:id="rId29"/>
              </p:custDataLst>
            </p:nvPr>
          </p:nvSpPr>
          <p:spPr>
            <a:xfrm>
              <a:off x="3352800" y="3556000"/>
              <a:ext cx="6096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84" name="Line 34"/>
            <p:cNvSpPr/>
            <p:nvPr>
              <p:custDataLst>
                <p:tags r:id="rId30"/>
              </p:custDataLst>
            </p:nvPr>
          </p:nvSpPr>
          <p:spPr>
            <a:xfrm>
              <a:off x="5105400" y="3556000"/>
              <a:ext cx="533400" cy="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85" name="Text Box 35"/>
            <p:cNvSpPr txBox="1"/>
            <p:nvPr>
              <p:custDataLst>
                <p:tags r:id="rId31"/>
              </p:custDataLst>
            </p:nvPr>
          </p:nvSpPr>
          <p:spPr>
            <a:xfrm>
              <a:off x="5257800" y="1371600"/>
              <a:ext cx="9906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单位</a:t>
              </a:r>
            </a:p>
          </p:txBody>
        </p:sp>
        <p:sp>
          <p:nvSpPr>
            <p:cNvPr id="147486" name="Oval 36"/>
            <p:cNvSpPr/>
            <p:nvPr>
              <p:custDataLst>
                <p:tags r:id="rId32"/>
              </p:custDataLst>
            </p:nvPr>
          </p:nvSpPr>
          <p:spPr>
            <a:xfrm>
              <a:off x="5257800" y="1295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87" name="Text Box 37"/>
            <p:cNvSpPr txBox="1"/>
            <p:nvPr>
              <p:custDataLst>
                <p:tags r:id="rId33"/>
              </p:custDataLst>
            </p:nvPr>
          </p:nvSpPr>
          <p:spPr>
            <a:xfrm>
              <a:off x="6477000" y="1371600"/>
              <a:ext cx="9906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电话</a:t>
              </a:r>
            </a:p>
          </p:txBody>
        </p:sp>
        <p:sp>
          <p:nvSpPr>
            <p:cNvPr id="147488" name="Oval 38"/>
            <p:cNvSpPr/>
            <p:nvPr>
              <p:custDataLst>
                <p:tags r:id="rId34"/>
              </p:custDataLst>
            </p:nvPr>
          </p:nvSpPr>
          <p:spPr>
            <a:xfrm>
              <a:off x="6553200" y="12954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89" name="Line 39"/>
            <p:cNvSpPr/>
            <p:nvPr>
              <p:custDataLst>
                <p:tags r:id="rId35"/>
              </p:custDataLst>
            </p:nvPr>
          </p:nvSpPr>
          <p:spPr>
            <a:xfrm flipV="1">
              <a:off x="5257800" y="1905000"/>
              <a:ext cx="1676400" cy="5334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90" name="Line 40"/>
            <p:cNvSpPr/>
            <p:nvPr>
              <p:custDataLst>
                <p:tags r:id="rId36"/>
              </p:custDataLst>
            </p:nvPr>
          </p:nvSpPr>
          <p:spPr>
            <a:xfrm flipH="1" flipV="1">
              <a:off x="1828800" y="1981200"/>
              <a:ext cx="2133600" cy="6096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491" name="Text Box 41"/>
            <p:cNvSpPr txBox="1"/>
            <p:nvPr>
              <p:custDataLst>
                <p:tags r:id="rId37"/>
              </p:custDataLst>
            </p:nvPr>
          </p:nvSpPr>
          <p:spPr>
            <a:xfrm>
              <a:off x="1143000" y="5410200"/>
              <a:ext cx="12954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书号*</a:t>
              </a:r>
            </a:p>
          </p:txBody>
        </p:sp>
        <p:sp>
          <p:nvSpPr>
            <p:cNvPr id="147492" name="Oval 42"/>
            <p:cNvSpPr/>
            <p:nvPr>
              <p:custDataLst>
                <p:tags r:id="rId38"/>
              </p:custDataLst>
            </p:nvPr>
          </p:nvSpPr>
          <p:spPr>
            <a:xfrm>
              <a:off x="990600" y="5334000"/>
              <a:ext cx="1371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93" name="Text Box 43"/>
            <p:cNvSpPr txBox="1"/>
            <p:nvPr>
              <p:custDataLst>
                <p:tags r:id="rId39"/>
              </p:custDataLst>
            </p:nvPr>
          </p:nvSpPr>
          <p:spPr>
            <a:xfrm>
              <a:off x="4038600" y="5410200"/>
              <a:ext cx="9906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作者</a:t>
              </a:r>
            </a:p>
          </p:txBody>
        </p:sp>
        <p:sp>
          <p:nvSpPr>
            <p:cNvPr id="147494" name="Oval 44"/>
            <p:cNvSpPr/>
            <p:nvPr>
              <p:custDataLst>
                <p:tags r:id="rId40"/>
              </p:custDataLst>
            </p:nvPr>
          </p:nvSpPr>
          <p:spPr>
            <a:xfrm>
              <a:off x="4038600" y="53340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95" name="Text Box 45"/>
            <p:cNvSpPr txBox="1"/>
            <p:nvPr>
              <p:custDataLst>
                <p:tags r:id="rId41"/>
              </p:custDataLst>
            </p:nvPr>
          </p:nvSpPr>
          <p:spPr>
            <a:xfrm>
              <a:off x="2667000" y="5435600"/>
              <a:ext cx="12954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书名</a:t>
              </a:r>
            </a:p>
          </p:txBody>
        </p:sp>
        <p:sp>
          <p:nvSpPr>
            <p:cNvPr id="147496" name="Oval 46"/>
            <p:cNvSpPr/>
            <p:nvPr>
              <p:custDataLst>
                <p:tags r:id="rId42"/>
              </p:custDataLst>
            </p:nvPr>
          </p:nvSpPr>
          <p:spPr>
            <a:xfrm>
              <a:off x="2514600" y="5359400"/>
              <a:ext cx="13716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97" name="Text Box 47"/>
            <p:cNvSpPr txBox="1"/>
            <p:nvPr>
              <p:custDataLst>
                <p:tags r:id="rId43"/>
              </p:custDataLst>
            </p:nvPr>
          </p:nvSpPr>
          <p:spPr>
            <a:xfrm>
              <a:off x="5105400" y="5359400"/>
              <a:ext cx="11430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出版社</a:t>
              </a:r>
            </a:p>
          </p:txBody>
        </p:sp>
        <p:sp>
          <p:nvSpPr>
            <p:cNvPr id="147498" name="Oval 48"/>
            <p:cNvSpPr/>
            <p:nvPr>
              <p:custDataLst>
                <p:tags r:id="rId44"/>
              </p:custDataLst>
            </p:nvPr>
          </p:nvSpPr>
          <p:spPr>
            <a:xfrm>
              <a:off x="5257800" y="5283200"/>
              <a:ext cx="9144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499" name="Text Box 49"/>
            <p:cNvSpPr txBox="1"/>
            <p:nvPr>
              <p:custDataLst>
                <p:tags r:id="rId45"/>
              </p:custDataLst>
            </p:nvPr>
          </p:nvSpPr>
          <p:spPr>
            <a:xfrm>
              <a:off x="6477000" y="5359400"/>
              <a:ext cx="1447800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出版时间</a:t>
              </a:r>
            </a:p>
          </p:txBody>
        </p:sp>
        <p:sp>
          <p:nvSpPr>
            <p:cNvPr id="147500" name="Oval 50"/>
            <p:cNvSpPr/>
            <p:nvPr>
              <p:custDataLst>
                <p:tags r:id="rId46"/>
              </p:custDataLst>
            </p:nvPr>
          </p:nvSpPr>
          <p:spPr>
            <a:xfrm>
              <a:off x="6477000" y="5283200"/>
              <a:ext cx="1447800" cy="60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01" name="Line 51"/>
            <p:cNvSpPr/>
            <p:nvPr>
              <p:custDataLst>
                <p:tags r:id="rId47"/>
              </p:custDataLst>
            </p:nvPr>
          </p:nvSpPr>
          <p:spPr>
            <a:xfrm flipV="1">
              <a:off x="1905000" y="4800600"/>
              <a:ext cx="1828800" cy="5334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502" name="Line 52"/>
            <p:cNvSpPr/>
            <p:nvPr>
              <p:custDataLst>
                <p:tags r:id="rId48"/>
              </p:custDataLst>
            </p:nvPr>
          </p:nvSpPr>
          <p:spPr>
            <a:xfrm>
              <a:off x="5257800" y="4724400"/>
              <a:ext cx="1905000" cy="5334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" name="Text Box 1027">
            <a:extLst>
              <a:ext uri="{FF2B5EF4-FFF2-40B4-BE49-F238E27FC236}">
                <a16:creationId xmlns:a16="http://schemas.microsoft.com/office/drawing/2014/main" id="{38305B61-F67B-2146-0107-53B26DAEAC8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621" y="5048238"/>
            <a:ext cx="8694454" cy="21236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读者（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读者号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、姓名、类型、单位、联系电话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图书（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书号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、书名、作者、出版社、出版时间）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借阅（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读者号、书号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 借阅时间、归还时间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8482" name="Rectangle 46"/>
          <p:cNvSpPr/>
          <p:nvPr/>
        </p:nvSpPr>
        <p:spPr>
          <a:xfrm>
            <a:off x="395536" y="362622"/>
            <a:ext cx="1460656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思考题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148483" name="Text Box 47"/>
          <p:cNvSpPr txBox="1"/>
          <p:nvPr>
            <p:custDataLst>
              <p:tags r:id="rId4"/>
            </p:custDataLst>
          </p:nvPr>
        </p:nvSpPr>
        <p:spPr>
          <a:xfrm>
            <a:off x="533400" y="838200"/>
            <a:ext cx="8229600" cy="513986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一家商场的已知信息包括：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）每个职工的数据是职工号、姓名、电话；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）每一个柜台部的数据有：柜台号、柜台名、柜台经理，每个柜台有多个职工，也会销售多种商品，销售产品时会产生销售数量和销售价格。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）每一种经销的商品有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：商品号、商品名、型号，每个商品来自于一个厂商，且由一个柜台销售。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4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）每一家厂商的数据包括：厂编号、厂名、地址、联系人姓名、联系电话，每个厂商供应多种产品，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供应商品时会产生商品数量和商品价格。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请设计该商场的概念模型，再将其转换为规范化的关系模型。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2044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2" r:link="rId8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4" r:link="rId8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50530" name="Text Box 2"/>
          <p:cNvSpPr txBox="1"/>
          <p:nvPr>
            <p:custDataLst>
              <p:tags r:id="rId4"/>
            </p:custDataLst>
          </p:nvPr>
        </p:nvSpPr>
        <p:spPr>
          <a:xfrm>
            <a:off x="1703512" y="1944960"/>
            <a:ext cx="1295400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</a:t>
            </a:r>
          </a:p>
        </p:txBody>
      </p:sp>
      <p:sp>
        <p:nvSpPr>
          <p:cNvPr id="150531" name="Text Box 5"/>
          <p:cNvSpPr txBox="1"/>
          <p:nvPr>
            <p:custDataLst>
              <p:tags r:id="rId5"/>
            </p:custDataLst>
          </p:nvPr>
        </p:nvSpPr>
        <p:spPr>
          <a:xfrm>
            <a:off x="2389312" y="2402160"/>
            <a:ext cx="38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50532" name="Text Box 6"/>
          <p:cNvSpPr txBox="1"/>
          <p:nvPr>
            <p:custDataLst>
              <p:tags r:id="rId6"/>
            </p:custDataLst>
          </p:nvPr>
        </p:nvSpPr>
        <p:spPr>
          <a:xfrm>
            <a:off x="3151312" y="4611960"/>
            <a:ext cx="38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50533" name="Line 7"/>
          <p:cNvSpPr/>
          <p:nvPr>
            <p:custDataLst>
              <p:tags r:id="rId7"/>
            </p:custDataLst>
          </p:nvPr>
        </p:nvSpPr>
        <p:spPr>
          <a:xfrm>
            <a:off x="2313112" y="2402160"/>
            <a:ext cx="0" cy="762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0534" name="Line 8"/>
          <p:cNvSpPr/>
          <p:nvPr>
            <p:custDataLst>
              <p:tags r:id="rId8"/>
            </p:custDataLst>
          </p:nvPr>
        </p:nvSpPr>
        <p:spPr>
          <a:xfrm>
            <a:off x="2289299" y="3773760"/>
            <a:ext cx="23813" cy="1066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0535" name="Text Box 9"/>
          <p:cNvSpPr txBox="1"/>
          <p:nvPr>
            <p:custDataLst>
              <p:tags r:id="rId9"/>
            </p:custDataLst>
          </p:nvPr>
        </p:nvSpPr>
        <p:spPr>
          <a:xfrm>
            <a:off x="1779712" y="4840560"/>
            <a:ext cx="1143000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柜台部</a:t>
            </a:r>
          </a:p>
        </p:txBody>
      </p:sp>
      <p:sp>
        <p:nvSpPr>
          <p:cNvPr id="150536" name="Line 10"/>
          <p:cNvSpPr/>
          <p:nvPr>
            <p:custDataLst>
              <p:tags r:id="rId10"/>
            </p:custDataLst>
          </p:nvPr>
        </p:nvSpPr>
        <p:spPr>
          <a:xfrm>
            <a:off x="2922712" y="5069160"/>
            <a:ext cx="914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37" name="Text Box 19"/>
          <p:cNvSpPr txBox="1"/>
          <p:nvPr>
            <p:custDataLst>
              <p:tags r:id="rId11"/>
            </p:custDataLst>
          </p:nvPr>
        </p:nvSpPr>
        <p:spPr>
          <a:xfrm>
            <a:off x="255712" y="491676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柜台名</a:t>
            </a:r>
          </a:p>
        </p:txBody>
      </p:sp>
      <p:sp>
        <p:nvSpPr>
          <p:cNvPr id="150538" name="Oval 20"/>
          <p:cNvSpPr/>
          <p:nvPr>
            <p:custDataLst>
              <p:tags r:id="rId12"/>
            </p:custDataLst>
          </p:nvPr>
        </p:nvSpPr>
        <p:spPr>
          <a:xfrm>
            <a:off x="179512" y="4840560"/>
            <a:ext cx="12192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39" name="AutoShape 24"/>
          <p:cNvSpPr/>
          <p:nvPr>
            <p:custDataLst>
              <p:tags r:id="rId13"/>
            </p:custDataLst>
          </p:nvPr>
        </p:nvSpPr>
        <p:spPr>
          <a:xfrm>
            <a:off x="1703512" y="3164160"/>
            <a:ext cx="1143000" cy="6096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40" name="Text Box 25"/>
          <p:cNvSpPr txBox="1"/>
          <p:nvPr>
            <p:custDataLst>
              <p:tags r:id="rId14"/>
            </p:custDataLst>
          </p:nvPr>
        </p:nvSpPr>
        <p:spPr>
          <a:xfrm>
            <a:off x="1855912" y="3240360"/>
            <a:ext cx="966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工作</a:t>
            </a:r>
          </a:p>
        </p:txBody>
      </p:sp>
      <p:sp>
        <p:nvSpPr>
          <p:cNvPr id="150541" name="Text Box 26"/>
          <p:cNvSpPr txBox="1"/>
          <p:nvPr>
            <p:custDataLst>
              <p:tags r:id="rId15"/>
            </p:custDataLst>
          </p:nvPr>
        </p:nvSpPr>
        <p:spPr>
          <a:xfrm>
            <a:off x="2313112" y="4307160"/>
            <a:ext cx="38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50542" name="Text Box 28"/>
          <p:cNvSpPr txBox="1"/>
          <p:nvPr>
            <p:custDataLst>
              <p:tags r:id="rId16"/>
            </p:custDataLst>
          </p:nvPr>
        </p:nvSpPr>
        <p:spPr>
          <a:xfrm>
            <a:off x="5742112" y="1944960"/>
            <a:ext cx="1295400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厂商</a:t>
            </a:r>
          </a:p>
        </p:txBody>
      </p:sp>
      <p:sp>
        <p:nvSpPr>
          <p:cNvPr id="150543" name="Text Box 29"/>
          <p:cNvSpPr txBox="1"/>
          <p:nvPr>
            <p:custDataLst>
              <p:tags r:id="rId17"/>
            </p:custDataLst>
          </p:nvPr>
        </p:nvSpPr>
        <p:spPr>
          <a:xfrm>
            <a:off x="6427912" y="2402160"/>
            <a:ext cx="38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50544" name="Line 30"/>
          <p:cNvSpPr/>
          <p:nvPr>
            <p:custDataLst>
              <p:tags r:id="rId18"/>
            </p:custDataLst>
          </p:nvPr>
        </p:nvSpPr>
        <p:spPr>
          <a:xfrm>
            <a:off x="6351712" y="2402160"/>
            <a:ext cx="0" cy="787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0545" name="Text Box 35"/>
          <p:cNvSpPr txBox="1"/>
          <p:nvPr>
            <p:custDataLst>
              <p:tags r:id="rId19"/>
            </p:custDataLst>
          </p:nvPr>
        </p:nvSpPr>
        <p:spPr>
          <a:xfrm>
            <a:off x="491966" y="801960"/>
            <a:ext cx="13639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职工号*</a:t>
            </a:r>
          </a:p>
        </p:txBody>
      </p:sp>
      <p:sp>
        <p:nvSpPr>
          <p:cNvPr id="150546" name="Oval 36"/>
          <p:cNvSpPr/>
          <p:nvPr>
            <p:custDataLst>
              <p:tags r:id="rId20"/>
            </p:custDataLst>
          </p:nvPr>
        </p:nvSpPr>
        <p:spPr>
          <a:xfrm>
            <a:off x="560512" y="725760"/>
            <a:ext cx="11430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47" name="Text Box 37"/>
          <p:cNvSpPr txBox="1"/>
          <p:nvPr>
            <p:custDataLst>
              <p:tags r:id="rId21"/>
            </p:custDataLst>
          </p:nvPr>
        </p:nvSpPr>
        <p:spPr>
          <a:xfrm>
            <a:off x="1932112" y="80196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150548" name="Oval 38"/>
          <p:cNvSpPr/>
          <p:nvPr>
            <p:custDataLst>
              <p:tags r:id="rId22"/>
            </p:custDataLst>
          </p:nvPr>
        </p:nvSpPr>
        <p:spPr>
          <a:xfrm>
            <a:off x="1855912" y="725760"/>
            <a:ext cx="9144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49" name="Text Box 39"/>
          <p:cNvSpPr txBox="1"/>
          <p:nvPr>
            <p:custDataLst>
              <p:tags r:id="rId23"/>
            </p:custDataLst>
          </p:nvPr>
        </p:nvSpPr>
        <p:spPr>
          <a:xfrm>
            <a:off x="2998912" y="801960"/>
            <a:ext cx="83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电话</a:t>
            </a:r>
          </a:p>
        </p:txBody>
      </p:sp>
      <p:sp>
        <p:nvSpPr>
          <p:cNvPr id="150550" name="Oval 40"/>
          <p:cNvSpPr/>
          <p:nvPr>
            <p:custDataLst>
              <p:tags r:id="rId24"/>
            </p:custDataLst>
          </p:nvPr>
        </p:nvSpPr>
        <p:spPr>
          <a:xfrm>
            <a:off x="2922712" y="725760"/>
            <a:ext cx="9906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51" name="Text Box 41"/>
          <p:cNvSpPr txBox="1"/>
          <p:nvPr>
            <p:custDataLst>
              <p:tags r:id="rId25"/>
            </p:custDataLst>
          </p:nvPr>
        </p:nvSpPr>
        <p:spPr>
          <a:xfrm>
            <a:off x="149101" y="4078560"/>
            <a:ext cx="137819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柜台号*</a:t>
            </a:r>
          </a:p>
        </p:txBody>
      </p:sp>
      <p:sp>
        <p:nvSpPr>
          <p:cNvPr id="150552" name="Oval 42"/>
          <p:cNvSpPr/>
          <p:nvPr>
            <p:custDataLst>
              <p:tags r:id="rId26"/>
            </p:custDataLst>
          </p:nvPr>
        </p:nvSpPr>
        <p:spPr>
          <a:xfrm>
            <a:off x="125288" y="4002360"/>
            <a:ext cx="1273424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53" name="Line 43"/>
          <p:cNvSpPr/>
          <p:nvPr>
            <p:custDataLst>
              <p:tags r:id="rId27"/>
            </p:custDataLst>
          </p:nvPr>
        </p:nvSpPr>
        <p:spPr>
          <a:xfrm>
            <a:off x="1398712" y="4307160"/>
            <a:ext cx="381000" cy="533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54" name="Line 44"/>
          <p:cNvSpPr/>
          <p:nvPr>
            <p:custDataLst>
              <p:tags r:id="rId28"/>
            </p:custDataLst>
          </p:nvPr>
        </p:nvSpPr>
        <p:spPr>
          <a:xfrm flipV="1">
            <a:off x="1398712" y="5069160"/>
            <a:ext cx="381000" cy="76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55" name="Text Box 45"/>
          <p:cNvSpPr txBox="1"/>
          <p:nvPr>
            <p:custDataLst>
              <p:tags r:id="rId29"/>
            </p:custDataLst>
          </p:nvPr>
        </p:nvSpPr>
        <p:spPr>
          <a:xfrm>
            <a:off x="4446711" y="878160"/>
            <a:ext cx="144780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厂编号*</a:t>
            </a:r>
          </a:p>
        </p:txBody>
      </p:sp>
      <p:sp>
        <p:nvSpPr>
          <p:cNvPr id="150556" name="Oval 46"/>
          <p:cNvSpPr/>
          <p:nvPr>
            <p:custDataLst>
              <p:tags r:id="rId30"/>
            </p:custDataLst>
          </p:nvPr>
        </p:nvSpPr>
        <p:spPr>
          <a:xfrm>
            <a:off x="4446711" y="801960"/>
            <a:ext cx="1295401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57" name="Text Box 47"/>
          <p:cNvSpPr txBox="1"/>
          <p:nvPr>
            <p:custDataLst>
              <p:tags r:id="rId31"/>
            </p:custDataLst>
          </p:nvPr>
        </p:nvSpPr>
        <p:spPr>
          <a:xfrm>
            <a:off x="5970712" y="878160"/>
            <a:ext cx="914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厂名</a:t>
            </a:r>
          </a:p>
        </p:txBody>
      </p:sp>
      <p:sp>
        <p:nvSpPr>
          <p:cNvPr id="150558" name="Oval 48"/>
          <p:cNvSpPr/>
          <p:nvPr>
            <p:custDataLst>
              <p:tags r:id="rId32"/>
            </p:custDataLst>
          </p:nvPr>
        </p:nvSpPr>
        <p:spPr>
          <a:xfrm>
            <a:off x="5894512" y="801960"/>
            <a:ext cx="9144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59" name="Text Box 49"/>
          <p:cNvSpPr txBox="1"/>
          <p:nvPr>
            <p:custDataLst>
              <p:tags r:id="rId33"/>
            </p:custDataLst>
          </p:nvPr>
        </p:nvSpPr>
        <p:spPr>
          <a:xfrm>
            <a:off x="7037512" y="87816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厂址</a:t>
            </a:r>
          </a:p>
        </p:txBody>
      </p:sp>
      <p:sp>
        <p:nvSpPr>
          <p:cNvPr id="150560" name="Oval 50"/>
          <p:cNvSpPr/>
          <p:nvPr>
            <p:custDataLst>
              <p:tags r:id="rId34"/>
            </p:custDataLst>
          </p:nvPr>
        </p:nvSpPr>
        <p:spPr>
          <a:xfrm>
            <a:off x="6961312" y="801960"/>
            <a:ext cx="12954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61" name="Text Box 51"/>
          <p:cNvSpPr txBox="1"/>
          <p:nvPr>
            <p:custDataLst>
              <p:tags r:id="rId35"/>
            </p:custDataLst>
          </p:nvPr>
        </p:nvSpPr>
        <p:spPr>
          <a:xfrm>
            <a:off x="255712" y="5831160"/>
            <a:ext cx="1447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柜台经理</a:t>
            </a:r>
          </a:p>
        </p:txBody>
      </p:sp>
      <p:sp>
        <p:nvSpPr>
          <p:cNvPr id="150562" name="Oval 52"/>
          <p:cNvSpPr/>
          <p:nvPr>
            <p:custDataLst>
              <p:tags r:id="rId36"/>
            </p:custDataLst>
          </p:nvPr>
        </p:nvSpPr>
        <p:spPr>
          <a:xfrm>
            <a:off x="331912" y="5754960"/>
            <a:ext cx="12954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63" name="Line 53"/>
          <p:cNvSpPr/>
          <p:nvPr>
            <p:custDataLst>
              <p:tags r:id="rId37"/>
            </p:custDataLst>
          </p:nvPr>
        </p:nvSpPr>
        <p:spPr>
          <a:xfrm flipV="1">
            <a:off x="1627312" y="5218384"/>
            <a:ext cx="152397" cy="83765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64" name="Text Box 54"/>
          <p:cNvSpPr txBox="1"/>
          <p:nvPr>
            <p:custDataLst>
              <p:tags r:id="rId38"/>
            </p:custDataLst>
          </p:nvPr>
        </p:nvSpPr>
        <p:spPr>
          <a:xfrm>
            <a:off x="7951912" y="1716360"/>
            <a:ext cx="9144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电话</a:t>
            </a:r>
          </a:p>
        </p:txBody>
      </p:sp>
      <p:sp>
        <p:nvSpPr>
          <p:cNvPr id="150565" name="Oval 55"/>
          <p:cNvSpPr/>
          <p:nvPr>
            <p:custDataLst>
              <p:tags r:id="rId39"/>
            </p:custDataLst>
          </p:nvPr>
        </p:nvSpPr>
        <p:spPr>
          <a:xfrm>
            <a:off x="7875712" y="1640160"/>
            <a:ext cx="9906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66" name="Line 56"/>
          <p:cNvSpPr/>
          <p:nvPr>
            <p:custDataLst>
              <p:tags r:id="rId40"/>
            </p:custDataLst>
          </p:nvPr>
        </p:nvSpPr>
        <p:spPr>
          <a:xfrm>
            <a:off x="1246312" y="1335360"/>
            <a:ext cx="53340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67" name="Line 57"/>
          <p:cNvSpPr/>
          <p:nvPr>
            <p:custDataLst>
              <p:tags r:id="rId41"/>
            </p:custDataLst>
          </p:nvPr>
        </p:nvSpPr>
        <p:spPr>
          <a:xfrm>
            <a:off x="2313112" y="1335360"/>
            <a:ext cx="0" cy="6096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68" name="Line 58"/>
          <p:cNvSpPr/>
          <p:nvPr>
            <p:custDataLst>
              <p:tags r:id="rId42"/>
            </p:custDataLst>
          </p:nvPr>
        </p:nvSpPr>
        <p:spPr>
          <a:xfrm flipH="1">
            <a:off x="2922712" y="1335360"/>
            <a:ext cx="533400" cy="6096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69" name="Text Box 59"/>
          <p:cNvSpPr txBox="1"/>
          <p:nvPr/>
        </p:nvSpPr>
        <p:spPr>
          <a:xfrm>
            <a:off x="491966" y="43815"/>
            <a:ext cx="449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参考答案</a:t>
            </a:r>
          </a:p>
        </p:txBody>
      </p:sp>
      <p:sp>
        <p:nvSpPr>
          <p:cNvPr id="150570" name="Line 78"/>
          <p:cNvSpPr/>
          <p:nvPr>
            <p:custDataLst>
              <p:tags r:id="rId43"/>
            </p:custDataLst>
          </p:nvPr>
        </p:nvSpPr>
        <p:spPr>
          <a:xfrm>
            <a:off x="5208712" y="1411560"/>
            <a:ext cx="533400" cy="533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71" name="Line 79"/>
          <p:cNvSpPr/>
          <p:nvPr>
            <p:custDataLst>
              <p:tags r:id="rId44"/>
            </p:custDataLst>
          </p:nvPr>
        </p:nvSpPr>
        <p:spPr>
          <a:xfrm>
            <a:off x="6351712" y="1411560"/>
            <a:ext cx="0" cy="533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72" name="Line 80"/>
          <p:cNvSpPr/>
          <p:nvPr>
            <p:custDataLst>
              <p:tags r:id="rId45"/>
            </p:custDataLst>
          </p:nvPr>
        </p:nvSpPr>
        <p:spPr>
          <a:xfrm flipH="1">
            <a:off x="6885112" y="1411560"/>
            <a:ext cx="609600" cy="533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73" name="Line 81"/>
          <p:cNvSpPr/>
          <p:nvPr>
            <p:custDataLst>
              <p:tags r:id="rId46"/>
            </p:custDataLst>
          </p:nvPr>
        </p:nvSpPr>
        <p:spPr>
          <a:xfrm flipH="1">
            <a:off x="7037512" y="2021160"/>
            <a:ext cx="838200" cy="152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74" name="Text Box 85"/>
          <p:cNvSpPr txBox="1"/>
          <p:nvPr>
            <p:custDataLst>
              <p:tags r:id="rId47"/>
            </p:custDataLst>
          </p:nvPr>
        </p:nvSpPr>
        <p:spPr>
          <a:xfrm>
            <a:off x="4141912" y="194496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联系人</a:t>
            </a:r>
          </a:p>
        </p:txBody>
      </p:sp>
      <p:sp>
        <p:nvSpPr>
          <p:cNvPr id="150575" name="Oval 86"/>
          <p:cNvSpPr/>
          <p:nvPr>
            <p:custDataLst>
              <p:tags r:id="rId48"/>
            </p:custDataLst>
          </p:nvPr>
        </p:nvSpPr>
        <p:spPr>
          <a:xfrm>
            <a:off x="4065712" y="1868760"/>
            <a:ext cx="12192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76" name="Line 87"/>
          <p:cNvSpPr/>
          <p:nvPr>
            <p:custDataLst>
              <p:tags r:id="rId49"/>
            </p:custDataLst>
          </p:nvPr>
        </p:nvSpPr>
        <p:spPr>
          <a:xfrm>
            <a:off x="5284912" y="2173560"/>
            <a:ext cx="4572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77" name="AutoShape 88"/>
          <p:cNvSpPr/>
          <p:nvPr>
            <p:custDataLst>
              <p:tags r:id="rId50"/>
            </p:custDataLst>
          </p:nvPr>
        </p:nvSpPr>
        <p:spPr>
          <a:xfrm>
            <a:off x="3837112" y="4764360"/>
            <a:ext cx="1219200" cy="6096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78" name="Text Box 89"/>
          <p:cNvSpPr txBox="1"/>
          <p:nvPr>
            <p:custDataLst>
              <p:tags r:id="rId51"/>
            </p:custDataLst>
          </p:nvPr>
        </p:nvSpPr>
        <p:spPr>
          <a:xfrm>
            <a:off x="3923928" y="4840560"/>
            <a:ext cx="966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经销</a:t>
            </a:r>
          </a:p>
        </p:txBody>
      </p:sp>
      <p:sp>
        <p:nvSpPr>
          <p:cNvPr id="150579" name="Text Box 90"/>
          <p:cNvSpPr txBox="1"/>
          <p:nvPr>
            <p:custDataLst>
              <p:tags r:id="rId52"/>
            </p:custDataLst>
          </p:nvPr>
        </p:nvSpPr>
        <p:spPr>
          <a:xfrm>
            <a:off x="5970712" y="4840560"/>
            <a:ext cx="914400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商品</a:t>
            </a:r>
          </a:p>
        </p:txBody>
      </p:sp>
      <p:sp>
        <p:nvSpPr>
          <p:cNvPr id="150580" name="Line 91"/>
          <p:cNvSpPr/>
          <p:nvPr>
            <p:custDataLst>
              <p:tags r:id="rId53"/>
            </p:custDataLst>
          </p:nvPr>
        </p:nvSpPr>
        <p:spPr>
          <a:xfrm>
            <a:off x="5056312" y="5069160"/>
            <a:ext cx="914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81" name="Text Box 92"/>
          <p:cNvSpPr txBox="1"/>
          <p:nvPr>
            <p:custDataLst>
              <p:tags r:id="rId54"/>
            </p:custDataLst>
          </p:nvPr>
        </p:nvSpPr>
        <p:spPr>
          <a:xfrm>
            <a:off x="5262604" y="4646885"/>
            <a:ext cx="38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50582" name="Line 93"/>
          <p:cNvSpPr/>
          <p:nvPr>
            <p:custDataLst>
              <p:tags r:id="rId55"/>
            </p:custDataLst>
          </p:nvPr>
        </p:nvSpPr>
        <p:spPr>
          <a:xfrm>
            <a:off x="6351712" y="3773760"/>
            <a:ext cx="0" cy="1066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0583" name="AutoShape 94"/>
          <p:cNvSpPr/>
          <p:nvPr>
            <p:custDataLst>
              <p:tags r:id="rId56"/>
            </p:custDataLst>
          </p:nvPr>
        </p:nvSpPr>
        <p:spPr>
          <a:xfrm>
            <a:off x="5742112" y="3164160"/>
            <a:ext cx="1143000" cy="6096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84" name="Text Box 95"/>
          <p:cNvSpPr txBox="1"/>
          <p:nvPr>
            <p:custDataLst>
              <p:tags r:id="rId57"/>
            </p:custDataLst>
          </p:nvPr>
        </p:nvSpPr>
        <p:spPr>
          <a:xfrm>
            <a:off x="5894512" y="3240360"/>
            <a:ext cx="966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供应</a:t>
            </a:r>
          </a:p>
        </p:txBody>
      </p:sp>
      <p:sp>
        <p:nvSpPr>
          <p:cNvPr id="150585" name="Text Box 96"/>
          <p:cNvSpPr txBox="1"/>
          <p:nvPr>
            <p:custDataLst>
              <p:tags r:id="rId58"/>
            </p:custDataLst>
          </p:nvPr>
        </p:nvSpPr>
        <p:spPr>
          <a:xfrm>
            <a:off x="6351712" y="4307160"/>
            <a:ext cx="38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50586" name="Text Box 97"/>
          <p:cNvSpPr txBox="1"/>
          <p:nvPr>
            <p:custDataLst>
              <p:tags r:id="rId59"/>
            </p:custDataLst>
          </p:nvPr>
        </p:nvSpPr>
        <p:spPr>
          <a:xfrm>
            <a:off x="2992017" y="6059760"/>
            <a:ext cx="1447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销售数量</a:t>
            </a:r>
          </a:p>
        </p:txBody>
      </p:sp>
      <p:sp>
        <p:nvSpPr>
          <p:cNvPr id="150587" name="Oval 98"/>
          <p:cNvSpPr/>
          <p:nvPr>
            <p:custDataLst>
              <p:tags r:id="rId60"/>
            </p:custDataLst>
          </p:nvPr>
        </p:nvSpPr>
        <p:spPr>
          <a:xfrm>
            <a:off x="2915816" y="5983560"/>
            <a:ext cx="1600193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88" name="Text Box 99"/>
          <p:cNvSpPr txBox="1"/>
          <p:nvPr>
            <p:custDataLst>
              <p:tags r:id="rId61"/>
            </p:custDataLst>
          </p:nvPr>
        </p:nvSpPr>
        <p:spPr>
          <a:xfrm>
            <a:off x="7647112" y="5907360"/>
            <a:ext cx="114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型号</a:t>
            </a:r>
          </a:p>
        </p:txBody>
      </p:sp>
      <p:sp>
        <p:nvSpPr>
          <p:cNvPr id="150589" name="Oval 100"/>
          <p:cNvSpPr/>
          <p:nvPr>
            <p:custDataLst>
              <p:tags r:id="rId62"/>
            </p:custDataLst>
          </p:nvPr>
        </p:nvSpPr>
        <p:spPr>
          <a:xfrm>
            <a:off x="7647112" y="5831160"/>
            <a:ext cx="11430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90" name="Text Box 101"/>
          <p:cNvSpPr txBox="1"/>
          <p:nvPr>
            <p:custDataLst>
              <p:tags r:id="rId63"/>
            </p:custDataLst>
          </p:nvPr>
        </p:nvSpPr>
        <p:spPr>
          <a:xfrm>
            <a:off x="7647112" y="5145360"/>
            <a:ext cx="1143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商品名</a:t>
            </a:r>
          </a:p>
        </p:txBody>
      </p:sp>
      <p:sp>
        <p:nvSpPr>
          <p:cNvPr id="150591" name="Oval 102"/>
          <p:cNvSpPr/>
          <p:nvPr>
            <p:custDataLst>
              <p:tags r:id="rId64"/>
            </p:custDataLst>
          </p:nvPr>
        </p:nvSpPr>
        <p:spPr>
          <a:xfrm>
            <a:off x="7647112" y="5069160"/>
            <a:ext cx="11430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92" name="Text Box 103"/>
          <p:cNvSpPr txBox="1"/>
          <p:nvPr>
            <p:custDataLst>
              <p:tags r:id="rId65"/>
            </p:custDataLst>
          </p:nvPr>
        </p:nvSpPr>
        <p:spPr>
          <a:xfrm>
            <a:off x="7570912" y="4383360"/>
            <a:ext cx="13173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商品号*</a:t>
            </a:r>
          </a:p>
        </p:txBody>
      </p:sp>
      <p:sp>
        <p:nvSpPr>
          <p:cNvPr id="150593" name="Oval 104"/>
          <p:cNvSpPr/>
          <p:nvPr>
            <p:custDataLst>
              <p:tags r:id="rId66"/>
            </p:custDataLst>
          </p:nvPr>
        </p:nvSpPr>
        <p:spPr>
          <a:xfrm>
            <a:off x="7570912" y="4307160"/>
            <a:ext cx="1317376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94" name="Text Box 105"/>
          <p:cNvSpPr txBox="1"/>
          <p:nvPr>
            <p:custDataLst>
              <p:tags r:id="rId67"/>
            </p:custDataLst>
          </p:nvPr>
        </p:nvSpPr>
        <p:spPr>
          <a:xfrm>
            <a:off x="7570911" y="3217168"/>
            <a:ext cx="144779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商品价格</a:t>
            </a:r>
          </a:p>
        </p:txBody>
      </p:sp>
      <p:sp>
        <p:nvSpPr>
          <p:cNvPr id="150595" name="Oval 106"/>
          <p:cNvSpPr/>
          <p:nvPr>
            <p:custDataLst>
              <p:tags r:id="rId68"/>
            </p:custDataLst>
          </p:nvPr>
        </p:nvSpPr>
        <p:spPr>
          <a:xfrm>
            <a:off x="7494711" y="3140968"/>
            <a:ext cx="1600185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96" name="Text Box 107"/>
          <p:cNvSpPr txBox="1"/>
          <p:nvPr>
            <p:custDataLst>
              <p:tags r:id="rId69"/>
            </p:custDataLst>
          </p:nvPr>
        </p:nvSpPr>
        <p:spPr>
          <a:xfrm>
            <a:off x="3913312" y="3240360"/>
            <a:ext cx="14478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商品数量</a:t>
            </a:r>
          </a:p>
        </p:txBody>
      </p:sp>
      <p:sp>
        <p:nvSpPr>
          <p:cNvPr id="150597" name="Oval 108"/>
          <p:cNvSpPr/>
          <p:nvPr>
            <p:custDataLst>
              <p:tags r:id="rId70"/>
            </p:custDataLst>
          </p:nvPr>
        </p:nvSpPr>
        <p:spPr>
          <a:xfrm>
            <a:off x="3837112" y="3164160"/>
            <a:ext cx="14478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598" name="Line 109"/>
          <p:cNvSpPr/>
          <p:nvPr>
            <p:custDataLst>
              <p:tags r:id="rId71"/>
            </p:custDataLst>
          </p:nvPr>
        </p:nvSpPr>
        <p:spPr>
          <a:xfrm>
            <a:off x="5284912" y="3468960"/>
            <a:ext cx="4572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99" name="Line 110"/>
          <p:cNvSpPr/>
          <p:nvPr>
            <p:custDataLst>
              <p:tags r:id="rId72"/>
            </p:custDataLst>
          </p:nvPr>
        </p:nvSpPr>
        <p:spPr>
          <a:xfrm>
            <a:off x="6861300" y="3465565"/>
            <a:ext cx="633412" cy="339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600" name="Text Box 111"/>
          <p:cNvSpPr txBox="1"/>
          <p:nvPr>
            <p:custDataLst>
              <p:tags r:id="rId73"/>
            </p:custDataLst>
          </p:nvPr>
        </p:nvSpPr>
        <p:spPr>
          <a:xfrm>
            <a:off x="4896293" y="6079786"/>
            <a:ext cx="12192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销售价</a:t>
            </a:r>
          </a:p>
        </p:txBody>
      </p:sp>
      <p:sp>
        <p:nvSpPr>
          <p:cNvPr id="150601" name="Oval 112"/>
          <p:cNvSpPr/>
          <p:nvPr>
            <p:custDataLst>
              <p:tags r:id="rId74"/>
            </p:custDataLst>
          </p:nvPr>
        </p:nvSpPr>
        <p:spPr>
          <a:xfrm>
            <a:off x="4820809" y="5993296"/>
            <a:ext cx="1219200" cy="60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602" name="Line 113"/>
          <p:cNvSpPr/>
          <p:nvPr>
            <p:custDataLst>
              <p:tags r:id="rId75"/>
            </p:custDataLst>
          </p:nvPr>
        </p:nvSpPr>
        <p:spPr>
          <a:xfrm flipH="1">
            <a:off x="3684710" y="5373960"/>
            <a:ext cx="762001" cy="6193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603" name="Line 114"/>
          <p:cNvSpPr/>
          <p:nvPr>
            <p:custDataLst>
              <p:tags r:id="rId76"/>
            </p:custDataLst>
          </p:nvPr>
        </p:nvSpPr>
        <p:spPr>
          <a:xfrm>
            <a:off x="4446712" y="5380530"/>
            <a:ext cx="983697" cy="6193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604" name="Line 115"/>
          <p:cNvSpPr/>
          <p:nvPr>
            <p:custDataLst>
              <p:tags r:id="rId77"/>
            </p:custDataLst>
          </p:nvPr>
        </p:nvSpPr>
        <p:spPr>
          <a:xfrm flipV="1">
            <a:off x="6885111" y="4688160"/>
            <a:ext cx="685799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605" name="Line 116"/>
          <p:cNvSpPr/>
          <p:nvPr>
            <p:custDataLst>
              <p:tags r:id="rId78"/>
            </p:custDataLst>
          </p:nvPr>
        </p:nvSpPr>
        <p:spPr>
          <a:xfrm>
            <a:off x="6885112" y="5145360"/>
            <a:ext cx="762000" cy="152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606" name="Line 117"/>
          <p:cNvSpPr/>
          <p:nvPr>
            <p:custDataLst>
              <p:tags r:id="rId79"/>
            </p:custDataLst>
          </p:nvPr>
        </p:nvSpPr>
        <p:spPr>
          <a:xfrm>
            <a:off x="6885112" y="5297760"/>
            <a:ext cx="762000" cy="838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50569" name="Text Box 59"/>
          <p:cNvSpPr txBox="1"/>
          <p:nvPr/>
        </p:nvSpPr>
        <p:spPr>
          <a:xfrm>
            <a:off x="491966" y="43815"/>
            <a:ext cx="449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参考答案</a:t>
            </a:r>
          </a:p>
        </p:txBody>
      </p:sp>
      <p:sp>
        <p:nvSpPr>
          <p:cNvPr id="2" name="Text Box 1027">
            <a:extLst>
              <a:ext uri="{FF2B5EF4-FFF2-40B4-BE49-F238E27FC236}">
                <a16:creationId xmlns:a16="http://schemas.microsoft.com/office/drawing/2014/main" id="{0BE0722E-90D6-DDA9-769C-BD62FFEC9E4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70034" y="667422"/>
            <a:ext cx="8694454" cy="37856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职工（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职工号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、姓名、电话、柜台号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柜台部（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柜台号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、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柜台名、柜台经理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商品（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商品号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、商品名、型号）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厂商（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厂编号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、厂名、地址、联系人姓名、联系电话 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经销（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商品号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，柜台号，销售数量、销售价格）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供应（</a:t>
            </a:r>
            <a:r>
              <a:rPr lang="zh-CN" altLang="en-US" sz="24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商品号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，厂编号，商品数量、商品价格）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8344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722483" y="2814875"/>
            <a:ext cx="3699034" cy="1228249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4500" b="0" u="none" strike="noStrike" kern="1200" cap="none" spc="8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di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45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END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82d1911-1725-4c55-959f-07bfeb6b6d57"/>
  <p:tag name="FULLTEXTBEAUTIFYED" val="1"/>
  <p:tag name="COMMONDATA" val="eyJoZGlkIjoiMTA3NmMyZDIyYzFlYTljMDIyMjcwNWY5NzdhYThhM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204359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5、19、22、23、24、25、26、29、34、39、42、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SUBCATEGORY" val="0"/>
  <p:tag name="KSO_WM_SLIDE_ITEM_CNT" val="0"/>
  <p:tag name="KSO_WM_SLIDE_INDEX" val="1"/>
  <p:tag name="KSO_WM_TAG_VERSION" val="1.0"/>
  <p:tag name="KSO_WM_SLIDE_LAYOUT" val="a_b"/>
  <p:tag name="KSO_WM_SLIDE_LAYOUT_CNT" val="1_3"/>
  <p:tag name="KSO_WM_SLIDE_TYPE" val="title"/>
  <p:tag name="KSO_WM_SLIDE_SUBTYPE" val="pureTxt"/>
  <p:tag name="KSO_WM_TEMPLATE_MASTER_TYPE" val="1"/>
  <p:tag name="KSO_WM_TEMPLATE_COLOR_TYPE" val="1"/>
  <p:tag name="KSO_WM_TEMPLATE_CATEGORY" val="custom"/>
  <p:tag name="KSO_WM_TEMPLATE_INDEX" val="20204359"/>
  <p:tag name="KSO_WM_SLIDE_ID" val="custom20204359_1"/>
  <p:tag name="KSO_WM_TEMPLATE_MASTER_THUMB_INDEX" val="12"/>
  <p:tag name="KSO_WM_TEMPLATE_THUMBS_INDEX" val="1、4、7、9、12、15、19、22、23、24、25、26、29、34、39、42、4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内容"/>
  <p:tag name="KSO_WM_TEMPLATE_CATEGORY" val="custom"/>
  <p:tag name="KSO_WM_TEMPLATE_INDEX" val="20204359"/>
  <p:tag name="KSO_WM_UNIT_ID" val="custom20204359_1*b*1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UNIT_PRESET_TEXT" val="活动策划方案"/>
  <p:tag name="KSO_WM_TEMPLATE_CATEGORY" val="custom"/>
  <p:tag name="KSO_WM_TEMPLATE_INDEX" val="20204359"/>
  <p:tag name="KSO_WM_UNIT_ID" val="custom20204359_1*a*1"/>
  <p:tag name="KSO_WM_UNIT_ISNUMDGMTITLE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5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5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6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6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3_2"/>
  <p:tag name="KSO_WM_UNIT_TEXT_FILL_FORE_SCHEMECOLOR_INDEX" val="14"/>
  <p:tag name="KSO_WM_UNIT_TEXT_FILL_TYPE" val="1"/>
  <p:tag name="KSO_WM_UNIT_USESOURCEFORMAT_APPL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2_2"/>
  <p:tag name="KSO_WM_UNIT_TEXT_FILL_FORE_SCHEMECOLOR_INDEX" val="14"/>
  <p:tag name="KSO_WM_UNIT_TEXT_FILL_TYPE" val="1"/>
  <p:tag name="KSO_WM_UNIT_USESOURCEFORMAT_APPLY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1_2"/>
  <p:tag name="KSO_WM_UNIT_TEXT_FILL_FORE_SCHEMECOLOR_INDEX" val="14"/>
  <p:tag name="KSO_WM_UNIT_TEXT_FILL_TYPE" val="1"/>
  <p:tag name="KSO_WM_UNIT_USESOURCEFORMAT_APPLY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4_2"/>
  <p:tag name="KSO_WM_UNIT_TEXT_FILL_FORE_SCHEMECOLOR_INDEX" val="14"/>
  <p:tag name="KSO_WM_UNIT_TEXT_FILL_TYPE" val="1"/>
  <p:tag name="KSO_WM_UNIT_USESOURCEFORMAT_APPLY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5_2"/>
  <p:tag name="KSO_WM_UNIT_TEXT_FILL_FORE_SCHEMECOLOR_INDEX" val="14"/>
  <p:tag name="KSO_WM_UNIT_TEXT_FILL_TYPE" val="1"/>
  <p:tag name="KSO_WM_UNIT_USESOURCEFORMAT_APPLY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6_2"/>
  <p:tag name="KSO_WM_UNIT_TEXT_FILL_FORE_SCHEMECOLOR_INDEX" val="14"/>
  <p:tag name="KSO_WM_UNIT_TEXT_FILL_TYPE" val="1"/>
  <p:tag name="KSO_WM_UNIT_USESOURCEFORMAT_APPLY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6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6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f*1_6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6*l_h_i*1_6_2"/>
  <p:tag name="KSO_WM_UNIT_TEXT_FILL_FORE_SCHEMECOLOR_INDEX" val="14"/>
  <p:tag name="KSO_WM_UNIT_TEXT_FILL_TYPE" val="1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.8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1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2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7707055-3ecc-4369-9adc-ddd9db475c5c}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6"/>
  <p:tag name="KSO_WM_UNIT_TEXT_FILL_TYPE" val="1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6"/>
  <p:tag name="KSO_WM_UNIT_TEXT_FILL_TYPE" val="1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2"/>
  <p:tag name="KSO_WM_UNIT_LINE_FILL_TYPE" val="2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SLIDE_LAYOUT" val="a"/>
  <p:tag name="KSO_WM_SLIDE_LAYOUT_CNT" val="1"/>
  <p:tag name="KSO_WM_TEMPLATE_MASTER_TYPE" val="1"/>
  <p:tag name="KSO_WM_TEMPLATE_COLOR_TYPE" val="1"/>
  <p:tag name="KSO_WM_TEMPLATE_CATEGORY" val="custom"/>
  <p:tag name="KSO_WM_TEMPLATE_INDEX" val="20204359"/>
  <p:tag name="KSO_WM_SLIDE_ID" val="custom20204359_7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5"/>
  <p:tag name="KSO_WM_UNIT_TYPE" val="a"/>
  <p:tag name="KSO_WM_UNIT_INDEX" val="1"/>
  <p:tag name="KSO_WM_UNIT_PRESET_TEXT" val="PART 01"/>
  <p:tag name="KSO_WM_TEMPLATE_CATEGORY" val="custom"/>
  <p:tag name="KSO_WM_TEMPLATE_INDEX" val="20204359"/>
  <p:tag name="KSO_WM_UNIT_ID" val="custom20204359_7*a*1"/>
  <p:tag name="KSO_WM_UNIT_ISNUMDGMTITLE" val="0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50">
      <a:dk1>
        <a:srgbClr val="000000"/>
      </a:dk1>
      <a:lt1>
        <a:srgbClr val="FFFFFF"/>
      </a:lt1>
      <a:dk2>
        <a:srgbClr val="EAF1F6"/>
      </a:dk2>
      <a:lt2>
        <a:srgbClr val="FFFFFF"/>
      </a:lt2>
      <a:accent1>
        <a:srgbClr val="476BAB"/>
      </a:accent1>
      <a:accent2>
        <a:srgbClr val="267793"/>
      </a:accent2>
      <a:accent3>
        <a:srgbClr val="2E7861"/>
      </a:accent3>
      <a:accent4>
        <a:srgbClr val="53703E"/>
      </a:accent4>
      <a:accent5>
        <a:srgbClr val="866134"/>
      </a:accent5>
      <a:accent6>
        <a:srgbClr val="AB5345"/>
      </a:accent6>
      <a:hlink>
        <a:srgbClr val="0563C1"/>
      </a:hlink>
      <a:folHlink>
        <a:srgbClr val="954E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6277</Words>
  <Application>Microsoft Office PowerPoint</Application>
  <PresentationFormat>全屏显示(4:3)</PresentationFormat>
  <Paragraphs>1095</Paragraphs>
  <Slides>85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94" baseType="lpstr">
      <vt:lpstr>PingFangSC-Regular</vt:lpstr>
      <vt:lpstr>KaiTi</vt:lpstr>
      <vt:lpstr>微软雅黑</vt:lpstr>
      <vt:lpstr>Arial</vt:lpstr>
      <vt:lpstr>Calibri</vt:lpstr>
      <vt:lpstr>Times New Roman</vt:lpstr>
      <vt:lpstr>Wingdings</vt:lpstr>
      <vt:lpstr>Soaring</vt:lpstr>
      <vt:lpstr>2_Office 主题​​</vt:lpstr>
      <vt:lpstr>管理信息系统</vt:lpstr>
      <vt:lpstr>PowerPoint 演示文稿</vt:lpstr>
      <vt:lpstr>第2章 信息系统技术基础</vt:lpstr>
      <vt:lpstr>第2章 信息系统技术基础</vt:lpstr>
      <vt:lpstr>PowerPoint 演示文稿</vt:lpstr>
      <vt:lpstr>PowerPoint 演示文稿</vt:lpstr>
      <vt:lpstr>2、计算机软件</vt:lpstr>
      <vt:lpstr>PowerPoint 演示文稿</vt:lpstr>
      <vt:lpstr>  阅读：比尔·盖茨是怎样发家的？</vt:lpstr>
      <vt:lpstr>3、数据通信技术</vt:lpstr>
      <vt:lpstr>3、数据通信技术</vt:lpstr>
      <vt:lpstr>PowerPoint 演示文稿</vt:lpstr>
      <vt:lpstr>第2章 信息系统技术基础</vt:lpstr>
      <vt:lpstr>PowerPoint 演示文稿</vt:lpstr>
      <vt:lpstr>1、数据处理</vt:lpstr>
      <vt:lpstr>PowerPoint 演示文稿</vt:lpstr>
      <vt:lpstr>PowerPoint 演示文稿</vt:lpstr>
      <vt:lpstr>PowerPoint 演示文稿</vt:lpstr>
      <vt:lpstr>2、数据组织</vt:lpstr>
      <vt:lpstr>PowerPoint 演示文稿</vt:lpstr>
      <vt:lpstr>PowerPoint 演示文稿</vt:lpstr>
      <vt:lpstr>3、数据库</vt:lpstr>
      <vt:lpstr>3、数据库</vt:lpstr>
      <vt:lpstr>PowerPoint 演示文稿</vt:lpstr>
      <vt:lpstr>3、数据库</vt:lpstr>
      <vt:lpstr>PowerPoint 演示文稿</vt:lpstr>
      <vt:lpstr>3、数据库</vt:lpstr>
      <vt:lpstr>PowerPoint 演示文稿</vt:lpstr>
      <vt:lpstr>PowerPoint 演示文稿</vt:lpstr>
      <vt:lpstr>PowerPoint 演示文稿</vt:lpstr>
      <vt:lpstr>第2章 信息系统技术基础</vt:lpstr>
      <vt:lpstr>1、信息的四种世界及其转换</vt:lpstr>
      <vt:lpstr>PowerPoint 演示文稿</vt:lpstr>
      <vt:lpstr>2、概念模型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E-R图例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3、数据模型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E-R图向关系数据模型的转换过程示意图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2022-12-01T02:26:21Z</dcterms:created>
  <dcterms:modified xsi:type="dcterms:W3CDTF">2025-03-25T03:07:07Z</dcterms:modified>
</cp:coreProperties>
</file>