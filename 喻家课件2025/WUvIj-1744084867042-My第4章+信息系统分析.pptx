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heme/theme3.xml" ContentType="application/vnd.openxmlformats-officedocument.theme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notesSlides/notesSlide1.xml" ContentType="application/vnd.openxmlformats-officedocument.presentationml.notesSlide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notesSlides/notesSlide2.xml" ContentType="application/vnd.openxmlformats-officedocument.presentationml.notesSlide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notesSlides/notesSlide3.xml" ContentType="application/vnd.openxmlformats-officedocument.presentationml.notesSlide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notesSlides/notesSlide4.xml" ContentType="application/vnd.openxmlformats-officedocument.presentationml.notesSlide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notesSlides/notesSlide5.xml" ContentType="application/vnd.openxmlformats-officedocument.presentationml.notesSlide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notesSlides/notesSlide6.xml" ContentType="application/vnd.openxmlformats-officedocument.presentationml.notesSlide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notesSlides/notesSlide7.xml" ContentType="application/vnd.openxmlformats-officedocument.presentationml.notesSlide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notesSlides/notesSlide8.xml" ContentType="application/vnd.openxmlformats-officedocument.presentationml.notesSlide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notesSlides/notesSlide9.xml" ContentType="application/vnd.openxmlformats-officedocument.presentationml.notesSlide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notesSlides/notesSlide10.xml" ContentType="application/vnd.openxmlformats-officedocument.presentationml.notesSlide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notesSlides/notesSlide11.xml" ContentType="application/vnd.openxmlformats-officedocument.presentationml.notesSlide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notesSlides/notesSlide12.xml" ContentType="application/vnd.openxmlformats-officedocument.presentationml.notesSlide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notesSlides/notesSlide13.xml" ContentType="application/vnd.openxmlformats-officedocument.presentationml.notesSlide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notesSlides/notesSlide14.xml" ContentType="application/vnd.openxmlformats-officedocument.presentationml.notesSlide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notesSlides/notesSlide15.xml" ContentType="application/vnd.openxmlformats-officedocument.presentationml.notesSlide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notesSlides/notesSlide16.xml" ContentType="application/vnd.openxmlformats-officedocument.presentationml.notesSlide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notesSlides/notesSlide17.xml" ContentType="application/vnd.openxmlformats-officedocument.presentationml.notesSlide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notesSlides/notesSlide18.xml" ContentType="application/vnd.openxmlformats-officedocument.presentationml.notesSlide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notesSlides/notesSlide19.xml" ContentType="application/vnd.openxmlformats-officedocument.presentationml.notesSlide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notesSlides/notesSlide20.xml" ContentType="application/vnd.openxmlformats-officedocument.presentationml.notesSlide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notesSlides/notesSlide21.xml" ContentType="application/vnd.openxmlformats-officedocument.presentationml.notesSlide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notesSlides/notesSlide22.xml" ContentType="application/vnd.openxmlformats-officedocument.presentationml.notesSlide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notesSlides/notesSlide23.xml" ContentType="application/vnd.openxmlformats-officedocument.presentationml.notesSlide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notesSlides/notesSlide24.xml" ContentType="application/vnd.openxmlformats-officedocument.presentationml.notesSlide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notesSlides/notesSlide25.xml" ContentType="application/vnd.openxmlformats-officedocument.presentationml.notesSlide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notesSlides/notesSlide26.xml" ContentType="application/vnd.openxmlformats-officedocument.presentationml.notesSlide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notesSlides/notesSlide27.xml" ContentType="application/vnd.openxmlformats-officedocument.presentationml.notesSlide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notesSlides/notesSlide28.xml" ContentType="application/vnd.openxmlformats-officedocument.presentationml.notesSlide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notesSlides/notesSlide29.xml" ContentType="application/vnd.openxmlformats-officedocument.presentationml.notesSlide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notesSlides/notesSlide30.xml" ContentType="application/vnd.openxmlformats-officedocument.presentationml.notesSlide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notesSlides/notesSlide31.xml" ContentType="application/vnd.openxmlformats-officedocument.presentationml.notesSlide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notesSlides/notesSlide32.xml" ContentType="application/vnd.openxmlformats-officedocument.presentationml.notesSlide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notesSlides/notesSlide33.xml" ContentType="application/vnd.openxmlformats-officedocument.presentationml.notesSlide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notesSlides/notesSlide34.xml" ContentType="application/vnd.openxmlformats-officedocument.presentationml.notesSlide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notesSlides/notesSlide35.xml" ContentType="application/vnd.openxmlformats-officedocument.presentationml.notesSlide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notesSlides/notesSlide36.xml" ContentType="application/vnd.openxmlformats-officedocument.presentationml.notesSlide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notesSlides/notesSlide37.xml" ContentType="application/vnd.openxmlformats-officedocument.presentationml.notesSlide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notesSlides/notesSlide38.xml" ContentType="application/vnd.openxmlformats-officedocument.presentationml.notesSlide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notesSlides/notesSlide39.xml" ContentType="application/vnd.openxmlformats-officedocument.presentationml.notesSlide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notesSlides/notesSlide40.xml" ContentType="application/vnd.openxmlformats-officedocument.presentationml.notesSlide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60" r:id="rId2"/>
  </p:sldMasterIdLst>
  <p:notesMasterIdLst>
    <p:notesMasterId r:id="rId61"/>
  </p:notesMasterIdLst>
  <p:sldIdLst>
    <p:sldId id="591" r:id="rId3"/>
    <p:sldId id="508" r:id="rId4"/>
    <p:sldId id="592" r:id="rId5"/>
    <p:sldId id="700" r:id="rId6"/>
    <p:sldId id="690" r:id="rId7"/>
    <p:sldId id="691" r:id="rId8"/>
    <p:sldId id="693" r:id="rId9"/>
    <p:sldId id="696" r:id="rId10"/>
    <p:sldId id="697" r:id="rId11"/>
    <p:sldId id="699" r:id="rId12"/>
    <p:sldId id="698" r:id="rId13"/>
    <p:sldId id="704" r:id="rId14"/>
    <p:sldId id="702" r:id="rId15"/>
    <p:sldId id="705" r:id="rId16"/>
    <p:sldId id="706" r:id="rId17"/>
    <p:sldId id="707" r:id="rId18"/>
    <p:sldId id="623" r:id="rId19"/>
    <p:sldId id="624" r:id="rId20"/>
    <p:sldId id="708" r:id="rId21"/>
    <p:sldId id="626" r:id="rId22"/>
    <p:sldId id="709" r:id="rId23"/>
    <p:sldId id="711" r:id="rId24"/>
    <p:sldId id="714" r:id="rId25"/>
    <p:sldId id="715" r:id="rId26"/>
    <p:sldId id="716" r:id="rId27"/>
    <p:sldId id="717" r:id="rId28"/>
    <p:sldId id="718" r:id="rId29"/>
    <p:sldId id="719" r:id="rId30"/>
    <p:sldId id="725" r:id="rId31"/>
    <p:sldId id="647" r:id="rId32"/>
    <p:sldId id="726" r:id="rId33"/>
    <p:sldId id="748" r:id="rId34"/>
    <p:sldId id="649" r:id="rId35"/>
    <p:sldId id="727" r:id="rId36"/>
    <p:sldId id="651" r:id="rId37"/>
    <p:sldId id="720" r:id="rId38"/>
    <p:sldId id="721" r:id="rId39"/>
    <p:sldId id="722" r:id="rId40"/>
    <p:sldId id="723" r:id="rId41"/>
    <p:sldId id="724" r:id="rId42"/>
    <p:sldId id="729" r:id="rId43"/>
    <p:sldId id="731" r:id="rId44"/>
    <p:sldId id="710" r:id="rId45"/>
    <p:sldId id="732" r:id="rId46"/>
    <p:sldId id="734" r:id="rId47"/>
    <p:sldId id="735" r:id="rId48"/>
    <p:sldId id="736" r:id="rId49"/>
    <p:sldId id="737" r:id="rId50"/>
    <p:sldId id="739" r:id="rId51"/>
    <p:sldId id="738" r:id="rId52"/>
    <p:sldId id="740" r:id="rId53"/>
    <p:sldId id="741" r:id="rId54"/>
    <p:sldId id="742" r:id="rId55"/>
    <p:sldId id="743" r:id="rId56"/>
    <p:sldId id="744" r:id="rId57"/>
    <p:sldId id="749" r:id="rId58"/>
    <p:sldId id="683" r:id="rId59"/>
    <p:sldId id="685" r:id="rId60"/>
  </p:sldIdLst>
  <p:sldSz cx="9144000" cy="6858000" type="screen4x3"/>
  <p:notesSz cx="6858000" cy="9144000"/>
  <p:custDataLst>
    <p:tags r:id="rId62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80FFFF"/>
    <a:srgbClr val="FFE0A3"/>
    <a:srgbClr val="FF9900"/>
    <a:srgbClr val="339933"/>
    <a:srgbClr val="FF6600"/>
    <a:srgbClr val="00CC00"/>
    <a:srgbClr val="FFFF00"/>
    <a:srgbClr val="0000FF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9"/>
    <p:restoredTop sz="94384"/>
  </p:normalViewPr>
  <p:slideViewPr>
    <p:cSldViewPr showGuides="1">
      <p:cViewPr varScale="1">
        <p:scale>
          <a:sx n="107" d="100"/>
          <a:sy n="107" d="100"/>
        </p:scale>
        <p:origin x="172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59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1">
                <a:solidFill>
                  <a:srgbClr val="0000FF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1">
                <a:solidFill>
                  <a:srgbClr val="0000FF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686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3686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1">
                <a:solidFill>
                  <a:srgbClr val="0000FF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b="1" dirty="0">
                <a:solidFill>
                  <a:srgbClr val="0000FF"/>
                </a:solidFill>
              </a:rPr>
              <a:t>‹#›</a:t>
            </a:fld>
            <a:endParaRPr lang="en-US" altLang="zh-CN" sz="1200" b="1" dirty="0">
              <a:solidFill>
                <a:srgbClr val="0000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/>
              <a:t>2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1" dirty="0">
                <a:solidFill>
                  <a:srgbClr val="0000FF"/>
                </a:solidFill>
              </a:rPr>
              <a:t>3</a:t>
            </a:fld>
            <a:endParaRPr lang="en-US" altLang="zh-CN" sz="12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1" dirty="0">
                <a:solidFill>
                  <a:srgbClr val="0000FF"/>
                </a:solidFill>
              </a:rPr>
              <a:t>4</a:t>
            </a:fld>
            <a:endParaRPr lang="en-US" altLang="zh-CN" sz="1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157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81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1" dirty="0">
                <a:solidFill>
                  <a:srgbClr val="0000FF"/>
                </a:solidFill>
              </a:rPr>
              <a:t>5</a:t>
            </a:fld>
            <a:endParaRPr lang="en-US" altLang="zh-CN" sz="1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086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81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1" dirty="0">
                <a:solidFill>
                  <a:srgbClr val="0000FF"/>
                </a:solidFill>
              </a:rPr>
              <a:t>6</a:t>
            </a:fld>
            <a:endParaRPr lang="en-US" altLang="zh-CN" sz="1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075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81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1" dirty="0">
                <a:solidFill>
                  <a:srgbClr val="0000FF"/>
                </a:solidFill>
              </a:rPr>
              <a:t>7</a:t>
            </a:fld>
            <a:endParaRPr lang="en-US" altLang="zh-CN" sz="1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07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81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1" dirty="0">
                <a:solidFill>
                  <a:srgbClr val="0000FF"/>
                </a:solidFill>
              </a:rPr>
              <a:t>8</a:t>
            </a:fld>
            <a:endParaRPr lang="en-US" altLang="zh-CN" sz="1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673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81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1" dirty="0">
                <a:solidFill>
                  <a:srgbClr val="0000FF"/>
                </a:solidFill>
              </a:rPr>
              <a:t>9</a:t>
            </a:fld>
            <a:endParaRPr lang="en-US" altLang="zh-CN" sz="1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4344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1" dirty="0">
                <a:solidFill>
                  <a:srgbClr val="0000FF"/>
                </a:solidFill>
              </a:rPr>
              <a:t>10</a:t>
            </a:fld>
            <a:endParaRPr lang="en-US" altLang="zh-CN" sz="1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3396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624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1" dirty="0">
                <a:solidFill>
                  <a:srgbClr val="0000FF"/>
                </a:solidFill>
              </a:rPr>
              <a:t>18</a:t>
            </a:fld>
            <a:endParaRPr lang="en-US" altLang="zh-CN" sz="12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1" dirty="0">
                <a:solidFill>
                  <a:srgbClr val="0000FF"/>
                </a:solidFill>
              </a:rPr>
              <a:t>21</a:t>
            </a:fld>
            <a:endParaRPr lang="en-US" altLang="zh-CN" sz="1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3493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17527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3563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34362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41376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91387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64478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3439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82488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04155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89708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70631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73609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68097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57792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89998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1" dirty="0">
                <a:solidFill>
                  <a:srgbClr val="0000FF"/>
                </a:solidFill>
              </a:rPr>
              <a:t>43</a:t>
            </a:fld>
            <a:endParaRPr lang="en-US" altLang="zh-CN" sz="1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6466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72372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01868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57758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139273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76338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12379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20947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59853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46912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16239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60681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761044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9887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image" Target="file:///C:\Users\1V994W2\PycharmProjects\PPT_Background_Generation/pic_temp/pic_sup.png" TargetMode="External"/><Relationship Id="rId5" Type="http://schemas.openxmlformats.org/officeDocument/2006/relationships/tags" Target="../tags/tag12.xml"/><Relationship Id="rId10" Type="http://schemas.openxmlformats.org/officeDocument/2006/relationships/image" Target="../media/image1.png"/><Relationship Id="rId4" Type="http://schemas.openxmlformats.org/officeDocument/2006/relationships/tags" Target="../tags/tag11.xml"/><Relationship Id="rId9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image" Target="file:///C:\Users\1V994W2\PycharmProjects\PPT_Background_Generation/pic_temp/1_pic_quater_right_up.png" TargetMode="Externa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3.png"/><Relationship Id="rId5" Type="http://schemas.openxmlformats.org/officeDocument/2006/relationships/tags" Target="../tags/tag20.xml"/><Relationship Id="rId10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tags" Target="../tags/tag19.xml"/><Relationship Id="rId9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pic_half_down.png" TargetMode="External"/><Relationship Id="rId3" Type="http://schemas.openxmlformats.org/officeDocument/2006/relationships/tags" Target="../tags/tag25.xml"/><Relationship Id="rId7" Type="http://schemas.openxmlformats.org/officeDocument/2006/relationships/image" Target="../media/image4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image" Target="../media/image3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32.xml"/><Relationship Id="rId10" Type="http://schemas.openxmlformats.org/officeDocument/2006/relationships/image" Target="../media/image2.png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image" Target="../media/image2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40.xml"/><Relationship Id="rId15" Type="http://schemas.openxmlformats.org/officeDocument/2006/relationships/image" Target="file:///C:\Users\1V994W2\PycharmProjects\PPT_Background_Generation/pic_temp/1_pic_quater_right_up.png" TargetMode="External"/><Relationship Id="rId10" Type="http://schemas.openxmlformats.org/officeDocument/2006/relationships/tags" Target="../tags/tag45.xml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4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50.xml"/><Relationship Id="rId10" Type="http://schemas.openxmlformats.org/officeDocument/2006/relationships/image" Target="../media/image3.png"/><Relationship Id="rId4" Type="http://schemas.openxmlformats.org/officeDocument/2006/relationships/tags" Target="../tags/tag49.xml"/><Relationship Id="rId9" Type="http://schemas.openxmlformats.org/officeDocument/2006/relationships/image" Target="file:///C:\Users\1V994W2\Documents\Tencent%20Files\574576071\FileRecv\&#25340;&#35013;&#32032;&#26448;\&#31616;&#32422;&#28385;&#29256;-28\\19\subject_holdleft_72,108,173_0_staid_full_0.png" TargetMode="Externa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image" Target="../media/image3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59.xml"/><Relationship Id="rId10" Type="http://schemas.openxmlformats.org/officeDocument/2006/relationships/image" Target="../media/image2.png"/><Relationship Id="rId4" Type="http://schemas.openxmlformats.org/officeDocument/2006/relationships/tags" Target="../tags/tag58.xml"/><Relationship Id="rId9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image" Target="file:///C:\Users\1V994W2\PycharmProjects\PPT_Background_Generation/pic_temp/1_pic_quater_right_up.png" TargetMode="Externa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image" Target="../media/image3.png"/><Relationship Id="rId5" Type="http://schemas.openxmlformats.org/officeDocument/2006/relationships/tags" Target="../tags/tag67.xml"/><Relationship Id="rId10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tags" Target="../tags/tag66.xml"/><Relationship Id="rId9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72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74.xml"/><Relationship Id="rId10" Type="http://schemas.openxmlformats.org/officeDocument/2006/relationships/image" Target="../media/image3.png"/><Relationship Id="rId4" Type="http://schemas.openxmlformats.org/officeDocument/2006/relationships/tags" Target="../tags/tag73.xml"/><Relationship Id="rId9" Type="http://schemas.openxmlformats.org/officeDocument/2006/relationships/image" Target="file:///C:\Users\1V994W2\PycharmProjects\PPT_Background_Generation/pic_temp/0_pic_quater_left_up.png" TargetMode="Externa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7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9" Type="http://schemas.openxmlformats.org/officeDocument/2006/relationships/image" Target="file:///C:\Users\1V994W2\PycharmProjects\PPT_Background_Generation/pic_temp/pic_sup.png" TargetMode="Externa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8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86.xml"/><Relationship Id="rId10" Type="http://schemas.openxmlformats.org/officeDocument/2006/relationships/image" Target="../media/image3.png"/><Relationship Id="rId4" Type="http://schemas.openxmlformats.org/officeDocument/2006/relationships/tags" Target="../tags/tag85.xml"/><Relationship Id="rId9" Type="http://schemas.openxmlformats.org/officeDocument/2006/relationships/image" Target="file:///C:\Users\1V994W2\PycharmProjects\PPT_Background_Generation/pic_temp/0_pic_quater_left_up.png" TargetMode="Externa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image" Target="../media/image3.png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92.xml"/><Relationship Id="rId10" Type="http://schemas.openxmlformats.org/officeDocument/2006/relationships/image" Target="../media/image2.png"/><Relationship Id="rId4" Type="http://schemas.openxmlformats.org/officeDocument/2006/relationships/tags" Target="../tags/tag91.xml"/><Relationship Id="rId9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100.xml"/><Relationship Id="rId10" Type="http://schemas.openxmlformats.org/officeDocument/2006/relationships/image" Target="../media/image2.png"/><Relationship Id="rId4" Type="http://schemas.openxmlformats.org/officeDocument/2006/relationships/tags" Target="../tags/tag99.xml"/><Relationship Id="rId9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13" Type="http://schemas.openxmlformats.org/officeDocument/2006/relationships/image" Target="../media/image3.png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12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image" Target="../media/image2.png"/><Relationship Id="rId5" Type="http://schemas.openxmlformats.org/officeDocument/2006/relationships/tags" Target="../tags/tag10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07.xml"/><Relationship Id="rId9" Type="http://schemas.openxmlformats.org/officeDocument/2006/relationships/tags" Target="../tags/tag112.xml"/><Relationship Id="rId14" Type="http://schemas.openxmlformats.org/officeDocument/2006/relationships/image" Target="file:///C:\Users\1V994W2\PycharmProjects\PPT_Background_Generation/pic_temp/1_pic_quater_right_up.png" TargetMode="Externa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20.xml"/><Relationship Id="rId13" Type="http://schemas.openxmlformats.org/officeDocument/2006/relationships/image" Target="../media/image3.png"/><Relationship Id="rId3" Type="http://schemas.openxmlformats.org/officeDocument/2006/relationships/tags" Target="../tags/tag115.xml"/><Relationship Id="rId7" Type="http://schemas.openxmlformats.org/officeDocument/2006/relationships/tags" Target="../tags/tag119.xml"/><Relationship Id="rId12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image" Target="../media/image2.png"/><Relationship Id="rId5" Type="http://schemas.openxmlformats.org/officeDocument/2006/relationships/tags" Target="../tags/tag11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16.xml"/><Relationship Id="rId9" Type="http://schemas.openxmlformats.org/officeDocument/2006/relationships/tags" Target="../tags/tag121.xml"/><Relationship Id="rId14" Type="http://schemas.openxmlformats.org/officeDocument/2006/relationships/image" Target="file:///C:\Users\1V994W2\PycharmProjects\PPT_Background_Generation/pic_temp/1_pic_quater_right_up.png" TargetMode="Externa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image" Target="../media/image2.png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23.xml"/><Relationship Id="rId16" Type="http://schemas.openxmlformats.org/officeDocument/2006/relationships/image" Target="file:///C:\Users\1V994W2\PycharmProjects\PPT_Background_Generation/pic_temp/1_pic_quater_right_up.png" TargetMode="Externa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image" Target="../media/image3.png"/><Relationship Id="rId10" Type="http://schemas.openxmlformats.org/officeDocument/2006/relationships/tags" Target="../tags/tag131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image" Target="file:///C:\Users\1V994W2\PycharmProjects\PPT_Background_Generation/pic_temp/0_pic_quater_left_up.png" TargetMode="Externa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140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135.xml"/><Relationship Id="rId7" Type="http://schemas.openxmlformats.org/officeDocument/2006/relationships/tags" Target="../tags/tag139.xml"/><Relationship Id="rId12" Type="http://schemas.openxmlformats.org/officeDocument/2006/relationships/image" Target="../media/image3.png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image" Target="file:///C:\Users\1V994W2\PycharmProjects\PPT_Background_Generation/pic_temp/0_pic_quater_right_down.png" TargetMode="External"/><Relationship Id="rId5" Type="http://schemas.openxmlformats.org/officeDocument/2006/relationships/tags" Target="../tags/tag137.xml"/><Relationship Id="rId10" Type="http://schemas.openxmlformats.org/officeDocument/2006/relationships/image" Target="../media/image6.png"/><Relationship Id="rId4" Type="http://schemas.openxmlformats.org/officeDocument/2006/relationships/tags" Target="../tags/tag136.xml"/><Relationship Id="rId9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026"/>
          <p:cNvGrpSpPr/>
          <p:nvPr/>
        </p:nvGrpSpPr>
        <p:grpSpPr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11" name="Freeform 1027"/>
            <p:cNvSpPr/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7" name="Arc 1028"/>
            <p:cNvSpPr/>
            <p:nvPr/>
          </p:nvSpPr>
          <p:spPr>
            <a:xfrm>
              <a:off x="-652" y="978"/>
              <a:ext cx="4237" cy="33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231" fill="none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lnTo>
                    <a:pt x="3976" y="0"/>
                  </a:lnTo>
                  <a:close/>
                </a:path>
              </a:pathLst>
            </a:custGeom>
            <a:noFill/>
            <a:ln w="12700" cap="rnd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8853" name="Rectangle 1029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18854" name="Rectangle 103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3" name="Rectangle 1031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03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03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1"/>
            </p:custDataLst>
          </p:nvPr>
        </p:nvPicPr>
        <p:blipFill>
          <a:blip r:embed="rId10" r:link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99000"/>
            <a:ext cx="9144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6" hasCustomPrompt="1"/>
            <p:custDataLst>
              <p:tags r:id="rId5"/>
            </p:custDataLst>
          </p:nvPr>
        </p:nvSpPr>
        <p:spPr>
          <a:xfrm>
            <a:off x="4787741" y="4514190"/>
            <a:ext cx="1316831" cy="306705"/>
          </a:xfrm>
          <a:prstGeom prst="rect">
            <a:avLst/>
          </a:prstGeom>
        </p:spPr>
        <p:txBody>
          <a:bodyPr vert="horz" wrap="square" lIns="90170" tIns="46990" rIns="90170" bIns="46990" anchor="t" anchorCtr="0">
            <a:normAutofit/>
          </a:bodyPr>
          <a:lstStyle>
            <a:lvl1pPr marL="193040" marR="0" indent="-193040" algn="l" rtl="0" eaLnBrk="1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ts val="1600"/>
              <a:buFont typeface="Arial" panose="020B0604020202020204" pitchFamily="34" charset="0"/>
              <a:buNone/>
              <a:defRPr sz="900" b="0" spc="15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100000"/>
                </a:schemeClr>
              </a:buClr>
              <a:buSzPts val="1600"/>
              <a:buFont typeface="Arial" panose="020B0604020202020204" pitchFamily="34" charset="0"/>
              <a:buNone/>
            </a:pPr>
            <a:r>
              <a:rPr lang="zh-CN" altLang="en-US" dirty="0"/>
              <a:t>编辑文本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 hasCustomPrompt="1"/>
            <p:custDataLst>
              <p:tags r:id="rId6"/>
            </p:custDataLst>
          </p:nvPr>
        </p:nvSpPr>
        <p:spPr>
          <a:xfrm>
            <a:off x="4787741" y="5036160"/>
            <a:ext cx="1316831" cy="306705"/>
          </a:xfrm>
          <a:prstGeom prst="rect">
            <a:avLst/>
          </a:prstGeom>
        </p:spPr>
        <p:txBody>
          <a:bodyPr vert="horz" wrap="square" lIns="90170" tIns="46990" rIns="90170" bIns="46990" anchor="t" anchorCtr="0">
            <a:normAutofit/>
          </a:bodyPr>
          <a:lstStyle>
            <a:lvl1pPr marL="193040" marR="0" indent="-193040" algn="l" rtl="0" eaLnBrk="1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ts val="1600"/>
              <a:buFont typeface="Arial" panose="020B0604020202020204" pitchFamily="34" charset="0"/>
              <a:buNone/>
              <a:defRPr sz="900" b="0" spc="15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100000"/>
                </a:schemeClr>
              </a:buClr>
              <a:buSzPts val="1600"/>
              <a:buFont typeface="Arial" panose="020B0604020202020204" pitchFamily="34" charset="0"/>
              <a:buNone/>
            </a:pPr>
            <a:r>
              <a:rPr lang="zh-CN" altLang="en-US"/>
              <a:t>编辑文本</a:t>
            </a:r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7"/>
            </p:custDataLst>
          </p:nvPr>
        </p:nvSpPr>
        <p:spPr>
          <a:xfrm>
            <a:off x="4788000" y="2436774"/>
            <a:ext cx="3619024" cy="728186"/>
          </a:xfrm>
        </p:spPr>
        <p:txBody>
          <a:bodyPr vert="horz" wrap="square" lIns="90170" tIns="46990" rIns="90170" bIns="0" anchor="b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3040" b="0" spc="6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8"/>
            </p:custDataLst>
          </p:nvPr>
        </p:nvSpPr>
        <p:spPr>
          <a:xfrm>
            <a:off x="4787741" y="3440747"/>
            <a:ext cx="3619500" cy="360045"/>
          </a:xfrm>
        </p:spPr>
        <p:txBody>
          <a:bodyPr vert="horz" wrap="square" lIns="90170" tIns="0" rIns="90170" bIns="4699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1125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257175" indent="0" algn="ctr">
              <a:buNone/>
            </a:lvl2pPr>
            <a:lvl3pPr marL="514350" indent="0" algn="ctr">
              <a:buNone/>
            </a:lvl3pPr>
            <a:lvl4pPr marL="771525" indent="0" algn="ctr">
              <a:buNone/>
            </a:lvl4pPr>
            <a:lvl5pPr marL="1028700" indent="0" algn="ctr">
              <a:buNone/>
            </a:lvl5pPr>
            <a:lvl6pPr marL="1285875" indent="0" algn="ctr">
              <a:buNone/>
            </a:lvl6pPr>
            <a:lvl7pPr marL="1543050" indent="0" algn="ctr">
              <a:buNone/>
            </a:lvl7pPr>
            <a:lvl8pPr marL="1800225" indent="0" algn="ctr">
              <a:buNone/>
            </a:lvl8pPr>
            <a:lvl9pPr marL="2057400" indent="0" algn="ctr">
              <a:buNone/>
            </a:lvl9pPr>
          </a:lstStyle>
          <a:p>
            <a:r>
              <a:rPr lang="zh-CN" altLang="en-US"/>
              <a:t>单击此处编辑副标题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502411" y="1626121"/>
            <a:ext cx="8139178" cy="4041680"/>
          </a:xfrm>
        </p:spPr>
        <p:txBody>
          <a:bodyPr vert="horz" wrap="square" lIns="90170" tIns="46990" rIns="90170" bIns="46990" rtlCol="0">
            <a:norm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1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3048000" cy="1756317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5"/>
            </p:custDataLst>
          </p:nvPr>
        </p:nvSpPr>
        <p:spPr>
          <a:xfrm>
            <a:off x="2722483" y="2814875"/>
            <a:ext cx="3699034" cy="1228249"/>
          </a:xfrm>
        </p:spPr>
        <p:txBody>
          <a:bodyPr vert="horz" wrap="square" lIns="90170" tIns="46990" rIns="90170" bIns="46990" anchor="ctr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Font typeface="Arial" panose="020B0604020202020204" pitchFamily="34" charset="0"/>
              <a:buNone/>
              <a:defRPr sz="4500" b="0" spc="8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1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4"/>
            </p:custDataLst>
          </p:nvPr>
        </p:nvSpPr>
        <p:spPr>
          <a:xfrm>
            <a:off x="502447" y="1626121"/>
            <a:ext cx="3962432" cy="4041680"/>
          </a:xfrm>
        </p:spPr>
        <p:txBody>
          <a:bodyPr vert="horz" wrap="square" lIns="90170" tIns="46990" rIns="90170" bIns="46990" rtlCol="0">
            <a:norm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4679158" y="1626121"/>
            <a:ext cx="3962432" cy="4041680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eaLnBrk="1" fontAlgn="auto" latinLnBrk="0" hangingPunct="1">
              <a:defRPr sz="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sz="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sz="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sz="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1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14" r:link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502447" y="1000133"/>
            <a:ext cx="3962432" cy="285752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125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502444" y="2023369"/>
            <a:ext cx="3962400" cy="3701064"/>
          </a:xfrm>
        </p:spPr>
        <p:txBody>
          <a:bodyPr vert="horz" wrap="square" lIns="90170" tIns="46990" rIns="90170" bIns="46990" rtlCol="0">
            <a:norm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6"/>
            </p:custDataLst>
          </p:nvPr>
        </p:nvSpPr>
        <p:spPr>
          <a:xfrm>
            <a:off x="4676812" y="1000133"/>
            <a:ext cx="3962432" cy="285752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125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7"/>
            </p:custDataLst>
          </p:nvPr>
        </p:nvSpPr>
        <p:spPr>
          <a:xfrm>
            <a:off x="4676812" y="2023369"/>
            <a:ext cx="3962432" cy="3701064"/>
          </a:xfrm>
        </p:spPr>
        <p:txBody>
          <a:bodyPr vert="horz" wrap="square" lIns="90170" tIns="46990" rIns="90170" bIns="46990" rtlCol="0">
            <a:norm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1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5623560" y="2006384"/>
            <a:ext cx="3291840" cy="2845234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34393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11" y="498476"/>
            <a:ext cx="8139178" cy="33147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1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47" y="498479"/>
            <a:ext cx="8139178" cy="33147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4"/>
            </p:custDataLst>
          </p:nvPr>
        </p:nvSpPr>
        <p:spPr>
          <a:xfrm>
            <a:off x="502447" y="1626121"/>
            <a:ext cx="3962432" cy="4041680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5"/>
            </p:custDataLst>
          </p:nvPr>
        </p:nvSpPr>
        <p:spPr>
          <a:xfrm>
            <a:off x="4679194" y="1626121"/>
            <a:ext cx="3962432" cy="4041680"/>
          </a:xfrm>
        </p:spPr>
        <p:txBody>
          <a:bodyPr vert="horz" wrap="square" lIns="90170" tIns="46990" rIns="90170" bIns="46990" rtlCol="0">
            <a:norm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2025/4/8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3"/>
            </p:custDataLst>
          </p:nvPr>
        </p:nvSpPr>
        <p:spPr>
          <a:xfrm>
            <a:off x="7928351" y="1626121"/>
            <a:ext cx="713238" cy="4041680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4"/>
            </p:custDataLst>
          </p:nvPr>
        </p:nvSpPr>
        <p:spPr>
          <a:xfrm>
            <a:off x="502444" y="1626113"/>
            <a:ext cx="7371076" cy="4041680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502447" y="1626121"/>
            <a:ext cx="8139178" cy="4041680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1"/>
            </p:custDataLst>
          </p:nvPr>
        </p:nvPicPr>
        <p:blipFill>
          <a:blip r:embed="rId8" r:link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5"/>
            </p:custDataLst>
          </p:nvPr>
        </p:nvSpPr>
        <p:spPr>
          <a:xfrm>
            <a:off x="4956810" y="3669189"/>
            <a:ext cx="1441133" cy="362903"/>
          </a:xfrm>
        </p:spPr>
        <p:txBody>
          <a:bodyPr vert="horz" wrap="square" lIns="90170" tIns="46990" rIns="90170" bIns="46990" anchor="t" anchorCtr="0">
            <a:noAutofit/>
          </a:bodyPr>
          <a:lstStyle>
            <a:lvl1pPr marL="257175" marR="0" indent="-257175" algn="l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1350" b="0" spc="3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编辑文本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6"/>
            </p:custDataLst>
          </p:nvPr>
        </p:nvSpPr>
        <p:spPr>
          <a:xfrm>
            <a:off x="4956974" y="2447683"/>
            <a:ext cx="3429027" cy="879158"/>
          </a:xfrm>
        </p:spPr>
        <p:txBody>
          <a:bodyPr vert="horz" wrap="square" lIns="90170" tIns="46990" rIns="90170" bIns="0" anchor="b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6600"/>
              <a:buFont typeface="Arial" panose="020B0604020202020204" pitchFamily="34" charset="0"/>
              <a:buNone/>
              <a:defRPr sz="3715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1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11" y="498476"/>
            <a:ext cx="8139178" cy="331473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219056" y="303809"/>
            <a:ext cx="8705888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961200" y="1339650"/>
            <a:ext cx="7219800" cy="542700"/>
          </a:xfrm>
        </p:spPr>
        <p:txBody>
          <a:bodyPr wrap="square" anchor="ctr">
            <a:normAutofit/>
          </a:bodyPr>
          <a:lstStyle>
            <a:lvl1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960835" y="2594250"/>
            <a:ext cx="7219950" cy="25839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3618452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37400" y="880650"/>
            <a:ext cx="2970000" cy="661500"/>
          </a:xfrm>
        </p:spPr>
        <p:txBody>
          <a:bodyPr wrap="square" anchor="ctr" anchorCtr="0">
            <a:normAutofit/>
          </a:bodyPr>
          <a:lstStyle>
            <a:lvl1pPr>
              <a:defRPr sz="2025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440100" y="2275650"/>
            <a:ext cx="2967300" cy="30699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3825900" y="1405930"/>
            <a:ext cx="4860000" cy="3815953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144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59000" y="859500"/>
            <a:ext cx="8232300" cy="469800"/>
          </a:xfrm>
        </p:spPr>
        <p:txBody>
          <a:bodyPr wrap="square" anchor="ctr">
            <a:normAutofit/>
          </a:bodyPr>
          <a:lstStyle>
            <a:lvl1pPr algn="ctr">
              <a:defRPr sz="2025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459000" y="1763100"/>
            <a:ext cx="8231981" cy="621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459581" y="3236850"/>
            <a:ext cx="8224200" cy="25731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0" y="5028971"/>
            <a:ext cx="9144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53600" y="740250"/>
            <a:ext cx="8232300" cy="423900"/>
          </a:xfrm>
        </p:spPr>
        <p:txBody>
          <a:bodyPr wrap="square" anchor="ctr" anchorCtr="0">
            <a:normAutofit/>
          </a:bodyPr>
          <a:lstStyle>
            <a:lvl1pPr algn="ctr"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453628" y="2082600"/>
            <a:ext cx="8243100" cy="2408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445500" y="5306850"/>
            <a:ext cx="8251200" cy="7587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12" name="图片 11"/>
          <p:cNvPicPr/>
          <p:nvPr userDrawn="1">
            <p:custDataLst>
              <p:tags r:id="rId2"/>
            </p:custDataLst>
          </p:nvPr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6234393"/>
            <a:ext cx="540068" cy="623607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15" r:link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34393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34700" y="292846"/>
            <a:ext cx="8278200" cy="331473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434700" y="2025000"/>
            <a:ext cx="4006800" cy="217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4681800" y="2025000"/>
            <a:ext cx="4025700" cy="217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429300" y="4914450"/>
            <a:ext cx="4006800" cy="5859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4689900" y="4910850"/>
            <a:ext cx="4025700" cy="5859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1572518"/>
            <a:ext cx="9144000" cy="3712964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848" y="5454883"/>
            <a:ext cx="1215152" cy="140311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2" r:link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54883"/>
            <a:ext cx="1215152" cy="140311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42100" y="1637550"/>
            <a:ext cx="6858000" cy="1790100"/>
          </a:xfrm>
        </p:spPr>
        <p:txBody>
          <a:bodyPr wrap="square" anchor="b">
            <a:normAutofit/>
          </a:bodyPr>
          <a:lstStyle>
            <a:lvl1pPr algn="ctr">
              <a:defRPr sz="3375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141810" y="4069800"/>
            <a:ext cx="6858000" cy="1242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ags" Target="../tags/tag7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717827" name="Freeform 3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>
                <a:gd name="T0" fmla="*/ 1905 w 2359"/>
                <a:gd name="T1" fmla="*/ 3312 h 3314"/>
                <a:gd name="T2" fmla="*/ 2358 w 2359"/>
                <a:gd name="T3" fmla="*/ 3313 h 3314"/>
                <a:gd name="T4" fmla="*/ 2358 w 2359"/>
                <a:gd name="T5" fmla="*/ 1437 h 3314"/>
                <a:gd name="T6" fmla="*/ 0 w 2359"/>
                <a:gd name="T7" fmla="*/ 0 h 3314"/>
                <a:gd name="T8" fmla="*/ 201 w 2359"/>
                <a:gd name="T9" fmla="*/ 150 h 3314"/>
                <a:gd name="T10" fmla="*/ 366 w 2359"/>
                <a:gd name="T11" fmla="*/ 279 h 3314"/>
                <a:gd name="T12" fmla="*/ 552 w 2359"/>
                <a:gd name="T13" fmla="*/ 441 h 3314"/>
                <a:gd name="T14" fmla="*/ 732 w 2359"/>
                <a:gd name="T15" fmla="*/ 612 h 3314"/>
                <a:gd name="T16" fmla="*/ 996 w 2359"/>
                <a:gd name="T17" fmla="*/ 903 h 3314"/>
                <a:gd name="T18" fmla="*/ 1230 w 2359"/>
                <a:gd name="T19" fmla="*/ 1212 h 3314"/>
                <a:gd name="T20" fmla="*/ 1400 w 2359"/>
                <a:gd name="T21" fmla="*/ 1482 h 3314"/>
                <a:gd name="T22" fmla="*/ 1548 w 2359"/>
                <a:gd name="T23" fmla="*/ 1761 h 3314"/>
                <a:gd name="T24" fmla="*/ 1665 w 2359"/>
                <a:gd name="T25" fmla="*/ 2040 h 3314"/>
                <a:gd name="T26" fmla="*/ 1751 w 2359"/>
                <a:gd name="T27" fmla="*/ 2295 h 3314"/>
                <a:gd name="T28" fmla="*/ 1809 w 2359"/>
                <a:gd name="T29" fmla="*/ 2511 h 3314"/>
                <a:gd name="T30" fmla="*/ 1863 w 2359"/>
                <a:gd name="T31" fmla="*/ 2778 h 3314"/>
                <a:gd name="T32" fmla="*/ 1890 w 2359"/>
                <a:gd name="T33" fmla="*/ 3012 h 3314"/>
                <a:gd name="T34" fmla="*/ 1905 w 2359"/>
                <a:gd name="T35" fmla="*/ 3312 h 3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" name="Arc 4"/>
            <p:cNvSpPr/>
            <p:nvPr/>
          </p:nvSpPr>
          <p:spPr>
            <a:xfrm>
              <a:off x="0" y="1"/>
              <a:ext cx="5298" cy="43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rnd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78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1783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eaLnBrk="1" hangingPunct="1"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8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 eaLnBrk="1" hangingPunct="1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8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031" name="Rectangle 9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02412" y="1189673"/>
            <a:ext cx="8139178" cy="331473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502412" y="1578299"/>
            <a:ext cx="8139178" cy="4041680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659807" y="5619625"/>
            <a:ext cx="2025000" cy="2376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3087000" y="5619625"/>
            <a:ext cx="2970000" cy="2376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6457950" y="5619625"/>
            <a:ext cx="2025000" cy="2376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514350" rtl="0" eaLnBrk="1" fontAlgn="auto" latinLnBrk="0" hangingPunct="1">
        <a:lnSpc>
          <a:spcPct val="100000"/>
        </a:lnSpc>
        <a:spcBef>
          <a:spcPct val="0"/>
        </a:spcBef>
        <a:buNone/>
        <a:defRPr sz="135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28905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86080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905510" algn="l"/>
        </a:tabLst>
        <a:defRPr sz="9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643255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900430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157605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41478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44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57.xml"/><Relationship Id="rId18" Type="http://schemas.openxmlformats.org/officeDocument/2006/relationships/tags" Target="../tags/tag162.xml"/><Relationship Id="rId26" Type="http://schemas.openxmlformats.org/officeDocument/2006/relationships/tags" Target="../tags/tag170.xml"/><Relationship Id="rId39" Type="http://schemas.openxmlformats.org/officeDocument/2006/relationships/tags" Target="../tags/tag183.xml"/><Relationship Id="rId21" Type="http://schemas.openxmlformats.org/officeDocument/2006/relationships/tags" Target="../tags/tag165.xml"/><Relationship Id="rId34" Type="http://schemas.openxmlformats.org/officeDocument/2006/relationships/tags" Target="../tags/tag178.xml"/><Relationship Id="rId42" Type="http://schemas.openxmlformats.org/officeDocument/2006/relationships/tags" Target="../tags/tag186.xml"/><Relationship Id="rId47" Type="http://schemas.openxmlformats.org/officeDocument/2006/relationships/tags" Target="../tags/tag191.xml"/><Relationship Id="rId50" Type="http://schemas.openxmlformats.org/officeDocument/2006/relationships/tags" Target="../tags/tag194.xml"/><Relationship Id="rId55" Type="http://schemas.openxmlformats.org/officeDocument/2006/relationships/tags" Target="../tags/tag199.xml"/><Relationship Id="rId63" Type="http://schemas.openxmlformats.org/officeDocument/2006/relationships/tags" Target="../tags/tag207.xml"/><Relationship Id="rId68" Type="http://schemas.openxmlformats.org/officeDocument/2006/relationships/tags" Target="../tags/tag212.xml"/><Relationship Id="rId76" Type="http://schemas.openxmlformats.org/officeDocument/2006/relationships/notesSlide" Target="../notesSlides/notesSlide1.xml"/><Relationship Id="rId7" Type="http://schemas.openxmlformats.org/officeDocument/2006/relationships/tags" Target="../tags/tag151.xml"/><Relationship Id="rId71" Type="http://schemas.openxmlformats.org/officeDocument/2006/relationships/tags" Target="../tags/tag215.xml"/><Relationship Id="rId2" Type="http://schemas.openxmlformats.org/officeDocument/2006/relationships/tags" Target="../tags/tag146.xml"/><Relationship Id="rId16" Type="http://schemas.openxmlformats.org/officeDocument/2006/relationships/tags" Target="../tags/tag160.xml"/><Relationship Id="rId29" Type="http://schemas.openxmlformats.org/officeDocument/2006/relationships/tags" Target="../tags/tag173.xml"/><Relationship Id="rId11" Type="http://schemas.openxmlformats.org/officeDocument/2006/relationships/tags" Target="../tags/tag155.xml"/><Relationship Id="rId24" Type="http://schemas.openxmlformats.org/officeDocument/2006/relationships/tags" Target="../tags/tag168.xml"/><Relationship Id="rId32" Type="http://schemas.openxmlformats.org/officeDocument/2006/relationships/tags" Target="../tags/tag176.xml"/><Relationship Id="rId37" Type="http://schemas.openxmlformats.org/officeDocument/2006/relationships/tags" Target="../tags/tag181.xml"/><Relationship Id="rId40" Type="http://schemas.openxmlformats.org/officeDocument/2006/relationships/tags" Target="../tags/tag184.xml"/><Relationship Id="rId45" Type="http://schemas.openxmlformats.org/officeDocument/2006/relationships/tags" Target="../tags/tag189.xml"/><Relationship Id="rId53" Type="http://schemas.openxmlformats.org/officeDocument/2006/relationships/tags" Target="../tags/tag197.xml"/><Relationship Id="rId58" Type="http://schemas.openxmlformats.org/officeDocument/2006/relationships/tags" Target="../tags/tag202.xml"/><Relationship Id="rId66" Type="http://schemas.openxmlformats.org/officeDocument/2006/relationships/tags" Target="../tags/tag210.xml"/><Relationship Id="rId74" Type="http://schemas.openxmlformats.org/officeDocument/2006/relationships/tags" Target="../tags/tag218.xml"/><Relationship Id="rId79" Type="http://schemas.openxmlformats.org/officeDocument/2006/relationships/image" Target="../media/image3.png"/><Relationship Id="rId5" Type="http://schemas.openxmlformats.org/officeDocument/2006/relationships/tags" Target="../tags/tag149.xml"/><Relationship Id="rId61" Type="http://schemas.openxmlformats.org/officeDocument/2006/relationships/tags" Target="../tags/tag205.xml"/><Relationship Id="rId10" Type="http://schemas.openxmlformats.org/officeDocument/2006/relationships/tags" Target="../tags/tag154.xml"/><Relationship Id="rId19" Type="http://schemas.openxmlformats.org/officeDocument/2006/relationships/tags" Target="../tags/tag163.xml"/><Relationship Id="rId31" Type="http://schemas.openxmlformats.org/officeDocument/2006/relationships/tags" Target="../tags/tag175.xml"/><Relationship Id="rId44" Type="http://schemas.openxmlformats.org/officeDocument/2006/relationships/tags" Target="../tags/tag188.xml"/><Relationship Id="rId52" Type="http://schemas.openxmlformats.org/officeDocument/2006/relationships/tags" Target="../tags/tag196.xml"/><Relationship Id="rId60" Type="http://schemas.openxmlformats.org/officeDocument/2006/relationships/tags" Target="../tags/tag204.xml"/><Relationship Id="rId65" Type="http://schemas.openxmlformats.org/officeDocument/2006/relationships/tags" Target="../tags/tag209.xml"/><Relationship Id="rId73" Type="http://schemas.openxmlformats.org/officeDocument/2006/relationships/tags" Target="../tags/tag217.xml"/><Relationship Id="rId78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tags" Target="../tags/tag148.xml"/><Relationship Id="rId9" Type="http://schemas.openxmlformats.org/officeDocument/2006/relationships/tags" Target="../tags/tag153.xml"/><Relationship Id="rId14" Type="http://schemas.openxmlformats.org/officeDocument/2006/relationships/tags" Target="../tags/tag158.xml"/><Relationship Id="rId22" Type="http://schemas.openxmlformats.org/officeDocument/2006/relationships/tags" Target="../tags/tag166.xml"/><Relationship Id="rId27" Type="http://schemas.openxmlformats.org/officeDocument/2006/relationships/tags" Target="../tags/tag171.xml"/><Relationship Id="rId30" Type="http://schemas.openxmlformats.org/officeDocument/2006/relationships/tags" Target="../tags/tag174.xml"/><Relationship Id="rId35" Type="http://schemas.openxmlformats.org/officeDocument/2006/relationships/tags" Target="../tags/tag179.xml"/><Relationship Id="rId43" Type="http://schemas.openxmlformats.org/officeDocument/2006/relationships/tags" Target="../tags/tag187.xml"/><Relationship Id="rId48" Type="http://schemas.openxmlformats.org/officeDocument/2006/relationships/tags" Target="../tags/tag192.xml"/><Relationship Id="rId56" Type="http://schemas.openxmlformats.org/officeDocument/2006/relationships/tags" Target="../tags/tag200.xml"/><Relationship Id="rId64" Type="http://schemas.openxmlformats.org/officeDocument/2006/relationships/tags" Target="../tags/tag208.xml"/><Relationship Id="rId69" Type="http://schemas.openxmlformats.org/officeDocument/2006/relationships/tags" Target="../tags/tag213.xml"/><Relationship Id="rId77" Type="http://schemas.openxmlformats.org/officeDocument/2006/relationships/image" Target="../media/image2.png"/><Relationship Id="rId8" Type="http://schemas.openxmlformats.org/officeDocument/2006/relationships/tags" Target="../tags/tag152.xml"/><Relationship Id="rId51" Type="http://schemas.openxmlformats.org/officeDocument/2006/relationships/tags" Target="../tags/tag195.xml"/><Relationship Id="rId72" Type="http://schemas.openxmlformats.org/officeDocument/2006/relationships/tags" Target="../tags/tag216.xml"/><Relationship Id="rId80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147.xml"/><Relationship Id="rId12" Type="http://schemas.openxmlformats.org/officeDocument/2006/relationships/tags" Target="../tags/tag156.xml"/><Relationship Id="rId17" Type="http://schemas.openxmlformats.org/officeDocument/2006/relationships/tags" Target="../tags/tag161.xml"/><Relationship Id="rId25" Type="http://schemas.openxmlformats.org/officeDocument/2006/relationships/tags" Target="../tags/tag169.xml"/><Relationship Id="rId33" Type="http://schemas.openxmlformats.org/officeDocument/2006/relationships/tags" Target="../tags/tag177.xml"/><Relationship Id="rId38" Type="http://schemas.openxmlformats.org/officeDocument/2006/relationships/tags" Target="../tags/tag182.xml"/><Relationship Id="rId46" Type="http://schemas.openxmlformats.org/officeDocument/2006/relationships/tags" Target="../tags/tag190.xml"/><Relationship Id="rId59" Type="http://schemas.openxmlformats.org/officeDocument/2006/relationships/tags" Target="../tags/tag203.xml"/><Relationship Id="rId67" Type="http://schemas.openxmlformats.org/officeDocument/2006/relationships/tags" Target="../tags/tag211.xml"/><Relationship Id="rId20" Type="http://schemas.openxmlformats.org/officeDocument/2006/relationships/tags" Target="../tags/tag164.xml"/><Relationship Id="rId41" Type="http://schemas.openxmlformats.org/officeDocument/2006/relationships/tags" Target="../tags/tag185.xml"/><Relationship Id="rId54" Type="http://schemas.openxmlformats.org/officeDocument/2006/relationships/tags" Target="../tags/tag198.xml"/><Relationship Id="rId62" Type="http://schemas.openxmlformats.org/officeDocument/2006/relationships/tags" Target="../tags/tag206.xml"/><Relationship Id="rId70" Type="http://schemas.openxmlformats.org/officeDocument/2006/relationships/tags" Target="../tags/tag214.xml"/><Relationship Id="rId75" Type="http://schemas.openxmlformats.org/officeDocument/2006/relationships/slideLayout" Target="../slideLayouts/slideLayout18.xml"/><Relationship Id="rId1" Type="http://schemas.openxmlformats.org/officeDocument/2006/relationships/tags" Target="../tags/tag145.xml"/><Relationship Id="rId6" Type="http://schemas.openxmlformats.org/officeDocument/2006/relationships/tags" Target="../tags/tag150.xml"/><Relationship Id="rId15" Type="http://schemas.openxmlformats.org/officeDocument/2006/relationships/tags" Target="../tags/tag159.xml"/><Relationship Id="rId23" Type="http://schemas.openxmlformats.org/officeDocument/2006/relationships/tags" Target="../tags/tag167.xml"/><Relationship Id="rId28" Type="http://schemas.openxmlformats.org/officeDocument/2006/relationships/tags" Target="../tags/tag172.xml"/><Relationship Id="rId36" Type="http://schemas.openxmlformats.org/officeDocument/2006/relationships/tags" Target="../tags/tag180.xml"/><Relationship Id="rId49" Type="http://schemas.openxmlformats.org/officeDocument/2006/relationships/tags" Target="../tags/tag193.xml"/><Relationship Id="rId57" Type="http://schemas.openxmlformats.org/officeDocument/2006/relationships/tags" Target="../tags/tag20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26.xml"/><Relationship Id="rId13" Type="http://schemas.openxmlformats.org/officeDocument/2006/relationships/tags" Target="../tags/tag231.xml"/><Relationship Id="rId3" Type="http://schemas.openxmlformats.org/officeDocument/2006/relationships/tags" Target="../tags/tag221.xml"/><Relationship Id="rId7" Type="http://schemas.openxmlformats.org/officeDocument/2006/relationships/tags" Target="../tags/tag225.xml"/><Relationship Id="rId12" Type="http://schemas.openxmlformats.org/officeDocument/2006/relationships/tags" Target="../tags/tag230.xml"/><Relationship Id="rId2" Type="http://schemas.openxmlformats.org/officeDocument/2006/relationships/tags" Target="../tags/tag220.xml"/><Relationship Id="rId16" Type="http://schemas.openxmlformats.org/officeDocument/2006/relationships/notesSlide" Target="../notesSlides/notesSlide2.xml"/><Relationship Id="rId1" Type="http://schemas.openxmlformats.org/officeDocument/2006/relationships/tags" Target="../tags/tag219.xml"/><Relationship Id="rId6" Type="http://schemas.openxmlformats.org/officeDocument/2006/relationships/tags" Target="../tags/tag224.xml"/><Relationship Id="rId11" Type="http://schemas.openxmlformats.org/officeDocument/2006/relationships/tags" Target="../tags/tag229.xml"/><Relationship Id="rId5" Type="http://schemas.openxmlformats.org/officeDocument/2006/relationships/tags" Target="../tags/tag223.xml"/><Relationship Id="rId15" Type="http://schemas.openxmlformats.org/officeDocument/2006/relationships/slideLayout" Target="../slideLayouts/slideLayout17.xml"/><Relationship Id="rId10" Type="http://schemas.openxmlformats.org/officeDocument/2006/relationships/tags" Target="../tags/tag228.xml"/><Relationship Id="rId4" Type="http://schemas.openxmlformats.org/officeDocument/2006/relationships/tags" Target="../tags/tag222.xml"/><Relationship Id="rId9" Type="http://schemas.openxmlformats.org/officeDocument/2006/relationships/tags" Target="../tags/tag227.xml"/><Relationship Id="rId14" Type="http://schemas.openxmlformats.org/officeDocument/2006/relationships/tags" Target="../tags/tag23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40.xml"/><Relationship Id="rId13" Type="http://schemas.openxmlformats.org/officeDocument/2006/relationships/tags" Target="../tags/tag245.xml"/><Relationship Id="rId3" Type="http://schemas.openxmlformats.org/officeDocument/2006/relationships/tags" Target="../tags/tag235.xml"/><Relationship Id="rId7" Type="http://schemas.openxmlformats.org/officeDocument/2006/relationships/tags" Target="../tags/tag239.xml"/><Relationship Id="rId12" Type="http://schemas.openxmlformats.org/officeDocument/2006/relationships/tags" Target="../tags/tag244.xml"/><Relationship Id="rId2" Type="http://schemas.openxmlformats.org/officeDocument/2006/relationships/tags" Target="../tags/tag234.xml"/><Relationship Id="rId16" Type="http://schemas.openxmlformats.org/officeDocument/2006/relationships/notesSlide" Target="../notesSlides/notesSlide3.xml"/><Relationship Id="rId1" Type="http://schemas.openxmlformats.org/officeDocument/2006/relationships/tags" Target="../tags/tag233.xml"/><Relationship Id="rId6" Type="http://schemas.openxmlformats.org/officeDocument/2006/relationships/tags" Target="../tags/tag238.xml"/><Relationship Id="rId11" Type="http://schemas.openxmlformats.org/officeDocument/2006/relationships/tags" Target="../tags/tag243.xml"/><Relationship Id="rId5" Type="http://schemas.openxmlformats.org/officeDocument/2006/relationships/tags" Target="../tags/tag237.xml"/><Relationship Id="rId15" Type="http://schemas.openxmlformats.org/officeDocument/2006/relationships/slideLayout" Target="../slideLayouts/slideLayout17.xml"/><Relationship Id="rId10" Type="http://schemas.openxmlformats.org/officeDocument/2006/relationships/tags" Target="../tags/tag242.xml"/><Relationship Id="rId4" Type="http://schemas.openxmlformats.org/officeDocument/2006/relationships/tags" Target="../tags/tag236.xml"/><Relationship Id="rId9" Type="http://schemas.openxmlformats.org/officeDocument/2006/relationships/tags" Target="../tags/tag241.xml"/><Relationship Id="rId14" Type="http://schemas.openxmlformats.org/officeDocument/2006/relationships/tags" Target="../tags/tag24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249.xml"/><Relationship Id="rId7" Type="http://schemas.openxmlformats.org/officeDocument/2006/relationships/image" Target="../media/image2.png"/><Relationship Id="rId2" Type="http://schemas.openxmlformats.org/officeDocument/2006/relationships/tags" Target="../tags/tag248.xml"/><Relationship Id="rId1" Type="http://schemas.openxmlformats.org/officeDocument/2006/relationships/tags" Target="../tags/tag247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250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58.xml"/><Relationship Id="rId13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253.xml"/><Relationship Id="rId7" Type="http://schemas.openxmlformats.org/officeDocument/2006/relationships/tags" Target="../tags/tag257.xml"/><Relationship Id="rId12" Type="http://schemas.openxmlformats.org/officeDocument/2006/relationships/image" Target="../media/image2.png"/><Relationship Id="rId2" Type="http://schemas.openxmlformats.org/officeDocument/2006/relationships/tags" Target="../tags/tag252.xml"/><Relationship Id="rId1" Type="http://schemas.openxmlformats.org/officeDocument/2006/relationships/tags" Target="../tags/tag251.xml"/><Relationship Id="rId6" Type="http://schemas.openxmlformats.org/officeDocument/2006/relationships/tags" Target="../tags/tag256.xml"/><Relationship Id="rId11" Type="http://schemas.openxmlformats.org/officeDocument/2006/relationships/notesSlide" Target="../notesSlides/notesSlide5.xml"/><Relationship Id="rId5" Type="http://schemas.openxmlformats.org/officeDocument/2006/relationships/tags" Target="../tags/tag255.xml"/><Relationship Id="rId15" Type="http://schemas.openxmlformats.org/officeDocument/2006/relationships/image" Target="file:///C:\Users\1V994W2\PycharmProjects\PPT_Background_Generation/pic_temp/1_pic_quater_right_up.png" TargetMode="External"/><Relationship Id="rId10" Type="http://schemas.openxmlformats.org/officeDocument/2006/relationships/slideLayout" Target="../slideLayouts/slideLayout18.xml"/><Relationship Id="rId4" Type="http://schemas.openxmlformats.org/officeDocument/2006/relationships/tags" Target="../tags/tag254.xml"/><Relationship Id="rId9" Type="http://schemas.openxmlformats.org/officeDocument/2006/relationships/tags" Target="../tags/tag259.xml"/><Relationship Id="rId1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67.xml"/><Relationship Id="rId13" Type="http://schemas.openxmlformats.org/officeDocument/2006/relationships/image" Target="../media/image2.png"/><Relationship Id="rId3" Type="http://schemas.openxmlformats.org/officeDocument/2006/relationships/tags" Target="../tags/tag262.xml"/><Relationship Id="rId7" Type="http://schemas.openxmlformats.org/officeDocument/2006/relationships/tags" Target="../tags/tag266.xml"/><Relationship Id="rId12" Type="http://schemas.openxmlformats.org/officeDocument/2006/relationships/notesSlide" Target="../notesSlides/notesSlide6.xml"/><Relationship Id="rId2" Type="http://schemas.openxmlformats.org/officeDocument/2006/relationships/tags" Target="../tags/tag261.xml"/><Relationship Id="rId16" Type="http://schemas.openxmlformats.org/officeDocument/2006/relationships/image" Target="file:///C:\Users\1V994W2\PycharmProjects\PPT_Background_Generation/pic_temp/1_pic_quater_right_up.png" TargetMode="External"/><Relationship Id="rId1" Type="http://schemas.openxmlformats.org/officeDocument/2006/relationships/tags" Target="../tags/tag260.xml"/><Relationship Id="rId6" Type="http://schemas.openxmlformats.org/officeDocument/2006/relationships/tags" Target="../tags/tag265.xml"/><Relationship Id="rId11" Type="http://schemas.openxmlformats.org/officeDocument/2006/relationships/slideLayout" Target="../slideLayouts/slideLayout18.xml"/><Relationship Id="rId5" Type="http://schemas.openxmlformats.org/officeDocument/2006/relationships/tags" Target="../tags/tag264.xml"/><Relationship Id="rId15" Type="http://schemas.openxmlformats.org/officeDocument/2006/relationships/image" Target="../media/image3.png"/><Relationship Id="rId10" Type="http://schemas.openxmlformats.org/officeDocument/2006/relationships/tags" Target="../tags/tag269.xml"/><Relationship Id="rId4" Type="http://schemas.openxmlformats.org/officeDocument/2006/relationships/tags" Target="../tags/tag263.xml"/><Relationship Id="rId9" Type="http://schemas.openxmlformats.org/officeDocument/2006/relationships/tags" Target="../tags/tag268.xml"/><Relationship Id="rId14" Type="http://schemas.openxmlformats.org/officeDocument/2006/relationships/image" Target="file:///C:\Users\1V994W2\PycharmProjects\PPT_Background_Generation/pic_temp/0_pic_quater_left_up.png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277.xml"/><Relationship Id="rId13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272.xml"/><Relationship Id="rId7" Type="http://schemas.openxmlformats.org/officeDocument/2006/relationships/tags" Target="../tags/tag276.xml"/><Relationship Id="rId12" Type="http://schemas.openxmlformats.org/officeDocument/2006/relationships/image" Target="../media/image2.png"/><Relationship Id="rId2" Type="http://schemas.openxmlformats.org/officeDocument/2006/relationships/tags" Target="../tags/tag271.xml"/><Relationship Id="rId1" Type="http://schemas.openxmlformats.org/officeDocument/2006/relationships/tags" Target="../tags/tag270.xml"/><Relationship Id="rId6" Type="http://schemas.openxmlformats.org/officeDocument/2006/relationships/tags" Target="../tags/tag275.xml"/><Relationship Id="rId11" Type="http://schemas.openxmlformats.org/officeDocument/2006/relationships/notesSlide" Target="../notesSlides/notesSlide7.xml"/><Relationship Id="rId5" Type="http://schemas.openxmlformats.org/officeDocument/2006/relationships/tags" Target="../tags/tag274.xml"/><Relationship Id="rId15" Type="http://schemas.openxmlformats.org/officeDocument/2006/relationships/image" Target="file:///C:\Users\1V994W2\PycharmProjects\PPT_Background_Generation/pic_temp/1_pic_quater_right_up.png" TargetMode="External"/><Relationship Id="rId10" Type="http://schemas.openxmlformats.org/officeDocument/2006/relationships/slideLayout" Target="../slideLayouts/slideLayout18.xml"/><Relationship Id="rId4" Type="http://schemas.openxmlformats.org/officeDocument/2006/relationships/tags" Target="../tags/tag273.xml"/><Relationship Id="rId9" Type="http://schemas.openxmlformats.org/officeDocument/2006/relationships/tags" Target="../tags/tag278.xml"/><Relationship Id="rId1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281.xml"/><Relationship Id="rId7" Type="http://schemas.openxmlformats.org/officeDocument/2006/relationships/image" Target="../media/image2.png"/><Relationship Id="rId2" Type="http://schemas.openxmlformats.org/officeDocument/2006/relationships/tags" Target="../tags/tag280.xml"/><Relationship Id="rId1" Type="http://schemas.openxmlformats.org/officeDocument/2006/relationships/tags" Target="../tags/tag279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282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90.xml"/><Relationship Id="rId13" Type="http://schemas.openxmlformats.org/officeDocument/2006/relationships/tags" Target="../tags/tag295.xml"/><Relationship Id="rId3" Type="http://schemas.openxmlformats.org/officeDocument/2006/relationships/tags" Target="../tags/tag285.xml"/><Relationship Id="rId7" Type="http://schemas.openxmlformats.org/officeDocument/2006/relationships/tags" Target="../tags/tag289.xml"/><Relationship Id="rId12" Type="http://schemas.openxmlformats.org/officeDocument/2006/relationships/tags" Target="../tags/tag294.xml"/><Relationship Id="rId2" Type="http://schemas.openxmlformats.org/officeDocument/2006/relationships/tags" Target="../tags/tag284.xml"/><Relationship Id="rId16" Type="http://schemas.openxmlformats.org/officeDocument/2006/relationships/notesSlide" Target="../notesSlides/notesSlide9.xml"/><Relationship Id="rId1" Type="http://schemas.openxmlformats.org/officeDocument/2006/relationships/tags" Target="../tags/tag283.xml"/><Relationship Id="rId6" Type="http://schemas.openxmlformats.org/officeDocument/2006/relationships/tags" Target="../tags/tag288.xml"/><Relationship Id="rId11" Type="http://schemas.openxmlformats.org/officeDocument/2006/relationships/tags" Target="../tags/tag293.xml"/><Relationship Id="rId5" Type="http://schemas.openxmlformats.org/officeDocument/2006/relationships/tags" Target="../tags/tag287.xml"/><Relationship Id="rId15" Type="http://schemas.openxmlformats.org/officeDocument/2006/relationships/slideLayout" Target="../slideLayouts/slideLayout17.xml"/><Relationship Id="rId10" Type="http://schemas.openxmlformats.org/officeDocument/2006/relationships/tags" Target="../tags/tag292.xml"/><Relationship Id="rId4" Type="http://schemas.openxmlformats.org/officeDocument/2006/relationships/tags" Target="../tags/tag286.xml"/><Relationship Id="rId9" Type="http://schemas.openxmlformats.org/officeDocument/2006/relationships/tags" Target="../tags/tag291.xml"/><Relationship Id="rId14" Type="http://schemas.openxmlformats.org/officeDocument/2006/relationships/tags" Target="../tags/tag29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99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298.xml"/><Relationship Id="rId1" Type="http://schemas.openxmlformats.org/officeDocument/2006/relationships/tags" Target="../tags/tag297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300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03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302.xml"/><Relationship Id="rId1" Type="http://schemas.openxmlformats.org/officeDocument/2006/relationships/tags" Target="../tags/tag301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304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07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306.xml"/><Relationship Id="rId1" Type="http://schemas.openxmlformats.org/officeDocument/2006/relationships/tags" Target="../tags/tag305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10" Type="http://schemas.openxmlformats.org/officeDocument/2006/relationships/image" Target="../media/image7.png"/><Relationship Id="rId4" Type="http://schemas.openxmlformats.org/officeDocument/2006/relationships/tags" Target="../tags/tag30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11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310.xml"/><Relationship Id="rId1" Type="http://schemas.openxmlformats.org/officeDocument/2006/relationships/tags" Target="../tags/tag309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10" Type="http://schemas.openxmlformats.org/officeDocument/2006/relationships/image" Target="../media/image8.png"/><Relationship Id="rId4" Type="http://schemas.openxmlformats.org/officeDocument/2006/relationships/tags" Target="../tags/tag312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320.xml"/><Relationship Id="rId13" Type="http://schemas.openxmlformats.org/officeDocument/2006/relationships/tags" Target="../tags/tag325.xml"/><Relationship Id="rId18" Type="http://schemas.openxmlformats.org/officeDocument/2006/relationships/tags" Target="../tags/tag330.xml"/><Relationship Id="rId3" Type="http://schemas.openxmlformats.org/officeDocument/2006/relationships/tags" Target="../tags/tag315.xml"/><Relationship Id="rId21" Type="http://schemas.openxmlformats.org/officeDocument/2006/relationships/image" Target="../media/image2.png"/><Relationship Id="rId7" Type="http://schemas.openxmlformats.org/officeDocument/2006/relationships/tags" Target="../tags/tag319.xml"/><Relationship Id="rId12" Type="http://schemas.openxmlformats.org/officeDocument/2006/relationships/tags" Target="../tags/tag324.xml"/><Relationship Id="rId17" Type="http://schemas.openxmlformats.org/officeDocument/2006/relationships/tags" Target="../tags/tag329.xml"/><Relationship Id="rId2" Type="http://schemas.openxmlformats.org/officeDocument/2006/relationships/tags" Target="../tags/tag314.xml"/><Relationship Id="rId16" Type="http://schemas.openxmlformats.org/officeDocument/2006/relationships/tags" Target="../tags/tag328.xml"/><Relationship Id="rId20" Type="http://schemas.openxmlformats.org/officeDocument/2006/relationships/slideLayout" Target="../slideLayouts/slideLayout18.xml"/><Relationship Id="rId1" Type="http://schemas.openxmlformats.org/officeDocument/2006/relationships/tags" Target="../tags/tag313.xml"/><Relationship Id="rId6" Type="http://schemas.openxmlformats.org/officeDocument/2006/relationships/tags" Target="../tags/tag318.xml"/><Relationship Id="rId11" Type="http://schemas.openxmlformats.org/officeDocument/2006/relationships/tags" Target="../tags/tag323.xml"/><Relationship Id="rId24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317.xml"/><Relationship Id="rId15" Type="http://schemas.openxmlformats.org/officeDocument/2006/relationships/tags" Target="../tags/tag327.xml"/><Relationship Id="rId23" Type="http://schemas.openxmlformats.org/officeDocument/2006/relationships/image" Target="../media/image3.png"/><Relationship Id="rId10" Type="http://schemas.openxmlformats.org/officeDocument/2006/relationships/tags" Target="../tags/tag322.xml"/><Relationship Id="rId19" Type="http://schemas.openxmlformats.org/officeDocument/2006/relationships/tags" Target="../tags/tag331.xml"/><Relationship Id="rId4" Type="http://schemas.openxmlformats.org/officeDocument/2006/relationships/tags" Target="../tags/tag316.xml"/><Relationship Id="rId9" Type="http://schemas.openxmlformats.org/officeDocument/2006/relationships/tags" Target="../tags/tag321.xml"/><Relationship Id="rId14" Type="http://schemas.openxmlformats.org/officeDocument/2006/relationships/tags" Target="../tags/tag326.xml"/><Relationship Id="rId22" Type="http://schemas.openxmlformats.org/officeDocument/2006/relationships/image" Target="file:///C:\Users\1V994W2\PycharmProjects\PPT_Background_Generation/pic_temp/0_pic_quater_left_up.png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339.xml"/><Relationship Id="rId13" Type="http://schemas.openxmlformats.org/officeDocument/2006/relationships/tags" Target="../tags/tag344.xml"/><Relationship Id="rId18" Type="http://schemas.openxmlformats.org/officeDocument/2006/relationships/tags" Target="../tags/tag349.xml"/><Relationship Id="rId26" Type="http://schemas.openxmlformats.org/officeDocument/2006/relationships/tags" Target="../tags/tag357.xml"/><Relationship Id="rId39" Type="http://schemas.openxmlformats.org/officeDocument/2006/relationships/tags" Target="../tags/tag370.xml"/><Relationship Id="rId3" Type="http://schemas.openxmlformats.org/officeDocument/2006/relationships/tags" Target="../tags/tag334.xml"/><Relationship Id="rId21" Type="http://schemas.openxmlformats.org/officeDocument/2006/relationships/tags" Target="../tags/tag352.xml"/><Relationship Id="rId34" Type="http://schemas.openxmlformats.org/officeDocument/2006/relationships/tags" Target="../tags/tag365.xml"/><Relationship Id="rId42" Type="http://schemas.openxmlformats.org/officeDocument/2006/relationships/image" Target="../media/image2.png"/><Relationship Id="rId7" Type="http://schemas.openxmlformats.org/officeDocument/2006/relationships/tags" Target="../tags/tag338.xml"/><Relationship Id="rId12" Type="http://schemas.openxmlformats.org/officeDocument/2006/relationships/tags" Target="../tags/tag343.xml"/><Relationship Id="rId17" Type="http://schemas.openxmlformats.org/officeDocument/2006/relationships/tags" Target="../tags/tag348.xml"/><Relationship Id="rId25" Type="http://schemas.openxmlformats.org/officeDocument/2006/relationships/tags" Target="../tags/tag356.xml"/><Relationship Id="rId33" Type="http://schemas.openxmlformats.org/officeDocument/2006/relationships/tags" Target="../tags/tag364.xml"/><Relationship Id="rId38" Type="http://schemas.openxmlformats.org/officeDocument/2006/relationships/tags" Target="../tags/tag369.xml"/><Relationship Id="rId2" Type="http://schemas.openxmlformats.org/officeDocument/2006/relationships/tags" Target="../tags/tag333.xml"/><Relationship Id="rId16" Type="http://schemas.openxmlformats.org/officeDocument/2006/relationships/tags" Target="../tags/tag347.xml"/><Relationship Id="rId20" Type="http://schemas.openxmlformats.org/officeDocument/2006/relationships/tags" Target="../tags/tag351.xml"/><Relationship Id="rId29" Type="http://schemas.openxmlformats.org/officeDocument/2006/relationships/tags" Target="../tags/tag360.xml"/><Relationship Id="rId41" Type="http://schemas.openxmlformats.org/officeDocument/2006/relationships/slideLayout" Target="../slideLayouts/slideLayout18.xml"/><Relationship Id="rId1" Type="http://schemas.openxmlformats.org/officeDocument/2006/relationships/tags" Target="../tags/tag332.xml"/><Relationship Id="rId6" Type="http://schemas.openxmlformats.org/officeDocument/2006/relationships/tags" Target="../tags/tag337.xml"/><Relationship Id="rId11" Type="http://schemas.openxmlformats.org/officeDocument/2006/relationships/tags" Target="../tags/tag342.xml"/><Relationship Id="rId24" Type="http://schemas.openxmlformats.org/officeDocument/2006/relationships/tags" Target="../tags/tag355.xml"/><Relationship Id="rId32" Type="http://schemas.openxmlformats.org/officeDocument/2006/relationships/tags" Target="../tags/tag363.xml"/><Relationship Id="rId37" Type="http://schemas.openxmlformats.org/officeDocument/2006/relationships/tags" Target="../tags/tag368.xml"/><Relationship Id="rId40" Type="http://schemas.openxmlformats.org/officeDocument/2006/relationships/tags" Target="../tags/tag371.xml"/><Relationship Id="rId45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336.xml"/><Relationship Id="rId15" Type="http://schemas.openxmlformats.org/officeDocument/2006/relationships/tags" Target="../tags/tag346.xml"/><Relationship Id="rId23" Type="http://schemas.openxmlformats.org/officeDocument/2006/relationships/tags" Target="../tags/tag354.xml"/><Relationship Id="rId28" Type="http://schemas.openxmlformats.org/officeDocument/2006/relationships/tags" Target="../tags/tag359.xml"/><Relationship Id="rId36" Type="http://schemas.openxmlformats.org/officeDocument/2006/relationships/tags" Target="../tags/tag367.xml"/><Relationship Id="rId10" Type="http://schemas.openxmlformats.org/officeDocument/2006/relationships/tags" Target="../tags/tag341.xml"/><Relationship Id="rId19" Type="http://schemas.openxmlformats.org/officeDocument/2006/relationships/tags" Target="../tags/tag350.xml"/><Relationship Id="rId31" Type="http://schemas.openxmlformats.org/officeDocument/2006/relationships/tags" Target="../tags/tag362.xml"/><Relationship Id="rId44" Type="http://schemas.openxmlformats.org/officeDocument/2006/relationships/image" Target="../media/image3.png"/><Relationship Id="rId4" Type="http://schemas.openxmlformats.org/officeDocument/2006/relationships/tags" Target="../tags/tag335.xml"/><Relationship Id="rId9" Type="http://schemas.openxmlformats.org/officeDocument/2006/relationships/tags" Target="../tags/tag340.xml"/><Relationship Id="rId14" Type="http://schemas.openxmlformats.org/officeDocument/2006/relationships/tags" Target="../tags/tag345.xml"/><Relationship Id="rId22" Type="http://schemas.openxmlformats.org/officeDocument/2006/relationships/tags" Target="../tags/tag353.xml"/><Relationship Id="rId27" Type="http://schemas.openxmlformats.org/officeDocument/2006/relationships/tags" Target="../tags/tag358.xml"/><Relationship Id="rId30" Type="http://schemas.openxmlformats.org/officeDocument/2006/relationships/tags" Target="../tags/tag361.xml"/><Relationship Id="rId35" Type="http://schemas.openxmlformats.org/officeDocument/2006/relationships/tags" Target="../tags/tag366.xml"/><Relationship Id="rId43" Type="http://schemas.openxmlformats.org/officeDocument/2006/relationships/image" Target="file:///C:\Users\1V994W2\PycharmProjects\PPT_Background_Generation/pic_temp/0_pic_quater_left_up.png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379.xml"/><Relationship Id="rId13" Type="http://schemas.openxmlformats.org/officeDocument/2006/relationships/tags" Target="../tags/tag384.xml"/><Relationship Id="rId18" Type="http://schemas.openxmlformats.org/officeDocument/2006/relationships/tags" Target="../tags/tag389.xml"/><Relationship Id="rId3" Type="http://schemas.openxmlformats.org/officeDocument/2006/relationships/tags" Target="../tags/tag374.xml"/><Relationship Id="rId21" Type="http://schemas.openxmlformats.org/officeDocument/2006/relationships/image" Target="../media/image2.png"/><Relationship Id="rId7" Type="http://schemas.openxmlformats.org/officeDocument/2006/relationships/tags" Target="../tags/tag378.xml"/><Relationship Id="rId12" Type="http://schemas.openxmlformats.org/officeDocument/2006/relationships/tags" Target="../tags/tag383.xml"/><Relationship Id="rId17" Type="http://schemas.openxmlformats.org/officeDocument/2006/relationships/tags" Target="../tags/tag388.xml"/><Relationship Id="rId2" Type="http://schemas.openxmlformats.org/officeDocument/2006/relationships/tags" Target="../tags/tag373.xml"/><Relationship Id="rId16" Type="http://schemas.openxmlformats.org/officeDocument/2006/relationships/tags" Target="../tags/tag387.xml"/><Relationship Id="rId20" Type="http://schemas.openxmlformats.org/officeDocument/2006/relationships/slideLayout" Target="../slideLayouts/slideLayout18.xml"/><Relationship Id="rId1" Type="http://schemas.openxmlformats.org/officeDocument/2006/relationships/tags" Target="../tags/tag372.xml"/><Relationship Id="rId6" Type="http://schemas.openxmlformats.org/officeDocument/2006/relationships/tags" Target="../tags/tag377.xml"/><Relationship Id="rId11" Type="http://schemas.openxmlformats.org/officeDocument/2006/relationships/tags" Target="../tags/tag382.xml"/><Relationship Id="rId24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376.xml"/><Relationship Id="rId15" Type="http://schemas.openxmlformats.org/officeDocument/2006/relationships/tags" Target="../tags/tag386.xml"/><Relationship Id="rId23" Type="http://schemas.openxmlformats.org/officeDocument/2006/relationships/image" Target="../media/image3.png"/><Relationship Id="rId10" Type="http://schemas.openxmlformats.org/officeDocument/2006/relationships/tags" Target="../tags/tag381.xml"/><Relationship Id="rId19" Type="http://schemas.openxmlformats.org/officeDocument/2006/relationships/tags" Target="../tags/tag390.xml"/><Relationship Id="rId4" Type="http://schemas.openxmlformats.org/officeDocument/2006/relationships/tags" Target="../tags/tag375.xml"/><Relationship Id="rId9" Type="http://schemas.openxmlformats.org/officeDocument/2006/relationships/tags" Target="../tags/tag380.xml"/><Relationship Id="rId14" Type="http://schemas.openxmlformats.org/officeDocument/2006/relationships/tags" Target="../tags/tag385.xml"/><Relationship Id="rId22" Type="http://schemas.openxmlformats.org/officeDocument/2006/relationships/image" Target="file:///C:\Users\1V994W2\PycharmProjects\PPT_Background_Generation/pic_temp/0_pic_quater_left_up.png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398.xml"/><Relationship Id="rId13" Type="http://schemas.openxmlformats.org/officeDocument/2006/relationships/tags" Target="../tags/tag403.xml"/><Relationship Id="rId18" Type="http://schemas.openxmlformats.org/officeDocument/2006/relationships/tags" Target="../tags/tag408.xml"/><Relationship Id="rId26" Type="http://schemas.openxmlformats.org/officeDocument/2006/relationships/tags" Target="../tags/tag416.xml"/><Relationship Id="rId39" Type="http://schemas.openxmlformats.org/officeDocument/2006/relationships/tags" Target="../tags/tag429.xml"/><Relationship Id="rId3" Type="http://schemas.openxmlformats.org/officeDocument/2006/relationships/tags" Target="../tags/tag393.xml"/><Relationship Id="rId21" Type="http://schemas.openxmlformats.org/officeDocument/2006/relationships/tags" Target="../tags/tag411.xml"/><Relationship Id="rId34" Type="http://schemas.openxmlformats.org/officeDocument/2006/relationships/tags" Target="../tags/tag424.xml"/><Relationship Id="rId42" Type="http://schemas.openxmlformats.org/officeDocument/2006/relationships/image" Target="../media/image2.png"/><Relationship Id="rId7" Type="http://schemas.openxmlformats.org/officeDocument/2006/relationships/tags" Target="../tags/tag397.xml"/><Relationship Id="rId12" Type="http://schemas.openxmlformats.org/officeDocument/2006/relationships/tags" Target="../tags/tag402.xml"/><Relationship Id="rId17" Type="http://schemas.openxmlformats.org/officeDocument/2006/relationships/tags" Target="../tags/tag407.xml"/><Relationship Id="rId25" Type="http://schemas.openxmlformats.org/officeDocument/2006/relationships/tags" Target="../tags/tag415.xml"/><Relationship Id="rId33" Type="http://schemas.openxmlformats.org/officeDocument/2006/relationships/tags" Target="../tags/tag423.xml"/><Relationship Id="rId38" Type="http://schemas.openxmlformats.org/officeDocument/2006/relationships/tags" Target="../tags/tag428.xml"/><Relationship Id="rId2" Type="http://schemas.openxmlformats.org/officeDocument/2006/relationships/tags" Target="../tags/tag392.xml"/><Relationship Id="rId16" Type="http://schemas.openxmlformats.org/officeDocument/2006/relationships/tags" Target="../tags/tag406.xml"/><Relationship Id="rId20" Type="http://schemas.openxmlformats.org/officeDocument/2006/relationships/tags" Target="../tags/tag410.xml"/><Relationship Id="rId29" Type="http://schemas.openxmlformats.org/officeDocument/2006/relationships/tags" Target="../tags/tag419.xml"/><Relationship Id="rId41" Type="http://schemas.openxmlformats.org/officeDocument/2006/relationships/notesSlide" Target="../notesSlides/notesSlide10.xml"/><Relationship Id="rId1" Type="http://schemas.openxmlformats.org/officeDocument/2006/relationships/tags" Target="../tags/tag391.xml"/><Relationship Id="rId6" Type="http://schemas.openxmlformats.org/officeDocument/2006/relationships/tags" Target="../tags/tag396.xml"/><Relationship Id="rId11" Type="http://schemas.openxmlformats.org/officeDocument/2006/relationships/tags" Target="../tags/tag401.xml"/><Relationship Id="rId24" Type="http://schemas.openxmlformats.org/officeDocument/2006/relationships/tags" Target="../tags/tag414.xml"/><Relationship Id="rId32" Type="http://schemas.openxmlformats.org/officeDocument/2006/relationships/tags" Target="../tags/tag422.xml"/><Relationship Id="rId37" Type="http://schemas.openxmlformats.org/officeDocument/2006/relationships/tags" Target="../tags/tag427.xml"/><Relationship Id="rId40" Type="http://schemas.openxmlformats.org/officeDocument/2006/relationships/slideLayout" Target="../slideLayouts/slideLayout18.xml"/><Relationship Id="rId45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395.xml"/><Relationship Id="rId15" Type="http://schemas.openxmlformats.org/officeDocument/2006/relationships/tags" Target="../tags/tag405.xml"/><Relationship Id="rId23" Type="http://schemas.openxmlformats.org/officeDocument/2006/relationships/tags" Target="../tags/tag413.xml"/><Relationship Id="rId28" Type="http://schemas.openxmlformats.org/officeDocument/2006/relationships/tags" Target="../tags/tag418.xml"/><Relationship Id="rId36" Type="http://schemas.openxmlformats.org/officeDocument/2006/relationships/tags" Target="../tags/tag426.xml"/><Relationship Id="rId10" Type="http://schemas.openxmlformats.org/officeDocument/2006/relationships/tags" Target="../tags/tag400.xml"/><Relationship Id="rId19" Type="http://schemas.openxmlformats.org/officeDocument/2006/relationships/tags" Target="../tags/tag409.xml"/><Relationship Id="rId31" Type="http://schemas.openxmlformats.org/officeDocument/2006/relationships/tags" Target="../tags/tag421.xml"/><Relationship Id="rId44" Type="http://schemas.openxmlformats.org/officeDocument/2006/relationships/image" Target="../media/image3.png"/><Relationship Id="rId4" Type="http://schemas.openxmlformats.org/officeDocument/2006/relationships/tags" Target="../tags/tag394.xml"/><Relationship Id="rId9" Type="http://schemas.openxmlformats.org/officeDocument/2006/relationships/tags" Target="../tags/tag399.xml"/><Relationship Id="rId14" Type="http://schemas.openxmlformats.org/officeDocument/2006/relationships/tags" Target="../tags/tag404.xml"/><Relationship Id="rId22" Type="http://schemas.openxmlformats.org/officeDocument/2006/relationships/tags" Target="../tags/tag412.xml"/><Relationship Id="rId27" Type="http://schemas.openxmlformats.org/officeDocument/2006/relationships/tags" Target="../tags/tag417.xml"/><Relationship Id="rId30" Type="http://schemas.openxmlformats.org/officeDocument/2006/relationships/tags" Target="../tags/tag420.xml"/><Relationship Id="rId35" Type="http://schemas.openxmlformats.org/officeDocument/2006/relationships/tags" Target="../tags/tag425.xml"/><Relationship Id="rId43" Type="http://schemas.openxmlformats.org/officeDocument/2006/relationships/image" Target="file:///C:\Users\1V994W2\PycharmProjects\PPT_Background_Generation/pic_temp/0_pic_quater_left_up.png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437.xml"/><Relationship Id="rId13" Type="http://schemas.openxmlformats.org/officeDocument/2006/relationships/tags" Target="../tags/tag442.xml"/><Relationship Id="rId18" Type="http://schemas.openxmlformats.org/officeDocument/2006/relationships/tags" Target="../tags/tag447.xml"/><Relationship Id="rId3" Type="http://schemas.openxmlformats.org/officeDocument/2006/relationships/tags" Target="../tags/tag432.xml"/><Relationship Id="rId21" Type="http://schemas.openxmlformats.org/officeDocument/2006/relationships/image" Target="../media/image2.png"/><Relationship Id="rId7" Type="http://schemas.openxmlformats.org/officeDocument/2006/relationships/tags" Target="../tags/tag436.xml"/><Relationship Id="rId12" Type="http://schemas.openxmlformats.org/officeDocument/2006/relationships/tags" Target="../tags/tag441.xml"/><Relationship Id="rId17" Type="http://schemas.openxmlformats.org/officeDocument/2006/relationships/tags" Target="../tags/tag446.xml"/><Relationship Id="rId2" Type="http://schemas.openxmlformats.org/officeDocument/2006/relationships/tags" Target="../tags/tag431.xml"/><Relationship Id="rId16" Type="http://schemas.openxmlformats.org/officeDocument/2006/relationships/tags" Target="../tags/tag445.xml"/><Relationship Id="rId20" Type="http://schemas.openxmlformats.org/officeDocument/2006/relationships/slideLayout" Target="../slideLayouts/slideLayout18.xml"/><Relationship Id="rId1" Type="http://schemas.openxmlformats.org/officeDocument/2006/relationships/tags" Target="../tags/tag430.xml"/><Relationship Id="rId6" Type="http://schemas.openxmlformats.org/officeDocument/2006/relationships/tags" Target="../tags/tag435.xml"/><Relationship Id="rId11" Type="http://schemas.openxmlformats.org/officeDocument/2006/relationships/tags" Target="../tags/tag440.xml"/><Relationship Id="rId24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434.xml"/><Relationship Id="rId15" Type="http://schemas.openxmlformats.org/officeDocument/2006/relationships/tags" Target="../tags/tag444.xml"/><Relationship Id="rId23" Type="http://schemas.openxmlformats.org/officeDocument/2006/relationships/image" Target="../media/image3.png"/><Relationship Id="rId10" Type="http://schemas.openxmlformats.org/officeDocument/2006/relationships/tags" Target="../tags/tag439.xml"/><Relationship Id="rId19" Type="http://schemas.openxmlformats.org/officeDocument/2006/relationships/tags" Target="../tags/tag448.xml"/><Relationship Id="rId4" Type="http://schemas.openxmlformats.org/officeDocument/2006/relationships/tags" Target="../tags/tag433.xml"/><Relationship Id="rId9" Type="http://schemas.openxmlformats.org/officeDocument/2006/relationships/tags" Target="../tags/tag438.xml"/><Relationship Id="rId14" Type="http://schemas.openxmlformats.org/officeDocument/2006/relationships/tags" Target="../tags/tag443.xml"/><Relationship Id="rId22" Type="http://schemas.openxmlformats.org/officeDocument/2006/relationships/image" Target="file:///C:\Users\1V994W2\PycharmProjects\PPT_Background_Generation/pic_temp/0_pic_quater_left_up.png" TargetMode="Externa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tags" Target="../tags/tag461.xml"/><Relationship Id="rId18" Type="http://schemas.openxmlformats.org/officeDocument/2006/relationships/tags" Target="../tags/tag466.xml"/><Relationship Id="rId26" Type="http://schemas.openxmlformats.org/officeDocument/2006/relationships/tags" Target="../tags/tag474.xml"/><Relationship Id="rId39" Type="http://schemas.openxmlformats.org/officeDocument/2006/relationships/tags" Target="../tags/tag487.xml"/><Relationship Id="rId21" Type="http://schemas.openxmlformats.org/officeDocument/2006/relationships/tags" Target="../tags/tag469.xml"/><Relationship Id="rId34" Type="http://schemas.openxmlformats.org/officeDocument/2006/relationships/tags" Target="../tags/tag482.xml"/><Relationship Id="rId42" Type="http://schemas.openxmlformats.org/officeDocument/2006/relationships/tags" Target="../tags/tag490.xml"/><Relationship Id="rId47" Type="http://schemas.openxmlformats.org/officeDocument/2006/relationships/tags" Target="../tags/tag495.xml"/><Relationship Id="rId50" Type="http://schemas.openxmlformats.org/officeDocument/2006/relationships/tags" Target="../tags/tag498.xml"/><Relationship Id="rId55" Type="http://schemas.openxmlformats.org/officeDocument/2006/relationships/image" Target="file:///C:\Users\1V994W2\PycharmProjects\PPT_Background_Generation/pic_temp/0_pic_quater_left_up.png" TargetMode="External"/><Relationship Id="rId7" Type="http://schemas.openxmlformats.org/officeDocument/2006/relationships/tags" Target="../tags/tag455.xml"/><Relationship Id="rId12" Type="http://schemas.openxmlformats.org/officeDocument/2006/relationships/tags" Target="../tags/tag460.xml"/><Relationship Id="rId17" Type="http://schemas.openxmlformats.org/officeDocument/2006/relationships/tags" Target="../tags/tag465.xml"/><Relationship Id="rId25" Type="http://schemas.openxmlformats.org/officeDocument/2006/relationships/tags" Target="../tags/tag473.xml"/><Relationship Id="rId33" Type="http://schemas.openxmlformats.org/officeDocument/2006/relationships/tags" Target="../tags/tag481.xml"/><Relationship Id="rId38" Type="http://schemas.openxmlformats.org/officeDocument/2006/relationships/tags" Target="../tags/tag486.xml"/><Relationship Id="rId46" Type="http://schemas.openxmlformats.org/officeDocument/2006/relationships/tags" Target="../tags/tag494.xml"/><Relationship Id="rId2" Type="http://schemas.openxmlformats.org/officeDocument/2006/relationships/tags" Target="../tags/tag450.xml"/><Relationship Id="rId16" Type="http://schemas.openxmlformats.org/officeDocument/2006/relationships/tags" Target="../tags/tag464.xml"/><Relationship Id="rId20" Type="http://schemas.openxmlformats.org/officeDocument/2006/relationships/tags" Target="../tags/tag468.xml"/><Relationship Id="rId29" Type="http://schemas.openxmlformats.org/officeDocument/2006/relationships/tags" Target="../tags/tag477.xml"/><Relationship Id="rId41" Type="http://schemas.openxmlformats.org/officeDocument/2006/relationships/tags" Target="../tags/tag489.xml"/><Relationship Id="rId54" Type="http://schemas.openxmlformats.org/officeDocument/2006/relationships/image" Target="../media/image2.png"/><Relationship Id="rId1" Type="http://schemas.openxmlformats.org/officeDocument/2006/relationships/tags" Target="../tags/tag449.xml"/><Relationship Id="rId6" Type="http://schemas.openxmlformats.org/officeDocument/2006/relationships/tags" Target="../tags/tag454.xml"/><Relationship Id="rId11" Type="http://schemas.openxmlformats.org/officeDocument/2006/relationships/tags" Target="../tags/tag459.xml"/><Relationship Id="rId24" Type="http://schemas.openxmlformats.org/officeDocument/2006/relationships/tags" Target="../tags/tag472.xml"/><Relationship Id="rId32" Type="http://schemas.openxmlformats.org/officeDocument/2006/relationships/tags" Target="../tags/tag480.xml"/><Relationship Id="rId37" Type="http://schemas.openxmlformats.org/officeDocument/2006/relationships/tags" Target="../tags/tag485.xml"/><Relationship Id="rId40" Type="http://schemas.openxmlformats.org/officeDocument/2006/relationships/tags" Target="../tags/tag488.xml"/><Relationship Id="rId45" Type="http://schemas.openxmlformats.org/officeDocument/2006/relationships/tags" Target="../tags/tag493.xml"/><Relationship Id="rId53" Type="http://schemas.openxmlformats.org/officeDocument/2006/relationships/slideLayout" Target="../slideLayouts/slideLayout18.xml"/><Relationship Id="rId5" Type="http://schemas.openxmlformats.org/officeDocument/2006/relationships/tags" Target="../tags/tag453.xml"/><Relationship Id="rId15" Type="http://schemas.openxmlformats.org/officeDocument/2006/relationships/tags" Target="../tags/tag463.xml"/><Relationship Id="rId23" Type="http://schemas.openxmlformats.org/officeDocument/2006/relationships/tags" Target="../tags/tag471.xml"/><Relationship Id="rId28" Type="http://schemas.openxmlformats.org/officeDocument/2006/relationships/tags" Target="../tags/tag476.xml"/><Relationship Id="rId36" Type="http://schemas.openxmlformats.org/officeDocument/2006/relationships/tags" Target="../tags/tag484.xml"/><Relationship Id="rId49" Type="http://schemas.openxmlformats.org/officeDocument/2006/relationships/tags" Target="../tags/tag497.xml"/><Relationship Id="rId57" Type="http://schemas.openxmlformats.org/officeDocument/2006/relationships/image" Target="file:///C:\Users\1V994W2\PycharmProjects\PPT_Background_Generation/pic_temp/1_pic_quater_right_up.png" TargetMode="External"/><Relationship Id="rId10" Type="http://schemas.openxmlformats.org/officeDocument/2006/relationships/tags" Target="../tags/tag458.xml"/><Relationship Id="rId19" Type="http://schemas.openxmlformats.org/officeDocument/2006/relationships/tags" Target="../tags/tag467.xml"/><Relationship Id="rId31" Type="http://schemas.openxmlformats.org/officeDocument/2006/relationships/tags" Target="../tags/tag479.xml"/><Relationship Id="rId44" Type="http://schemas.openxmlformats.org/officeDocument/2006/relationships/tags" Target="../tags/tag492.xml"/><Relationship Id="rId52" Type="http://schemas.openxmlformats.org/officeDocument/2006/relationships/tags" Target="../tags/tag500.xml"/><Relationship Id="rId4" Type="http://schemas.openxmlformats.org/officeDocument/2006/relationships/tags" Target="../tags/tag452.xml"/><Relationship Id="rId9" Type="http://schemas.openxmlformats.org/officeDocument/2006/relationships/tags" Target="../tags/tag457.xml"/><Relationship Id="rId14" Type="http://schemas.openxmlformats.org/officeDocument/2006/relationships/tags" Target="../tags/tag462.xml"/><Relationship Id="rId22" Type="http://schemas.openxmlformats.org/officeDocument/2006/relationships/tags" Target="../tags/tag470.xml"/><Relationship Id="rId27" Type="http://schemas.openxmlformats.org/officeDocument/2006/relationships/tags" Target="../tags/tag475.xml"/><Relationship Id="rId30" Type="http://schemas.openxmlformats.org/officeDocument/2006/relationships/tags" Target="../tags/tag478.xml"/><Relationship Id="rId35" Type="http://schemas.openxmlformats.org/officeDocument/2006/relationships/tags" Target="../tags/tag483.xml"/><Relationship Id="rId43" Type="http://schemas.openxmlformats.org/officeDocument/2006/relationships/tags" Target="../tags/tag491.xml"/><Relationship Id="rId48" Type="http://schemas.openxmlformats.org/officeDocument/2006/relationships/tags" Target="../tags/tag496.xml"/><Relationship Id="rId56" Type="http://schemas.openxmlformats.org/officeDocument/2006/relationships/image" Target="../media/image3.png"/><Relationship Id="rId8" Type="http://schemas.openxmlformats.org/officeDocument/2006/relationships/tags" Target="../tags/tag456.xml"/><Relationship Id="rId51" Type="http://schemas.openxmlformats.org/officeDocument/2006/relationships/tags" Target="../tags/tag499.xml"/><Relationship Id="rId3" Type="http://schemas.openxmlformats.org/officeDocument/2006/relationships/tags" Target="../tags/tag45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508.xml"/><Relationship Id="rId13" Type="http://schemas.openxmlformats.org/officeDocument/2006/relationships/tags" Target="../tags/tag513.xml"/><Relationship Id="rId3" Type="http://schemas.openxmlformats.org/officeDocument/2006/relationships/tags" Target="../tags/tag503.xml"/><Relationship Id="rId7" Type="http://schemas.openxmlformats.org/officeDocument/2006/relationships/tags" Target="../tags/tag507.xml"/><Relationship Id="rId12" Type="http://schemas.openxmlformats.org/officeDocument/2006/relationships/tags" Target="../tags/tag512.xml"/><Relationship Id="rId2" Type="http://schemas.openxmlformats.org/officeDocument/2006/relationships/tags" Target="../tags/tag502.xml"/><Relationship Id="rId16" Type="http://schemas.openxmlformats.org/officeDocument/2006/relationships/notesSlide" Target="../notesSlides/notesSlide11.xml"/><Relationship Id="rId1" Type="http://schemas.openxmlformats.org/officeDocument/2006/relationships/tags" Target="../tags/tag501.xml"/><Relationship Id="rId6" Type="http://schemas.openxmlformats.org/officeDocument/2006/relationships/tags" Target="../tags/tag506.xml"/><Relationship Id="rId11" Type="http://schemas.openxmlformats.org/officeDocument/2006/relationships/tags" Target="../tags/tag511.xml"/><Relationship Id="rId5" Type="http://schemas.openxmlformats.org/officeDocument/2006/relationships/tags" Target="../tags/tag505.xml"/><Relationship Id="rId15" Type="http://schemas.openxmlformats.org/officeDocument/2006/relationships/slideLayout" Target="../slideLayouts/slideLayout17.xml"/><Relationship Id="rId10" Type="http://schemas.openxmlformats.org/officeDocument/2006/relationships/tags" Target="../tags/tag510.xml"/><Relationship Id="rId4" Type="http://schemas.openxmlformats.org/officeDocument/2006/relationships/tags" Target="../tags/tag504.xml"/><Relationship Id="rId9" Type="http://schemas.openxmlformats.org/officeDocument/2006/relationships/tags" Target="../tags/tag509.xml"/><Relationship Id="rId14" Type="http://schemas.openxmlformats.org/officeDocument/2006/relationships/tags" Target="../tags/tag51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517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516.xml"/><Relationship Id="rId1" Type="http://schemas.openxmlformats.org/officeDocument/2006/relationships/tags" Target="../tags/tag515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51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526.xml"/><Relationship Id="rId13" Type="http://schemas.openxmlformats.org/officeDocument/2006/relationships/tags" Target="../tags/tag531.xml"/><Relationship Id="rId18" Type="http://schemas.openxmlformats.org/officeDocument/2006/relationships/tags" Target="../tags/tag536.xml"/><Relationship Id="rId26" Type="http://schemas.openxmlformats.org/officeDocument/2006/relationships/tags" Target="../tags/tag544.xml"/><Relationship Id="rId3" Type="http://schemas.openxmlformats.org/officeDocument/2006/relationships/tags" Target="../tags/tag521.xml"/><Relationship Id="rId21" Type="http://schemas.openxmlformats.org/officeDocument/2006/relationships/tags" Target="../tags/tag539.xml"/><Relationship Id="rId7" Type="http://schemas.openxmlformats.org/officeDocument/2006/relationships/tags" Target="../tags/tag525.xml"/><Relationship Id="rId12" Type="http://schemas.openxmlformats.org/officeDocument/2006/relationships/tags" Target="../tags/tag530.xml"/><Relationship Id="rId17" Type="http://schemas.openxmlformats.org/officeDocument/2006/relationships/tags" Target="../tags/tag535.xml"/><Relationship Id="rId25" Type="http://schemas.openxmlformats.org/officeDocument/2006/relationships/tags" Target="../tags/tag543.xml"/><Relationship Id="rId2" Type="http://schemas.openxmlformats.org/officeDocument/2006/relationships/tags" Target="../tags/tag520.xml"/><Relationship Id="rId16" Type="http://schemas.openxmlformats.org/officeDocument/2006/relationships/tags" Target="../tags/tag534.xml"/><Relationship Id="rId20" Type="http://schemas.openxmlformats.org/officeDocument/2006/relationships/tags" Target="../tags/tag538.xml"/><Relationship Id="rId29" Type="http://schemas.openxmlformats.org/officeDocument/2006/relationships/image" Target="file:///C:\Users\1V994W2\PycharmProjects\PPT_Background_Generation/pic_temp/0_pic_quater_left_up.png" TargetMode="External"/><Relationship Id="rId1" Type="http://schemas.openxmlformats.org/officeDocument/2006/relationships/tags" Target="../tags/tag519.xml"/><Relationship Id="rId6" Type="http://schemas.openxmlformats.org/officeDocument/2006/relationships/tags" Target="../tags/tag524.xml"/><Relationship Id="rId11" Type="http://schemas.openxmlformats.org/officeDocument/2006/relationships/tags" Target="../tags/tag529.xml"/><Relationship Id="rId24" Type="http://schemas.openxmlformats.org/officeDocument/2006/relationships/tags" Target="../tags/tag542.xml"/><Relationship Id="rId5" Type="http://schemas.openxmlformats.org/officeDocument/2006/relationships/tags" Target="../tags/tag523.xml"/><Relationship Id="rId15" Type="http://schemas.openxmlformats.org/officeDocument/2006/relationships/tags" Target="../tags/tag533.xml"/><Relationship Id="rId23" Type="http://schemas.openxmlformats.org/officeDocument/2006/relationships/tags" Target="../tags/tag541.xml"/><Relationship Id="rId28" Type="http://schemas.openxmlformats.org/officeDocument/2006/relationships/image" Target="../media/image2.png"/><Relationship Id="rId10" Type="http://schemas.openxmlformats.org/officeDocument/2006/relationships/tags" Target="../tags/tag528.xml"/><Relationship Id="rId19" Type="http://schemas.openxmlformats.org/officeDocument/2006/relationships/tags" Target="../tags/tag537.xml"/><Relationship Id="rId31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522.xml"/><Relationship Id="rId9" Type="http://schemas.openxmlformats.org/officeDocument/2006/relationships/tags" Target="../tags/tag527.xml"/><Relationship Id="rId14" Type="http://schemas.openxmlformats.org/officeDocument/2006/relationships/tags" Target="../tags/tag532.xml"/><Relationship Id="rId22" Type="http://schemas.openxmlformats.org/officeDocument/2006/relationships/tags" Target="../tags/tag540.xml"/><Relationship Id="rId27" Type="http://schemas.openxmlformats.org/officeDocument/2006/relationships/slideLayout" Target="../slideLayouts/slideLayout18.xml"/><Relationship Id="rId30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552.xml"/><Relationship Id="rId13" Type="http://schemas.openxmlformats.org/officeDocument/2006/relationships/image" Target="../media/image3.png"/><Relationship Id="rId3" Type="http://schemas.openxmlformats.org/officeDocument/2006/relationships/tags" Target="../tags/tag547.xml"/><Relationship Id="rId7" Type="http://schemas.openxmlformats.org/officeDocument/2006/relationships/tags" Target="../tags/tag551.xml"/><Relationship Id="rId12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546.xml"/><Relationship Id="rId1" Type="http://schemas.openxmlformats.org/officeDocument/2006/relationships/tags" Target="../tags/tag545.xml"/><Relationship Id="rId6" Type="http://schemas.openxmlformats.org/officeDocument/2006/relationships/tags" Target="../tags/tag550.xml"/><Relationship Id="rId11" Type="http://schemas.openxmlformats.org/officeDocument/2006/relationships/image" Target="../media/image2.png"/><Relationship Id="rId5" Type="http://schemas.openxmlformats.org/officeDocument/2006/relationships/tags" Target="../tags/tag549.xml"/><Relationship Id="rId10" Type="http://schemas.openxmlformats.org/officeDocument/2006/relationships/notesSlide" Target="../notesSlides/notesSlide12.xml"/><Relationship Id="rId4" Type="http://schemas.openxmlformats.org/officeDocument/2006/relationships/tags" Target="../tags/tag548.xml"/><Relationship Id="rId9" Type="http://schemas.openxmlformats.org/officeDocument/2006/relationships/slideLayout" Target="../slideLayouts/slideLayout18.xml"/><Relationship Id="rId14" Type="http://schemas.openxmlformats.org/officeDocument/2006/relationships/image" Target="file:///C:\Users\1V994W2\PycharmProjects\PPT_Background_Generation/pic_temp/1_pic_quater_right_up.png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560.xml"/><Relationship Id="rId13" Type="http://schemas.openxmlformats.org/officeDocument/2006/relationships/image" Target="../media/image2.png"/><Relationship Id="rId3" Type="http://schemas.openxmlformats.org/officeDocument/2006/relationships/tags" Target="../tags/tag555.xml"/><Relationship Id="rId7" Type="http://schemas.openxmlformats.org/officeDocument/2006/relationships/tags" Target="../tags/tag559.xml"/><Relationship Id="rId12" Type="http://schemas.openxmlformats.org/officeDocument/2006/relationships/notesSlide" Target="../notesSlides/notesSlide13.xml"/><Relationship Id="rId2" Type="http://schemas.openxmlformats.org/officeDocument/2006/relationships/tags" Target="../tags/tag554.xml"/><Relationship Id="rId16" Type="http://schemas.openxmlformats.org/officeDocument/2006/relationships/image" Target="file:///C:\Users\1V994W2\PycharmProjects\PPT_Background_Generation/pic_temp/1_pic_quater_right_up.png" TargetMode="External"/><Relationship Id="rId1" Type="http://schemas.openxmlformats.org/officeDocument/2006/relationships/tags" Target="../tags/tag553.xml"/><Relationship Id="rId6" Type="http://schemas.openxmlformats.org/officeDocument/2006/relationships/tags" Target="../tags/tag558.xml"/><Relationship Id="rId11" Type="http://schemas.openxmlformats.org/officeDocument/2006/relationships/slideLayout" Target="../slideLayouts/slideLayout18.xml"/><Relationship Id="rId5" Type="http://schemas.openxmlformats.org/officeDocument/2006/relationships/tags" Target="../tags/tag557.xml"/><Relationship Id="rId15" Type="http://schemas.openxmlformats.org/officeDocument/2006/relationships/image" Target="../media/image3.png"/><Relationship Id="rId10" Type="http://schemas.openxmlformats.org/officeDocument/2006/relationships/tags" Target="../tags/tag562.xml"/><Relationship Id="rId4" Type="http://schemas.openxmlformats.org/officeDocument/2006/relationships/tags" Target="../tags/tag556.xml"/><Relationship Id="rId9" Type="http://schemas.openxmlformats.org/officeDocument/2006/relationships/tags" Target="../tags/tag561.xml"/><Relationship Id="rId14" Type="http://schemas.openxmlformats.org/officeDocument/2006/relationships/image" Target="file:///C:\Users\1V994W2\PycharmProjects\PPT_Background_Generation/pic_temp/0_pic_quater_left_up.png" TargetMode="Externa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570.xml"/><Relationship Id="rId13" Type="http://schemas.openxmlformats.org/officeDocument/2006/relationships/image" Target="../media/image2.png"/><Relationship Id="rId3" Type="http://schemas.openxmlformats.org/officeDocument/2006/relationships/tags" Target="../tags/tag565.xml"/><Relationship Id="rId7" Type="http://schemas.openxmlformats.org/officeDocument/2006/relationships/tags" Target="../tags/tag569.xml"/><Relationship Id="rId12" Type="http://schemas.openxmlformats.org/officeDocument/2006/relationships/notesSlide" Target="../notesSlides/notesSlide14.xml"/><Relationship Id="rId2" Type="http://schemas.openxmlformats.org/officeDocument/2006/relationships/tags" Target="../tags/tag564.xml"/><Relationship Id="rId16" Type="http://schemas.openxmlformats.org/officeDocument/2006/relationships/image" Target="file:///C:\Users\1V994W2\PycharmProjects\PPT_Background_Generation/pic_temp/1_pic_quater_right_up.png" TargetMode="External"/><Relationship Id="rId1" Type="http://schemas.openxmlformats.org/officeDocument/2006/relationships/tags" Target="../tags/tag563.xml"/><Relationship Id="rId6" Type="http://schemas.openxmlformats.org/officeDocument/2006/relationships/tags" Target="../tags/tag568.xml"/><Relationship Id="rId11" Type="http://schemas.openxmlformats.org/officeDocument/2006/relationships/slideLayout" Target="../slideLayouts/slideLayout18.xml"/><Relationship Id="rId5" Type="http://schemas.openxmlformats.org/officeDocument/2006/relationships/tags" Target="../tags/tag567.xml"/><Relationship Id="rId15" Type="http://schemas.openxmlformats.org/officeDocument/2006/relationships/image" Target="../media/image3.png"/><Relationship Id="rId10" Type="http://schemas.openxmlformats.org/officeDocument/2006/relationships/tags" Target="../tags/tag572.xml"/><Relationship Id="rId4" Type="http://schemas.openxmlformats.org/officeDocument/2006/relationships/tags" Target="../tags/tag566.xml"/><Relationship Id="rId9" Type="http://schemas.openxmlformats.org/officeDocument/2006/relationships/tags" Target="../tags/tag571.xml"/><Relationship Id="rId14" Type="http://schemas.openxmlformats.org/officeDocument/2006/relationships/image" Target="file:///C:\Users\1V994W2\PycharmProjects\PPT_Background_Generation/pic_temp/0_pic_quater_left_up.png" TargetMode="Externa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575.xml"/><Relationship Id="rId7" Type="http://schemas.openxmlformats.org/officeDocument/2006/relationships/image" Target="../media/image2.png"/><Relationship Id="rId2" Type="http://schemas.openxmlformats.org/officeDocument/2006/relationships/tags" Target="../tags/tag574.xml"/><Relationship Id="rId1" Type="http://schemas.openxmlformats.org/officeDocument/2006/relationships/tags" Target="../tags/tag573.xml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576.xml"/><Relationship Id="rId9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584.xml"/><Relationship Id="rId13" Type="http://schemas.openxmlformats.org/officeDocument/2006/relationships/tags" Target="../tags/tag589.xml"/><Relationship Id="rId18" Type="http://schemas.openxmlformats.org/officeDocument/2006/relationships/tags" Target="../tags/tag594.xml"/><Relationship Id="rId26" Type="http://schemas.openxmlformats.org/officeDocument/2006/relationships/image" Target="../media/image3.png"/><Relationship Id="rId3" Type="http://schemas.openxmlformats.org/officeDocument/2006/relationships/tags" Target="../tags/tag579.xml"/><Relationship Id="rId21" Type="http://schemas.openxmlformats.org/officeDocument/2006/relationships/tags" Target="../tags/tag597.xml"/><Relationship Id="rId7" Type="http://schemas.openxmlformats.org/officeDocument/2006/relationships/tags" Target="../tags/tag583.xml"/><Relationship Id="rId12" Type="http://schemas.openxmlformats.org/officeDocument/2006/relationships/tags" Target="../tags/tag588.xml"/><Relationship Id="rId17" Type="http://schemas.openxmlformats.org/officeDocument/2006/relationships/tags" Target="../tags/tag593.xml"/><Relationship Id="rId25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578.xml"/><Relationship Id="rId16" Type="http://schemas.openxmlformats.org/officeDocument/2006/relationships/tags" Target="../tags/tag592.xml"/><Relationship Id="rId20" Type="http://schemas.openxmlformats.org/officeDocument/2006/relationships/tags" Target="../tags/tag596.xml"/><Relationship Id="rId1" Type="http://schemas.openxmlformats.org/officeDocument/2006/relationships/tags" Target="../tags/tag577.xml"/><Relationship Id="rId6" Type="http://schemas.openxmlformats.org/officeDocument/2006/relationships/tags" Target="../tags/tag582.xml"/><Relationship Id="rId11" Type="http://schemas.openxmlformats.org/officeDocument/2006/relationships/tags" Target="../tags/tag587.xml"/><Relationship Id="rId24" Type="http://schemas.openxmlformats.org/officeDocument/2006/relationships/image" Target="../media/image2.png"/><Relationship Id="rId5" Type="http://schemas.openxmlformats.org/officeDocument/2006/relationships/tags" Target="../tags/tag581.xml"/><Relationship Id="rId15" Type="http://schemas.openxmlformats.org/officeDocument/2006/relationships/tags" Target="../tags/tag591.xml"/><Relationship Id="rId23" Type="http://schemas.openxmlformats.org/officeDocument/2006/relationships/notesSlide" Target="../notesSlides/notesSlide16.xml"/><Relationship Id="rId10" Type="http://schemas.openxmlformats.org/officeDocument/2006/relationships/tags" Target="../tags/tag586.xml"/><Relationship Id="rId19" Type="http://schemas.openxmlformats.org/officeDocument/2006/relationships/tags" Target="../tags/tag595.xml"/><Relationship Id="rId4" Type="http://schemas.openxmlformats.org/officeDocument/2006/relationships/tags" Target="../tags/tag580.xml"/><Relationship Id="rId9" Type="http://schemas.openxmlformats.org/officeDocument/2006/relationships/tags" Target="../tags/tag585.xml"/><Relationship Id="rId14" Type="http://schemas.openxmlformats.org/officeDocument/2006/relationships/tags" Target="../tags/tag590.xml"/><Relationship Id="rId22" Type="http://schemas.openxmlformats.org/officeDocument/2006/relationships/slideLayout" Target="../slideLayouts/slideLayout18.xml"/><Relationship Id="rId27" Type="http://schemas.openxmlformats.org/officeDocument/2006/relationships/image" Target="file:///C:\Users\1V994W2\PycharmProjects\PPT_Background_Generation/pic_temp/1_pic_quater_right_up.png" TargetMode="Externa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600.xml"/><Relationship Id="rId7" Type="http://schemas.openxmlformats.org/officeDocument/2006/relationships/image" Target="../media/image2.png"/><Relationship Id="rId2" Type="http://schemas.openxmlformats.org/officeDocument/2006/relationships/tags" Target="../tags/tag599.xml"/><Relationship Id="rId1" Type="http://schemas.openxmlformats.org/officeDocument/2006/relationships/tags" Target="../tags/tag598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601.xml"/><Relationship Id="rId9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tags" Target="../tags/tag614.xml"/><Relationship Id="rId18" Type="http://schemas.openxmlformats.org/officeDocument/2006/relationships/tags" Target="../tags/tag619.xml"/><Relationship Id="rId26" Type="http://schemas.openxmlformats.org/officeDocument/2006/relationships/tags" Target="../tags/tag627.xml"/><Relationship Id="rId39" Type="http://schemas.openxmlformats.org/officeDocument/2006/relationships/tags" Target="../tags/tag640.xml"/><Relationship Id="rId21" Type="http://schemas.openxmlformats.org/officeDocument/2006/relationships/tags" Target="../tags/tag622.xml"/><Relationship Id="rId34" Type="http://schemas.openxmlformats.org/officeDocument/2006/relationships/tags" Target="../tags/tag635.xml"/><Relationship Id="rId42" Type="http://schemas.openxmlformats.org/officeDocument/2006/relationships/tags" Target="../tags/tag643.xml"/><Relationship Id="rId47" Type="http://schemas.openxmlformats.org/officeDocument/2006/relationships/tags" Target="../tags/tag648.xml"/><Relationship Id="rId50" Type="http://schemas.openxmlformats.org/officeDocument/2006/relationships/tags" Target="../tags/tag651.xml"/><Relationship Id="rId55" Type="http://schemas.openxmlformats.org/officeDocument/2006/relationships/tags" Target="../tags/tag656.xml"/><Relationship Id="rId63" Type="http://schemas.openxmlformats.org/officeDocument/2006/relationships/tags" Target="../tags/tag664.xml"/><Relationship Id="rId68" Type="http://schemas.openxmlformats.org/officeDocument/2006/relationships/tags" Target="../tags/tag669.xml"/><Relationship Id="rId76" Type="http://schemas.openxmlformats.org/officeDocument/2006/relationships/tags" Target="../tags/tag677.xml"/><Relationship Id="rId84" Type="http://schemas.openxmlformats.org/officeDocument/2006/relationships/image" Target="../media/image3.png"/><Relationship Id="rId7" Type="http://schemas.openxmlformats.org/officeDocument/2006/relationships/tags" Target="../tags/tag608.xml"/><Relationship Id="rId71" Type="http://schemas.openxmlformats.org/officeDocument/2006/relationships/tags" Target="../tags/tag672.xml"/><Relationship Id="rId2" Type="http://schemas.openxmlformats.org/officeDocument/2006/relationships/tags" Target="../tags/tag603.xml"/><Relationship Id="rId16" Type="http://schemas.openxmlformats.org/officeDocument/2006/relationships/tags" Target="../tags/tag617.xml"/><Relationship Id="rId29" Type="http://schemas.openxmlformats.org/officeDocument/2006/relationships/tags" Target="../tags/tag630.xml"/><Relationship Id="rId11" Type="http://schemas.openxmlformats.org/officeDocument/2006/relationships/tags" Target="../tags/tag612.xml"/><Relationship Id="rId24" Type="http://schemas.openxmlformats.org/officeDocument/2006/relationships/tags" Target="../tags/tag625.xml"/><Relationship Id="rId32" Type="http://schemas.openxmlformats.org/officeDocument/2006/relationships/tags" Target="../tags/tag633.xml"/><Relationship Id="rId37" Type="http://schemas.openxmlformats.org/officeDocument/2006/relationships/tags" Target="../tags/tag638.xml"/><Relationship Id="rId40" Type="http://schemas.openxmlformats.org/officeDocument/2006/relationships/tags" Target="../tags/tag641.xml"/><Relationship Id="rId45" Type="http://schemas.openxmlformats.org/officeDocument/2006/relationships/tags" Target="../tags/tag646.xml"/><Relationship Id="rId53" Type="http://schemas.openxmlformats.org/officeDocument/2006/relationships/tags" Target="../tags/tag654.xml"/><Relationship Id="rId58" Type="http://schemas.openxmlformats.org/officeDocument/2006/relationships/tags" Target="../tags/tag659.xml"/><Relationship Id="rId66" Type="http://schemas.openxmlformats.org/officeDocument/2006/relationships/tags" Target="../tags/tag667.xml"/><Relationship Id="rId74" Type="http://schemas.openxmlformats.org/officeDocument/2006/relationships/tags" Target="../tags/tag675.xml"/><Relationship Id="rId79" Type="http://schemas.openxmlformats.org/officeDocument/2006/relationships/tags" Target="../tags/tag680.xml"/><Relationship Id="rId5" Type="http://schemas.openxmlformats.org/officeDocument/2006/relationships/tags" Target="../tags/tag606.xml"/><Relationship Id="rId61" Type="http://schemas.openxmlformats.org/officeDocument/2006/relationships/tags" Target="../tags/tag662.xml"/><Relationship Id="rId82" Type="http://schemas.openxmlformats.org/officeDocument/2006/relationships/image" Target="../media/image2.png"/><Relationship Id="rId19" Type="http://schemas.openxmlformats.org/officeDocument/2006/relationships/tags" Target="../tags/tag620.xml"/><Relationship Id="rId4" Type="http://schemas.openxmlformats.org/officeDocument/2006/relationships/tags" Target="../tags/tag605.xml"/><Relationship Id="rId9" Type="http://schemas.openxmlformats.org/officeDocument/2006/relationships/tags" Target="../tags/tag610.xml"/><Relationship Id="rId14" Type="http://schemas.openxmlformats.org/officeDocument/2006/relationships/tags" Target="../tags/tag615.xml"/><Relationship Id="rId22" Type="http://schemas.openxmlformats.org/officeDocument/2006/relationships/tags" Target="../tags/tag623.xml"/><Relationship Id="rId27" Type="http://schemas.openxmlformats.org/officeDocument/2006/relationships/tags" Target="../tags/tag628.xml"/><Relationship Id="rId30" Type="http://schemas.openxmlformats.org/officeDocument/2006/relationships/tags" Target="../tags/tag631.xml"/><Relationship Id="rId35" Type="http://schemas.openxmlformats.org/officeDocument/2006/relationships/tags" Target="../tags/tag636.xml"/><Relationship Id="rId43" Type="http://schemas.openxmlformats.org/officeDocument/2006/relationships/tags" Target="../tags/tag644.xml"/><Relationship Id="rId48" Type="http://schemas.openxmlformats.org/officeDocument/2006/relationships/tags" Target="../tags/tag649.xml"/><Relationship Id="rId56" Type="http://schemas.openxmlformats.org/officeDocument/2006/relationships/tags" Target="../tags/tag657.xml"/><Relationship Id="rId64" Type="http://schemas.openxmlformats.org/officeDocument/2006/relationships/tags" Target="../tags/tag665.xml"/><Relationship Id="rId69" Type="http://schemas.openxmlformats.org/officeDocument/2006/relationships/tags" Target="../tags/tag670.xml"/><Relationship Id="rId77" Type="http://schemas.openxmlformats.org/officeDocument/2006/relationships/tags" Target="../tags/tag678.xml"/><Relationship Id="rId8" Type="http://schemas.openxmlformats.org/officeDocument/2006/relationships/tags" Target="../tags/tag609.xml"/><Relationship Id="rId51" Type="http://schemas.openxmlformats.org/officeDocument/2006/relationships/tags" Target="../tags/tag652.xml"/><Relationship Id="rId72" Type="http://schemas.openxmlformats.org/officeDocument/2006/relationships/tags" Target="../tags/tag673.xml"/><Relationship Id="rId80" Type="http://schemas.openxmlformats.org/officeDocument/2006/relationships/tags" Target="../tags/tag681.xml"/><Relationship Id="rId85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604.xml"/><Relationship Id="rId12" Type="http://schemas.openxmlformats.org/officeDocument/2006/relationships/tags" Target="../tags/tag613.xml"/><Relationship Id="rId17" Type="http://schemas.openxmlformats.org/officeDocument/2006/relationships/tags" Target="../tags/tag618.xml"/><Relationship Id="rId25" Type="http://schemas.openxmlformats.org/officeDocument/2006/relationships/tags" Target="../tags/tag626.xml"/><Relationship Id="rId33" Type="http://schemas.openxmlformats.org/officeDocument/2006/relationships/tags" Target="../tags/tag634.xml"/><Relationship Id="rId38" Type="http://schemas.openxmlformats.org/officeDocument/2006/relationships/tags" Target="../tags/tag639.xml"/><Relationship Id="rId46" Type="http://schemas.openxmlformats.org/officeDocument/2006/relationships/tags" Target="../tags/tag647.xml"/><Relationship Id="rId59" Type="http://schemas.openxmlformats.org/officeDocument/2006/relationships/tags" Target="../tags/tag660.xml"/><Relationship Id="rId67" Type="http://schemas.openxmlformats.org/officeDocument/2006/relationships/tags" Target="../tags/tag668.xml"/><Relationship Id="rId20" Type="http://schemas.openxmlformats.org/officeDocument/2006/relationships/tags" Target="../tags/tag621.xml"/><Relationship Id="rId41" Type="http://schemas.openxmlformats.org/officeDocument/2006/relationships/tags" Target="../tags/tag642.xml"/><Relationship Id="rId54" Type="http://schemas.openxmlformats.org/officeDocument/2006/relationships/tags" Target="../tags/tag655.xml"/><Relationship Id="rId62" Type="http://schemas.openxmlformats.org/officeDocument/2006/relationships/tags" Target="../tags/tag663.xml"/><Relationship Id="rId70" Type="http://schemas.openxmlformats.org/officeDocument/2006/relationships/tags" Target="../tags/tag671.xml"/><Relationship Id="rId75" Type="http://schemas.openxmlformats.org/officeDocument/2006/relationships/tags" Target="../tags/tag676.xml"/><Relationship Id="rId83" Type="http://schemas.openxmlformats.org/officeDocument/2006/relationships/image" Target="file:///C:\Users\1V994W2\PycharmProjects\PPT_Background_Generation/pic_temp/0_pic_quater_left_up.png" TargetMode="External"/><Relationship Id="rId1" Type="http://schemas.openxmlformats.org/officeDocument/2006/relationships/tags" Target="../tags/tag602.xml"/><Relationship Id="rId6" Type="http://schemas.openxmlformats.org/officeDocument/2006/relationships/tags" Target="../tags/tag607.xml"/><Relationship Id="rId15" Type="http://schemas.openxmlformats.org/officeDocument/2006/relationships/tags" Target="../tags/tag616.xml"/><Relationship Id="rId23" Type="http://schemas.openxmlformats.org/officeDocument/2006/relationships/tags" Target="../tags/tag624.xml"/><Relationship Id="rId28" Type="http://schemas.openxmlformats.org/officeDocument/2006/relationships/tags" Target="../tags/tag629.xml"/><Relationship Id="rId36" Type="http://schemas.openxmlformats.org/officeDocument/2006/relationships/tags" Target="../tags/tag637.xml"/><Relationship Id="rId49" Type="http://schemas.openxmlformats.org/officeDocument/2006/relationships/tags" Target="../tags/tag650.xml"/><Relationship Id="rId57" Type="http://schemas.openxmlformats.org/officeDocument/2006/relationships/tags" Target="../tags/tag658.xml"/><Relationship Id="rId10" Type="http://schemas.openxmlformats.org/officeDocument/2006/relationships/tags" Target="../tags/tag611.xml"/><Relationship Id="rId31" Type="http://schemas.openxmlformats.org/officeDocument/2006/relationships/tags" Target="../tags/tag632.xml"/><Relationship Id="rId44" Type="http://schemas.openxmlformats.org/officeDocument/2006/relationships/tags" Target="../tags/tag645.xml"/><Relationship Id="rId52" Type="http://schemas.openxmlformats.org/officeDocument/2006/relationships/tags" Target="../tags/tag653.xml"/><Relationship Id="rId60" Type="http://schemas.openxmlformats.org/officeDocument/2006/relationships/tags" Target="../tags/tag661.xml"/><Relationship Id="rId65" Type="http://schemas.openxmlformats.org/officeDocument/2006/relationships/tags" Target="../tags/tag666.xml"/><Relationship Id="rId73" Type="http://schemas.openxmlformats.org/officeDocument/2006/relationships/tags" Target="../tags/tag674.xml"/><Relationship Id="rId78" Type="http://schemas.openxmlformats.org/officeDocument/2006/relationships/tags" Target="../tags/tag679.xml"/><Relationship Id="rId8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684.xml"/><Relationship Id="rId7" Type="http://schemas.openxmlformats.org/officeDocument/2006/relationships/image" Target="../media/image2.png"/><Relationship Id="rId2" Type="http://schemas.openxmlformats.org/officeDocument/2006/relationships/tags" Target="../tags/tag683.xml"/><Relationship Id="rId1" Type="http://schemas.openxmlformats.org/officeDocument/2006/relationships/tags" Target="../tags/tag682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685.xml"/><Relationship Id="rId9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tags" Target="../tags/tag698.xml"/><Relationship Id="rId18" Type="http://schemas.openxmlformats.org/officeDocument/2006/relationships/tags" Target="../tags/tag703.xml"/><Relationship Id="rId26" Type="http://schemas.openxmlformats.org/officeDocument/2006/relationships/tags" Target="../tags/tag711.xml"/><Relationship Id="rId39" Type="http://schemas.openxmlformats.org/officeDocument/2006/relationships/tags" Target="../tags/tag724.xml"/><Relationship Id="rId21" Type="http://schemas.openxmlformats.org/officeDocument/2006/relationships/tags" Target="../tags/tag706.xml"/><Relationship Id="rId34" Type="http://schemas.openxmlformats.org/officeDocument/2006/relationships/tags" Target="../tags/tag719.xml"/><Relationship Id="rId42" Type="http://schemas.openxmlformats.org/officeDocument/2006/relationships/tags" Target="../tags/tag727.xml"/><Relationship Id="rId47" Type="http://schemas.openxmlformats.org/officeDocument/2006/relationships/tags" Target="../tags/tag732.xml"/><Relationship Id="rId50" Type="http://schemas.openxmlformats.org/officeDocument/2006/relationships/tags" Target="../tags/tag735.xml"/><Relationship Id="rId55" Type="http://schemas.openxmlformats.org/officeDocument/2006/relationships/image" Target="../media/image2.png"/><Relationship Id="rId7" Type="http://schemas.openxmlformats.org/officeDocument/2006/relationships/tags" Target="../tags/tag692.xml"/><Relationship Id="rId12" Type="http://schemas.openxmlformats.org/officeDocument/2006/relationships/tags" Target="../tags/tag697.xml"/><Relationship Id="rId17" Type="http://schemas.openxmlformats.org/officeDocument/2006/relationships/tags" Target="../tags/tag702.xml"/><Relationship Id="rId25" Type="http://schemas.openxmlformats.org/officeDocument/2006/relationships/tags" Target="../tags/tag710.xml"/><Relationship Id="rId33" Type="http://schemas.openxmlformats.org/officeDocument/2006/relationships/tags" Target="../tags/tag718.xml"/><Relationship Id="rId38" Type="http://schemas.openxmlformats.org/officeDocument/2006/relationships/tags" Target="../tags/tag723.xml"/><Relationship Id="rId46" Type="http://schemas.openxmlformats.org/officeDocument/2006/relationships/tags" Target="../tags/tag731.xml"/><Relationship Id="rId2" Type="http://schemas.openxmlformats.org/officeDocument/2006/relationships/tags" Target="../tags/tag687.xml"/><Relationship Id="rId16" Type="http://schemas.openxmlformats.org/officeDocument/2006/relationships/tags" Target="../tags/tag701.xml"/><Relationship Id="rId20" Type="http://schemas.openxmlformats.org/officeDocument/2006/relationships/tags" Target="../tags/tag705.xml"/><Relationship Id="rId29" Type="http://schemas.openxmlformats.org/officeDocument/2006/relationships/tags" Target="../tags/tag714.xml"/><Relationship Id="rId41" Type="http://schemas.openxmlformats.org/officeDocument/2006/relationships/tags" Target="../tags/tag726.xml"/><Relationship Id="rId54" Type="http://schemas.openxmlformats.org/officeDocument/2006/relationships/slideLayout" Target="../slideLayouts/slideLayout18.xml"/><Relationship Id="rId1" Type="http://schemas.openxmlformats.org/officeDocument/2006/relationships/tags" Target="../tags/tag686.xml"/><Relationship Id="rId6" Type="http://schemas.openxmlformats.org/officeDocument/2006/relationships/tags" Target="../tags/tag691.xml"/><Relationship Id="rId11" Type="http://schemas.openxmlformats.org/officeDocument/2006/relationships/tags" Target="../tags/tag696.xml"/><Relationship Id="rId24" Type="http://schemas.openxmlformats.org/officeDocument/2006/relationships/tags" Target="../tags/tag709.xml"/><Relationship Id="rId32" Type="http://schemas.openxmlformats.org/officeDocument/2006/relationships/tags" Target="../tags/tag717.xml"/><Relationship Id="rId37" Type="http://schemas.openxmlformats.org/officeDocument/2006/relationships/tags" Target="../tags/tag722.xml"/><Relationship Id="rId40" Type="http://schemas.openxmlformats.org/officeDocument/2006/relationships/tags" Target="../tags/tag725.xml"/><Relationship Id="rId45" Type="http://schemas.openxmlformats.org/officeDocument/2006/relationships/tags" Target="../tags/tag730.xml"/><Relationship Id="rId53" Type="http://schemas.openxmlformats.org/officeDocument/2006/relationships/tags" Target="../tags/tag738.xml"/><Relationship Id="rId58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690.xml"/><Relationship Id="rId15" Type="http://schemas.openxmlformats.org/officeDocument/2006/relationships/tags" Target="../tags/tag700.xml"/><Relationship Id="rId23" Type="http://schemas.openxmlformats.org/officeDocument/2006/relationships/tags" Target="../tags/tag708.xml"/><Relationship Id="rId28" Type="http://schemas.openxmlformats.org/officeDocument/2006/relationships/tags" Target="../tags/tag713.xml"/><Relationship Id="rId36" Type="http://schemas.openxmlformats.org/officeDocument/2006/relationships/tags" Target="../tags/tag721.xml"/><Relationship Id="rId49" Type="http://schemas.openxmlformats.org/officeDocument/2006/relationships/tags" Target="../tags/tag734.xml"/><Relationship Id="rId57" Type="http://schemas.openxmlformats.org/officeDocument/2006/relationships/image" Target="../media/image3.png"/><Relationship Id="rId10" Type="http://schemas.openxmlformats.org/officeDocument/2006/relationships/tags" Target="../tags/tag695.xml"/><Relationship Id="rId19" Type="http://schemas.openxmlformats.org/officeDocument/2006/relationships/tags" Target="../tags/tag704.xml"/><Relationship Id="rId31" Type="http://schemas.openxmlformats.org/officeDocument/2006/relationships/tags" Target="../tags/tag716.xml"/><Relationship Id="rId44" Type="http://schemas.openxmlformats.org/officeDocument/2006/relationships/tags" Target="../tags/tag729.xml"/><Relationship Id="rId52" Type="http://schemas.openxmlformats.org/officeDocument/2006/relationships/tags" Target="../tags/tag737.xml"/><Relationship Id="rId4" Type="http://schemas.openxmlformats.org/officeDocument/2006/relationships/tags" Target="../tags/tag689.xml"/><Relationship Id="rId9" Type="http://schemas.openxmlformats.org/officeDocument/2006/relationships/tags" Target="../tags/tag694.xml"/><Relationship Id="rId14" Type="http://schemas.openxmlformats.org/officeDocument/2006/relationships/tags" Target="../tags/tag699.xml"/><Relationship Id="rId22" Type="http://schemas.openxmlformats.org/officeDocument/2006/relationships/tags" Target="../tags/tag707.xml"/><Relationship Id="rId27" Type="http://schemas.openxmlformats.org/officeDocument/2006/relationships/tags" Target="../tags/tag712.xml"/><Relationship Id="rId30" Type="http://schemas.openxmlformats.org/officeDocument/2006/relationships/tags" Target="../tags/tag715.xml"/><Relationship Id="rId35" Type="http://schemas.openxmlformats.org/officeDocument/2006/relationships/tags" Target="../tags/tag720.xml"/><Relationship Id="rId43" Type="http://schemas.openxmlformats.org/officeDocument/2006/relationships/tags" Target="../tags/tag728.xml"/><Relationship Id="rId48" Type="http://schemas.openxmlformats.org/officeDocument/2006/relationships/tags" Target="../tags/tag733.xml"/><Relationship Id="rId56" Type="http://schemas.openxmlformats.org/officeDocument/2006/relationships/image" Target="file:///C:\Users\1V994W2\PycharmProjects\PPT_Background_Generation/pic_temp/0_pic_quater_left_up.png" TargetMode="External"/><Relationship Id="rId8" Type="http://schemas.openxmlformats.org/officeDocument/2006/relationships/tags" Target="../tags/tag693.xml"/><Relationship Id="rId51" Type="http://schemas.openxmlformats.org/officeDocument/2006/relationships/tags" Target="../tags/tag736.xml"/><Relationship Id="rId3" Type="http://schemas.openxmlformats.org/officeDocument/2006/relationships/tags" Target="../tags/tag688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tags" Target="../tags/tag751.xml"/><Relationship Id="rId18" Type="http://schemas.openxmlformats.org/officeDocument/2006/relationships/tags" Target="../tags/tag756.xml"/><Relationship Id="rId26" Type="http://schemas.openxmlformats.org/officeDocument/2006/relationships/tags" Target="../tags/tag764.xml"/><Relationship Id="rId39" Type="http://schemas.openxmlformats.org/officeDocument/2006/relationships/tags" Target="../tags/tag777.xml"/><Relationship Id="rId21" Type="http://schemas.openxmlformats.org/officeDocument/2006/relationships/tags" Target="../tags/tag759.xml"/><Relationship Id="rId34" Type="http://schemas.openxmlformats.org/officeDocument/2006/relationships/tags" Target="../tags/tag772.xml"/><Relationship Id="rId42" Type="http://schemas.openxmlformats.org/officeDocument/2006/relationships/tags" Target="../tags/tag780.xml"/><Relationship Id="rId47" Type="http://schemas.openxmlformats.org/officeDocument/2006/relationships/tags" Target="../tags/tag785.xml"/><Relationship Id="rId50" Type="http://schemas.openxmlformats.org/officeDocument/2006/relationships/tags" Target="../tags/tag788.xml"/><Relationship Id="rId55" Type="http://schemas.openxmlformats.org/officeDocument/2006/relationships/tags" Target="../tags/tag793.xml"/><Relationship Id="rId63" Type="http://schemas.openxmlformats.org/officeDocument/2006/relationships/tags" Target="../tags/tag801.xml"/><Relationship Id="rId68" Type="http://schemas.openxmlformats.org/officeDocument/2006/relationships/tags" Target="../tags/tag806.xml"/><Relationship Id="rId76" Type="http://schemas.openxmlformats.org/officeDocument/2006/relationships/tags" Target="../tags/tag814.xml"/><Relationship Id="rId7" Type="http://schemas.openxmlformats.org/officeDocument/2006/relationships/tags" Target="../tags/tag745.xml"/><Relationship Id="rId71" Type="http://schemas.openxmlformats.org/officeDocument/2006/relationships/tags" Target="../tags/tag809.xml"/><Relationship Id="rId2" Type="http://schemas.openxmlformats.org/officeDocument/2006/relationships/tags" Target="../tags/tag740.xml"/><Relationship Id="rId16" Type="http://schemas.openxmlformats.org/officeDocument/2006/relationships/tags" Target="../tags/tag754.xml"/><Relationship Id="rId29" Type="http://schemas.openxmlformats.org/officeDocument/2006/relationships/tags" Target="../tags/tag767.xml"/><Relationship Id="rId11" Type="http://schemas.openxmlformats.org/officeDocument/2006/relationships/tags" Target="../tags/tag749.xml"/><Relationship Id="rId24" Type="http://schemas.openxmlformats.org/officeDocument/2006/relationships/tags" Target="../tags/tag762.xml"/><Relationship Id="rId32" Type="http://schemas.openxmlformats.org/officeDocument/2006/relationships/tags" Target="../tags/tag770.xml"/><Relationship Id="rId37" Type="http://schemas.openxmlformats.org/officeDocument/2006/relationships/tags" Target="../tags/tag775.xml"/><Relationship Id="rId40" Type="http://schemas.openxmlformats.org/officeDocument/2006/relationships/tags" Target="../tags/tag778.xml"/><Relationship Id="rId45" Type="http://schemas.openxmlformats.org/officeDocument/2006/relationships/tags" Target="../tags/tag783.xml"/><Relationship Id="rId53" Type="http://schemas.openxmlformats.org/officeDocument/2006/relationships/tags" Target="../tags/tag791.xml"/><Relationship Id="rId58" Type="http://schemas.openxmlformats.org/officeDocument/2006/relationships/tags" Target="../tags/tag796.xml"/><Relationship Id="rId66" Type="http://schemas.openxmlformats.org/officeDocument/2006/relationships/tags" Target="../tags/tag804.xml"/><Relationship Id="rId74" Type="http://schemas.openxmlformats.org/officeDocument/2006/relationships/tags" Target="../tags/tag812.xml"/><Relationship Id="rId79" Type="http://schemas.openxmlformats.org/officeDocument/2006/relationships/image" Target="../media/image2.png"/><Relationship Id="rId5" Type="http://schemas.openxmlformats.org/officeDocument/2006/relationships/tags" Target="../tags/tag743.xml"/><Relationship Id="rId61" Type="http://schemas.openxmlformats.org/officeDocument/2006/relationships/tags" Target="../tags/tag799.xml"/><Relationship Id="rId82" Type="http://schemas.openxmlformats.org/officeDocument/2006/relationships/image" Target="file:///C:\Users\1V994W2\PycharmProjects\PPT_Background_Generation/pic_temp/1_pic_quater_right_up.png" TargetMode="External"/><Relationship Id="rId10" Type="http://schemas.openxmlformats.org/officeDocument/2006/relationships/tags" Target="../tags/tag748.xml"/><Relationship Id="rId19" Type="http://schemas.openxmlformats.org/officeDocument/2006/relationships/tags" Target="../tags/tag757.xml"/><Relationship Id="rId31" Type="http://schemas.openxmlformats.org/officeDocument/2006/relationships/tags" Target="../tags/tag769.xml"/><Relationship Id="rId44" Type="http://schemas.openxmlformats.org/officeDocument/2006/relationships/tags" Target="../tags/tag782.xml"/><Relationship Id="rId52" Type="http://schemas.openxmlformats.org/officeDocument/2006/relationships/tags" Target="../tags/tag790.xml"/><Relationship Id="rId60" Type="http://schemas.openxmlformats.org/officeDocument/2006/relationships/tags" Target="../tags/tag798.xml"/><Relationship Id="rId65" Type="http://schemas.openxmlformats.org/officeDocument/2006/relationships/tags" Target="../tags/tag803.xml"/><Relationship Id="rId73" Type="http://schemas.openxmlformats.org/officeDocument/2006/relationships/tags" Target="../tags/tag811.xml"/><Relationship Id="rId78" Type="http://schemas.openxmlformats.org/officeDocument/2006/relationships/slideLayout" Target="../slideLayouts/slideLayout18.xml"/><Relationship Id="rId81" Type="http://schemas.openxmlformats.org/officeDocument/2006/relationships/image" Target="../media/image3.png"/><Relationship Id="rId4" Type="http://schemas.openxmlformats.org/officeDocument/2006/relationships/tags" Target="../tags/tag742.xml"/><Relationship Id="rId9" Type="http://schemas.openxmlformats.org/officeDocument/2006/relationships/tags" Target="../tags/tag747.xml"/><Relationship Id="rId14" Type="http://schemas.openxmlformats.org/officeDocument/2006/relationships/tags" Target="../tags/tag752.xml"/><Relationship Id="rId22" Type="http://schemas.openxmlformats.org/officeDocument/2006/relationships/tags" Target="../tags/tag760.xml"/><Relationship Id="rId27" Type="http://schemas.openxmlformats.org/officeDocument/2006/relationships/tags" Target="../tags/tag765.xml"/><Relationship Id="rId30" Type="http://schemas.openxmlformats.org/officeDocument/2006/relationships/tags" Target="../tags/tag768.xml"/><Relationship Id="rId35" Type="http://schemas.openxmlformats.org/officeDocument/2006/relationships/tags" Target="../tags/tag773.xml"/><Relationship Id="rId43" Type="http://schemas.openxmlformats.org/officeDocument/2006/relationships/tags" Target="../tags/tag781.xml"/><Relationship Id="rId48" Type="http://schemas.openxmlformats.org/officeDocument/2006/relationships/tags" Target="../tags/tag786.xml"/><Relationship Id="rId56" Type="http://schemas.openxmlformats.org/officeDocument/2006/relationships/tags" Target="../tags/tag794.xml"/><Relationship Id="rId64" Type="http://schemas.openxmlformats.org/officeDocument/2006/relationships/tags" Target="../tags/tag802.xml"/><Relationship Id="rId69" Type="http://schemas.openxmlformats.org/officeDocument/2006/relationships/tags" Target="../tags/tag807.xml"/><Relationship Id="rId77" Type="http://schemas.openxmlformats.org/officeDocument/2006/relationships/tags" Target="../tags/tag815.xml"/><Relationship Id="rId8" Type="http://schemas.openxmlformats.org/officeDocument/2006/relationships/tags" Target="../tags/tag746.xml"/><Relationship Id="rId51" Type="http://schemas.openxmlformats.org/officeDocument/2006/relationships/tags" Target="../tags/tag789.xml"/><Relationship Id="rId72" Type="http://schemas.openxmlformats.org/officeDocument/2006/relationships/tags" Target="../tags/tag810.xml"/><Relationship Id="rId80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741.xml"/><Relationship Id="rId12" Type="http://schemas.openxmlformats.org/officeDocument/2006/relationships/tags" Target="../tags/tag750.xml"/><Relationship Id="rId17" Type="http://schemas.openxmlformats.org/officeDocument/2006/relationships/tags" Target="../tags/tag755.xml"/><Relationship Id="rId25" Type="http://schemas.openxmlformats.org/officeDocument/2006/relationships/tags" Target="../tags/tag763.xml"/><Relationship Id="rId33" Type="http://schemas.openxmlformats.org/officeDocument/2006/relationships/tags" Target="../tags/tag771.xml"/><Relationship Id="rId38" Type="http://schemas.openxmlformats.org/officeDocument/2006/relationships/tags" Target="../tags/tag776.xml"/><Relationship Id="rId46" Type="http://schemas.openxmlformats.org/officeDocument/2006/relationships/tags" Target="../tags/tag784.xml"/><Relationship Id="rId59" Type="http://schemas.openxmlformats.org/officeDocument/2006/relationships/tags" Target="../tags/tag797.xml"/><Relationship Id="rId67" Type="http://schemas.openxmlformats.org/officeDocument/2006/relationships/tags" Target="../tags/tag805.xml"/><Relationship Id="rId20" Type="http://schemas.openxmlformats.org/officeDocument/2006/relationships/tags" Target="../tags/tag758.xml"/><Relationship Id="rId41" Type="http://schemas.openxmlformats.org/officeDocument/2006/relationships/tags" Target="../tags/tag779.xml"/><Relationship Id="rId54" Type="http://schemas.openxmlformats.org/officeDocument/2006/relationships/tags" Target="../tags/tag792.xml"/><Relationship Id="rId62" Type="http://schemas.openxmlformats.org/officeDocument/2006/relationships/tags" Target="../tags/tag800.xml"/><Relationship Id="rId70" Type="http://schemas.openxmlformats.org/officeDocument/2006/relationships/tags" Target="../tags/tag808.xml"/><Relationship Id="rId75" Type="http://schemas.openxmlformats.org/officeDocument/2006/relationships/tags" Target="../tags/tag813.xml"/><Relationship Id="rId1" Type="http://schemas.openxmlformats.org/officeDocument/2006/relationships/tags" Target="../tags/tag739.xml"/><Relationship Id="rId6" Type="http://schemas.openxmlformats.org/officeDocument/2006/relationships/tags" Target="../tags/tag744.xml"/><Relationship Id="rId15" Type="http://schemas.openxmlformats.org/officeDocument/2006/relationships/tags" Target="../tags/tag753.xml"/><Relationship Id="rId23" Type="http://schemas.openxmlformats.org/officeDocument/2006/relationships/tags" Target="../tags/tag761.xml"/><Relationship Id="rId28" Type="http://schemas.openxmlformats.org/officeDocument/2006/relationships/tags" Target="../tags/tag766.xml"/><Relationship Id="rId36" Type="http://schemas.openxmlformats.org/officeDocument/2006/relationships/tags" Target="../tags/tag774.xml"/><Relationship Id="rId49" Type="http://schemas.openxmlformats.org/officeDocument/2006/relationships/tags" Target="../tags/tag787.xml"/><Relationship Id="rId57" Type="http://schemas.openxmlformats.org/officeDocument/2006/relationships/tags" Target="../tags/tag795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818.xml"/><Relationship Id="rId7" Type="http://schemas.openxmlformats.org/officeDocument/2006/relationships/image" Target="../media/image2.png"/><Relationship Id="rId2" Type="http://schemas.openxmlformats.org/officeDocument/2006/relationships/tags" Target="../tags/tag817.xml"/><Relationship Id="rId1" Type="http://schemas.openxmlformats.org/officeDocument/2006/relationships/tags" Target="../tags/tag816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819.xml"/><Relationship Id="rId9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tags" Target="../tags/tag832.xml"/><Relationship Id="rId18" Type="http://schemas.openxmlformats.org/officeDocument/2006/relationships/tags" Target="../tags/tag837.xml"/><Relationship Id="rId26" Type="http://schemas.openxmlformats.org/officeDocument/2006/relationships/tags" Target="../tags/tag845.xml"/><Relationship Id="rId39" Type="http://schemas.openxmlformats.org/officeDocument/2006/relationships/tags" Target="../tags/tag858.xml"/><Relationship Id="rId3" Type="http://schemas.openxmlformats.org/officeDocument/2006/relationships/tags" Target="../tags/tag822.xml"/><Relationship Id="rId21" Type="http://schemas.openxmlformats.org/officeDocument/2006/relationships/tags" Target="../tags/tag840.xml"/><Relationship Id="rId34" Type="http://schemas.openxmlformats.org/officeDocument/2006/relationships/tags" Target="../tags/tag853.xml"/><Relationship Id="rId42" Type="http://schemas.openxmlformats.org/officeDocument/2006/relationships/tags" Target="../tags/tag861.xml"/><Relationship Id="rId47" Type="http://schemas.openxmlformats.org/officeDocument/2006/relationships/slideLayout" Target="../slideLayouts/slideLayout18.xml"/><Relationship Id="rId50" Type="http://schemas.openxmlformats.org/officeDocument/2006/relationships/image" Target="../media/image3.png"/><Relationship Id="rId7" Type="http://schemas.openxmlformats.org/officeDocument/2006/relationships/tags" Target="../tags/tag826.xml"/><Relationship Id="rId12" Type="http://schemas.openxmlformats.org/officeDocument/2006/relationships/tags" Target="../tags/tag831.xml"/><Relationship Id="rId17" Type="http://schemas.openxmlformats.org/officeDocument/2006/relationships/tags" Target="../tags/tag836.xml"/><Relationship Id="rId25" Type="http://schemas.openxmlformats.org/officeDocument/2006/relationships/tags" Target="../tags/tag844.xml"/><Relationship Id="rId33" Type="http://schemas.openxmlformats.org/officeDocument/2006/relationships/tags" Target="../tags/tag852.xml"/><Relationship Id="rId38" Type="http://schemas.openxmlformats.org/officeDocument/2006/relationships/tags" Target="../tags/tag857.xml"/><Relationship Id="rId46" Type="http://schemas.openxmlformats.org/officeDocument/2006/relationships/tags" Target="../tags/tag865.xml"/><Relationship Id="rId2" Type="http://schemas.openxmlformats.org/officeDocument/2006/relationships/tags" Target="../tags/tag821.xml"/><Relationship Id="rId16" Type="http://schemas.openxmlformats.org/officeDocument/2006/relationships/tags" Target="../tags/tag835.xml"/><Relationship Id="rId20" Type="http://schemas.openxmlformats.org/officeDocument/2006/relationships/tags" Target="../tags/tag839.xml"/><Relationship Id="rId29" Type="http://schemas.openxmlformats.org/officeDocument/2006/relationships/tags" Target="../tags/tag848.xml"/><Relationship Id="rId41" Type="http://schemas.openxmlformats.org/officeDocument/2006/relationships/tags" Target="../tags/tag860.xml"/><Relationship Id="rId1" Type="http://schemas.openxmlformats.org/officeDocument/2006/relationships/tags" Target="../tags/tag820.xml"/><Relationship Id="rId6" Type="http://schemas.openxmlformats.org/officeDocument/2006/relationships/tags" Target="../tags/tag825.xml"/><Relationship Id="rId11" Type="http://schemas.openxmlformats.org/officeDocument/2006/relationships/tags" Target="../tags/tag830.xml"/><Relationship Id="rId24" Type="http://schemas.openxmlformats.org/officeDocument/2006/relationships/tags" Target="../tags/tag843.xml"/><Relationship Id="rId32" Type="http://schemas.openxmlformats.org/officeDocument/2006/relationships/tags" Target="../tags/tag851.xml"/><Relationship Id="rId37" Type="http://schemas.openxmlformats.org/officeDocument/2006/relationships/tags" Target="../tags/tag856.xml"/><Relationship Id="rId40" Type="http://schemas.openxmlformats.org/officeDocument/2006/relationships/tags" Target="../tags/tag859.xml"/><Relationship Id="rId45" Type="http://schemas.openxmlformats.org/officeDocument/2006/relationships/tags" Target="../tags/tag864.xml"/><Relationship Id="rId5" Type="http://schemas.openxmlformats.org/officeDocument/2006/relationships/tags" Target="../tags/tag824.xml"/><Relationship Id="rId15" Type="http://schemas.openxmlformats.org/officeDocument/2006/relationships/tags" Target="../tags/tag834.xml"/><Relationship Id="rId23" Type="http://schemas.openxmlformats.org/officeDocument/2006/relationships/tags" Target="../tags/tag842.xml"/><Relationship Id="rId28" Type="http://schemas.openxmlformats.org/officeDocument/2006/relationships/tags" Target="../tags/tag847.xml"/><Relationship Id="rId36" Type="http://schemas.openxmlformats.org/officeDocument/2006/relationships/tags" Target="../tags/tag855.xml"/><Relationship Id="rId49" Type="http://schemas.openxmlformats.org/officeDocument/2006/relationships/image" Target="file:///C:\Users\1V994W2\PycharmProjects\PPT_Background_Generation/pic_temp/0_pic_quater_left_up.png" TargetMode="External"/><Relationship Id="rId10" Type="http://schemas.openxmlformats.org/officeDocument/2006/relationships/tags" Target="../tags/tag829.xml"/><Relationship Id="rId19" Type="http://schemas.openxmlformats.org/officeDocument/2006/relationships/tags" Target="../tags/tag838.xml"/><Relationship Id="rId31" Type="http://schemas.openxmlformats.org/officeDocument/2006/relationships/tags" Target="../tags/tag850.xml"/><Relationship Id="rId44" Type="http://schemas.openxmlformats.org/officeDocument/2006/relationships/tags" Target="../tags/tag863.xml"/><Relationship Id="rId4" Type="http://schemas.openxmlformats.org/officeDocument/2006/relationships/tags" Target="../tags/tag823.xml"/><Relationship Id="rId9" Type="http://schemas.openxmlformats.org/officeDocument/2006/relationships/tags" Target="../tags/tag828.xml"/><Relationship Id="rId14" Type="http://schemas.openxmlformats.org/officeDocument/2006/relationships/tags" Target="../tags/tag833.xml"/><Relationship Id="rId22" Type="http://schemas.openxmlformats.org/officeDocument/2006/relationships/tags" Target="../tags/tag841.xml"/><Relationship Id="rId27" Type="http://schemas.openxmlformats.org/officeDocument/2006/relationships/tags" Target="../tags/tag846.xml"/><Relationship Id="rId30" Type="http://schemas.openxmlformats.org/officeDocument/2006/relationships/tags" Target="../tags/tag849.xml"/><Relationship Id="rId35" Type="http://schemas.openxmlformats.org/officeDocument/2006/relationships/tags" Target="../tags/tag854.xml"/><Relationship Id="rId43" Type="http://schemas.openxmlformats.org/officeDocument/2006/relationships/tags" Target="../tags/tag862.xml"/><Relationship Id="rId48" Type="http://schemas.openxmlformats.org/officeDocument/2006/relationships/image" Target="../media/image2.png"/><Relationship Id="rId8" Type="http://schemas.openxmlformats.org/officeDocument/2006/relationships/tags" Target="../tags/tag827.xml"/><Relationship Id="rId51" Type="http://schemas.openxmlformats.org/officeDocument/2006/relationships/image" Target="file:///C:\Users\1V994W2\PycharmProjects\PPT_Background_Generation/pic_temp/1_pic_quater_right_up.png" TargetMode="Externa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868.xml"/><Relationship Id="rId7" Type="http://schemas.openxmlformats.org/officeDocument/2006/relationships/notesSlide" Target="../notesSlides/notesSlide20.xml"/><Relationship Id="rId12" Type="http://schemas.openxmlformats.org/officeDocument/2006/relationships/image" Target="../media/image9.png"/><Relationship Id="rId2" Type="http://schemas.openxmlformats.org/officeDocument/2006/relationships/tags" Target="../tags/tag867.xml"/><Relationship Id="rId1" Type="http://schemas.openxmlformats.org/officeDocument/2006/relationships/tags" Target="../tags/tag866.xml"/><Relationship Id="rId6" Type="http://schemas.openxmlformats.org/officeDocument/2006/relationships/slideLayout" Target="../slideLayouts/slideLayout18.xml"/><Relationship Id="rId11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870.xml"/><Relationship Id="rId10" Type="http://schemas.openxmlformats.org/officeDocument/2006/relationships/image" Target="../media/image3.png"/><Relationship Id="rId4" Type="http://schemas.openxmlformats.org/officeDocument/2006/relationships/tags" Target="../tags/tag869.xml"/><Relationship Id="rId9" Type="http://schemas.openxmlformats.org/officeDocument/2006/relationships/image" Target="file:///C:\Users\1V994W2\PycharmProjects\PPT_Background_Generation/pic_temp/0_pic_quater_left_up.png" TargetMode="Externa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873.xml"/><Relationship Id="rId7" Type="http://schemas.openxmlformats.org/officeDocument/2006/relationships/image" Target="../media/image2.png"/><Relationship Id="rId2" Type="http://schemas.openxmlformats.org/officeDocument/2006/relationships/tags" Target="../tags/tag872.xml"/><Relationship Id="rId1" Type="http://schemas.openxmlformats.org/officeDocument/2006/relationships/tags" Target="../tags/tag871.xml"/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874.xml"/><Relationship Id="rId9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877.xml"/><Relationship Id="rId7" Type="http://schemas.openxmlformats.org/officeDocument/2006/relationships/image" Target="../media/image2.png"/><Relationship Id="rId2" Type="http://schemas.openxmlformats.org/officeDocument/2006/relationships/tags" Target="../tags/tag876.xml"/><Relationship Id="rId1" Type="http://schemas.openxmlformats.org/officeDocument/2006/relationships/tags" Target="../tags/tag875.xml"/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878.xml"/><Relationship Id="rId9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881.xml"/><Relationship Id="rId7" Type="http://schemas.openxmlformats.org/officeDocument/2006/relationships/image" Target="../media/image2.png"/><Relationship Id="rId2" Type="http://schemas.openxmlformats.org/officeDocument/2006/relationships/tags" Target="../tags/tag880.xml"/><Relationship Id="rId1" Type="http://schemas.openxmlformats.org/officeDocument/2006/relationships/tags" Target="../tags/tag879.xml"/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882.xml"/><Relationship Id="rId9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885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884.xml"/><Relationship Id="rId1" Type="http://schemas.openxmlformats.org/officeDocument/2006/relationships/tags" Target="../tags/tag883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888.xml"/><Relationship Id="rId7" Type="http://schemas.openxmlformats.org/officeDocument/2006/relationships/image" Target="../media/image2.png"/><Relationship Id="rId2" Type="http://schemas.openxmlformats.org/officeDocument/2006/relationships/tags" Target="../tags/tag887.xml"/><Relationship Id="rId1" Type="http://schemas.openxmlformats.org/officeDocument/2006/relationships/tags" Target="../tags/tag886.xml"/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889.xml"/><Relationship Id="rId9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892.xml"/><Relationship Id="rId7" Type="http://schemas.openxmlformats.org/officeDocument/2006/relationships/image" Target="../media/image2.png"/><Relationship Id="rId2" Type="http://schemas.openxmlformats.org/officeDocument/2006/relationships/tags" Target="../tags/tag891.xml"/><Relationship Id="rId1" Type="http://schemas.openxmlformats.org/officeDocument/2006/relationships/tags" Target="../tags/tag890.xml"/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893.xml"/><Relationship Id="rId9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901.xml"/><Relationship Id="rId13" Type="http://schemas.openxmlformats.org/officeDocument/2006/relationships/tags" Target="../tags/tag906.xml"/><Relationship Id="rId3" Type="http://schemas.openxmlformats.org/officeDocument/2006/relationships/tags" Target="../tags/tag896.xml"/><Relationship Id="rId7" Type="http://schemas.openxmlformats.org/officeDocument/2006/relationships/tags" Target="../tags/tag900.xml"/><Relationship Id="rId12" Type="http://schemas.openxmlformats.org/officeDocument/2006/relationships/tags" Target="../tags/tag905.xml"/><Relationship Id="rId2" Type="http://schemas.openxmlformats.org/officeDocument/2006/relationships/tags" Target="../tags/tag895.xml"/><Relationship Id="rId16" Type="http://schemas.openxmlformats.org/officeDocument/2006/relationships/notesSlide" Target="../notesSlides/notesSlide27.xml"/><Relationship Id="rId1" Type="http://schemas.openxmlformats.org/officeDocument/2006/relationships/tags" Target="../tags/tag894.xml"/><Relationship Id="rId6" Type="http://schemas.openxmlformats.org/officeDocument/2006/relationships/tags" Target="../tags/tag899.xml"/><Relationship Id="rId11" Type="http://schemas.openxmlformats.org/officeDocument/2006/relationships/tags" Target="../tags/tag904.xml"/><Relationship Id="rId5" Type="http://schemas.openxmlformats.org/officeDocument/2006/relationships/tags" Target="../tags/tag898.xml"/><Relationship Id="rId15" Type="http://schemas.openxmlformats.org/officeDocument/2006/relationships/slideLayout" Target="../slideLayouts/slideLayout17.xml"/><Relationship Id="rId10" Type="http://schemas.openxmlformats.org/officeDocument/2006/relationships/tags" Target="../tags/tag903.xml"/><Relationship Id="rId4" Type="http://schemas.openxmlformats.org/officeDocument/2006/relationships/tags" Target="../tags/tag897.xml"/><Relationship Id="rId9" Type="http://schemas.openxmlformats.org/officeDocument/2006/relationships/tags" Target="../tags/tag902.xml"/><Relationship Id="rId14" Type="http://schemas.openxmlformats.org/officeDocument/2006/relationships/tags" Target="../tags/tag90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10.xml"/><Relationship Id="rId7" Type="http://schemas.openxmlformats.org/officeDocument/2006/relationships/image" Target="../media/image2.png"/><Relationship Id="rId2" Type="http://schemas.openxmlformats.org/officeDocument/2006/relationships/tags" Target="../tags/tag909.xml"/><Relationship Id="rId1" Type="http://schemas.openxmlformats.org/officeDocument/2006/relationships/tags" Target="../tags/tag908.xml"/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11.xml"/><Relationship Id="rId9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14.xml"/><Relationship Id="rId7" Type="http://schemas.openxmlformats.org/officeDocument/2006/relationships/image" Target="../media/image2.png"/><Relationship Id="rId2" Type="http://schemas.openxmlformats.org/officeDocument/2006/relationships/tags" Target="../tags/tag913.xml"/><Relationship Id="rId1" Type="http://schemas.openxmlformats.org/officeDocument/2006/relationships/tags" Target="../tags/tag912.xml"/><Relationship Id="rId6" Type="http://schemas.openxmlformats.org/officeDocument/2006/relationships/notesSlide" Target="../notesSlides/notesSlide29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15.xml"/><Relationship Id="rId9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18.xml"/><Relationship Id="rId7" Type="http://schemas.openxmlformats.org/officeDocument/2006/relationships/image" Target="../media/image2.png"/><Relationship Id="rId2" Type="http://schemas.openxmlformats.org/officeDocument/2006/relationships/tags" Target="../tags/tag917.xml"/><Relationship Id="rId1" Type="http://schemas.openxmlformats.org/officeDocument/2006/relationships/tags" Target="../tags/tag916.xml"/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19.xml"/><Relationship Id="rId9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22.xml"/><Relationship Id="rId7" Type="http://schemas.openxmlformats.org/officeDocument/2006/relationships/image" Target="../media/image2.png"/><Relationship Id="rId2" Type="http://schemas.openxmlformats.org/officeDocument/2006/relationships/tags" Target="../tags/tag921.xml"/><Relationship Id="rId1" Type="http://schemas.openxmlformats.org/officeDocument/2006/relationships/tags" Target="../tags/tag920.xml"/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23.xml"/><Relationship Id="rId9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26.xml"/><Relationship Id="rId7" Type="http://schemas.openxmlformats.org/officeDocument/2006/relationships/image" Target="../media/image2.png"/><Relationship Id="rId2" Type="http://schemas.openxmlformats.org/officeDocument/2006/relationships/tags" Target="../tags/tag925.xml"/><Relationship Id="rId1" Type="http://schemas.openxmlformats.org/officeDocument/2006/relationships/tags" Target="../tags/tag924.xml"/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27.xml"/><Relationship Id="rId9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30.xml"/><Relationship Id="rId7" Type="http://schemas.openxmlformats.org/officeDocument/2006/relationships/image" Target="../media/image2.png"/><Relationship Id="rId2" Type="http://schemas.openxmlformats.org/officeDocument/2006/relationships/tags" Target="../tags/tag929.xml"/><Relationship Id="rId1" Type="http://schemas.openxmlformats.org/officeDocument/2006/relationships/tags" Target="../tags/tag928.xml"/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31.xml"/><Relationship Id="rId9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34.xml"/><Relationship Id="rId7" Type="http://schemas.openxmlformats.org/officeDocument/2006/relationships/image" Target="../media/image2.png"/><Relationship Id="rId2" Type="http://schemas.openxmlformats.org/officeDocument/2006/relationships/tags" Target="../tags/tag933.xml"/><Relationship Id="rId1" Type="http://schemas.openxmlformats.org/officeDocument/2006/relationships/tags" Target="../tags/tag932.xml"/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35.xml"/><Relationship Id="rId9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38.xml"/><Relationship Id="rId7" Type="http://schemas.openxmlformats.org/officeDocument/2006/relationships/image" Target="../media/image2.png"/><Relationship Id="rId2" Type="http://schemas.openxmlformats.org/officeDocument/2006/relationships/tags" Target="../tags/tag937.xml"/><Relationship Id="rId1" Type="http://schemas.openxmlformats.org/officeDocument/2006/relationships/tags" Target="../tags/tag936.xml"/><Relationship Id="rId6" Type="http://schemas.openxmlformats.org/officeDocument/2006/relationships/notesSlide" Target="../notesSlides/notesSlide35.xml"/><Relationship Id="rId11" Type="http://schemas.openxmlformats.org/officeDocument/2006/relationships/image" Target="../media/image10.png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39.xml"/><Relationship Id="rId9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42.xml"/><Relationship Id="rId7" Type="http://schemas.openxmlformats.org/officeDocument/2006/relationships/image" Target="../media/image2.png"/><Relationship Id="rId2" Type="http://schemas.openxmlformats.org/officeDocument/2006/relationships/tags" Target="../tags/tag941.xml"/><Relationship Id="rId1" Type="http://schemas.openxmlformats.org/officeDocument/2006/relationships/tags" Target="../tags/tag940.xml"/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43.xml"/><Relationship Id="rId9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46.xml"/><Relationship Id="rId7" Type="http://schemas.openxmlformats.org/officeDocument/2006/relationships/image" Target="../media/image2.png"/><Relationship Id="rId2" Type="http://schemas.openxmlformats.org/officeDocument/2006/relationships/tags" Target="../tags/tag945.xml"/><Relationship Id="rId1" Type="http://schemas.openxmlformats.org/officeDocument/2006/relationships/tags" Target="../tags/tag944.xml"/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47.xml"/><Relationship Id="rId9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50.xml"/><Relationship Id="rId7" Type="http://schemas.openxmlformats.org/officeDocument/2006/relationships/image" Target="../media/image2.png"/><Relationship Id="rId2" Type="http://schemas.openxmlformats.org/officeDocument/2006/relationships/tags" Target="../tags/tag949.xml"/><Relationship Id="rId1" Type="http://schemas.openxmlformats.org/officeDocument/2006/relationships/tags" Target="../tags/tag948.xml"/><Relationship Id="rId6" Type="http://schemas.openxmlformats.org/officeDocument/2006/relationships/notesSlide" Target="../notesSlides/notesSlide38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51.xml"/><Relationship Id="rId9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54.xml"/><Relationship Id="rId7" Type="http://schemas.openxmlformats.org/officeDocument/2006/relationships/image" Target="../media/image2.png"/><Relationship Id="rId2" Type="http://schemas.openxmlformats.org/officeDocument/2006/relationships/tags" Target="../tags/tag953.xml"/><Relationship Id="rId1" Type="http://schemas.openxmlformats.org/officeDocument/2006/relationships/tags" Target="../tags/tag952.xml"/><Relationship Id="rId6" Type="http://schemas.openxmlformats.org/officeDocument/2006/relationships/notesSlide" Target="../notesSlides/notesSlide39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55.xml"/><Relationship Id="rId9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58.xml"/><Relationship Id="rId7" Type="http://schemas.openxmlformats.org/officeDocument/2006/relationships/image" Target="../media/image2.png"/><Relationship Id="rId2" Type="http://schemas.openxmlformats.org/officeDocument/2006/relationships/tags" Target="../tags/tag957.xml"/><Relationship Id="rId1" Type="http://schemas.openxmlformats.org/officeDocument/2006/relationships/tags" Target="../tags/tag956.xml"/><Relationship Id="rId6" Type="http://schemas.openxmlformats.org/officeDocument/2006/relationships/notesSlide" Target="../notesSlides/notesSlide40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59.xml"/><Relationship Id="rId9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962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961.xml"/><Relationship Id="rId1" Type="http://schemas.openxmlformats.org/officeDocument/2006/relationships/tags" Target="../tags/tag960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963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965.xml"/><Relationship Id="rId1" Type="http://schemas.openxmlformats.org/officeDocument/2006/relationships/tags" Target="../tags/tag9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09135" y="2420620"/>
            <a:ext cx="4531360" cy="728345"/>
          </a:xfrm>
          <a:prstGeom prst="rect">
            <a:avLst/>
          </a:prstGeom>
        </p:spPr>
        <p:txBody>
          <a:bodyPr vert="horz" wrap="square" lIns="90170" tIns="46990" rIns="90170" bIns="0" rtlCol="0"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3040" b="0" u="none" strike="noStrike" kern="1200" cap="none" spc="6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管理信息系统</a:t>
            </a: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5868670" y="3572510"/>
            <a:ext cx="3023870" cy="576580"/>
          </a:xfrm>
          <a:prstGeom prst="rect">
            <a:avLst/>
          </a:prstGeom>
          <a:noFill/>
        </p:spPr>
        <p:txBody>
          <a:bodyPr wrap="square" lIns="67627" tIns="35242" rIns="67627" bIns="35242" rtlCol="0"/>
          <a:lstStyle>
            <a:defPPr>
              <a:defRPr lang="zh-CN"/>
            </a:defPPr>
            <a:lvl1pPr>
              <a:defRPr sz="4800" b="1" spc="6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800" u="none" strike="noStrike" baseline="0">
                <a:solidFill>
                  <a:schemeClr val="tx2">
                    <a:lumMod val="50000"/>
                  </a:schemeClr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</a:rPr>
              <a:t>第4章 信息系统分析</a:t>
            </a:r>
          </a:p>
        </p:txBody>
      </p:sp>
      <p:sp>
        <p:nvSpPr>
          <p:cNvPr id="2" name="副标题 1">
            <a:extLst>
              <a:ext uri="{FF2B5EF4-FFF2-40B4-BE49-F238E27FC236}">
                <a16:creationId xmlns:a16="http://schemas.microsoft.com/office/drawing/2014/main" id="{23C48648-DDD0-F9E6-D86F-62866EF58160}"/>
              </a:ext>
            </a:extLst>
          </p:cNvPr>
          <p:cNvSpPr>
            <a:spLocks noGrp="1"/>
          </p:cNvSpPr>
          <p:nvPr>
            <p:ph type="subTitle" idx="13"/>
            <p:custDataLst>
              <p:tags r:id="rId4"/>
            </p:custDataLst>
          </p:nvPr>
        </p:nvSpPr>
        <p:spPr>
          <a:xfrm>
            <a:off x="6804025" y="5085080"/>
            <a:ext cx="2058035" cy="830580"/>
          </a:xfrm>
        </p:spPr>
        <p:txBody>
          <a:bodyPr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</a:rPr>
              <a:t>鞠京芮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7" r:link="rId7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79" r:link="rId8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6185" name="矩形 4"/>
          <p:cNvSpPr/>
          <p:nvPr>
            <p:custDataLst>
              <p:tags r:id="rId4"/>
            </p:custDataLst>
          </p:nvPr>
        </p:nvSpPr>
        <p:spPr>
          <a:xfrm>
            <a:off x="1422400" y="1201738"/>
            <a:ext cx="914400" cy="400050"/>
          </a:xfrm>
          <a:prstGeom prst="rect">
            <a:avLst/>
          </a:prstGeom>
          <a:noFill/>
          <a:ln w="12700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规划</a:t>
            </a:r>
          </a:p>
        </p:txBody>
      </p:sp>
      <p:sp>
        <p:nvSpPr>
          <p:cNvPr id="6186" name="矩形 5"/>
          <p:cNvSpPr/>
          <p:nvPr>
            <p:custDataLst>
              <p:tags r:id="rId5"/>
            </p:custDataLst>
          </p:nvPr>
        </p:nvSpPr>
        <p:spPr>
          <a:xfrm>
            <a:off x="1422400" y="2089468"/>
            <a:ext cx="914400" cy="400050"/>
          </a:xfrm>
          <a:prstGeom prst="rect">
            <a:avLst/>
          </a:prstGeom>
          <a:noFill/>
          <a:ln w="12700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分析</a:t>
            </a:r>
          </a:p>
        </p:txBody>
      </p:sp>
      <p:sp>
        <p:nvSpPr>
          <p:cNvPr id="6187" name="矩形 6"/>
          <p:cNvSpPr/>
          <p:nvPr>
            <p:custDataLst>
              <p:tags r:id="rId6"/>
            </p:custDataLst>
          </p:nvPr>
        </p:nvSpPr>
        <p:spPr>
          <a:xfrm>
            <a:off x="1422400" y="2808288"/>
            <a:ext cx="914400" cy="400050"/>
          </a:xfrm>
          <a:prstGeom prst="rect">
            <a:avLst/>
          </a:prstGeom>
          <a:noFill/>
          <a:ln w="12700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设计</a:t>
            </a:r>
          </a:p>
        </p:txBody>
      </p:sp>
      <p:sp>
        <p:nvSpPr>
          <p:cNvPr id="6188" name="矩形 7"/>
          <p:cNvSpPr/>
          <p:nvPr>
            <p:custDataLst>
              <p:tags r:id="rId7"/>
            </p:custDataLst>
          </p:nvPr>
        </p:nvSpPr>
        <p:spPr>
          <a:xfrm>
            <a:off x="1422400" y="3673793"/>
            <a:ext cx="914400" cy="400050"/>
          </a:xfrm>
          <a:prstGeom prst="rect">
            <a:avLst/>
          </a:prstGeom>
          <a:noFill/>
          <a:ln w="12700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开发</a:t>
            </a:r>
          </a:p>
        </p:txBody>
      </p:sp>
      <p:sp>
        <p:nvSpPr>
          <p:cNvPr id="6189" name="矩形 8"/>
          <p:cNvSpPr/>
          <p:nvPr>
            <p:custDataLst>
              <p:tags r:id="rId8"/>
            </p:custDataLst>
          </p:nvPr>
        </p:nvSpPr>
        <p:spPr>
          <a:xfrm>
            <a:off x="1422400" y="4515168"/>
            <a:ext cx="914400" cy="400050"/>
          </a:xfrm>
          <a:prstGeom prst="rect">
            <a:avLst/>
          </a:prstGeom>
          <a:noFill/>
          <a:ln w="12700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测试</a:t>
            </a:r>
          </a:p>
        </p:txBody>
      </p:sp>
      <p:sp>
        <p:nvSpPr>
          <p:cNvPr id="6190" name="矩形 9"/>
          <p:cNvSpPr/>
          <p:nvPr>
            <p:custDataLst>
              <p:tags r:id="rId9"/>
            </p:custDataLst>
          </p:nvPr>
        </p:nvSpPr>
        <p:spPr>
          <a:xfrm>
            <a:off x="1422400" y="5378768"/>
            <a:ext cx="914400" cy="400050"/>
          </a:xfrm>
          <a:prstGeom prst="rect">
            <a:avLst/>
          </a:prstGeom>
          <a:noFill/>
          <a:ln w="12700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实施</a:t>
            </a:r>
          </a:p>
        </p:txBody>
      </p:sp>
      <p:sp>
        <p:nvSpPr>
          <p:cNvPr id="6191" name="矩形 10"/>
          <p:cNvSpPr/>
          <p:nvPr>
            <p:custDataLst>
              <p:tags r:id="rId10"/>
            </p:custDataLst>
          </p:nvPr>
        </p:nvSpPr>
        <p:spPr>
          <a:xfrm>
            <a:off x="1422400" y="6170613"/>
            <a:ext cx="914400" cy="400050"/>
          </a:xfrm>
          <a:prstGeom prst="rect">
            <a:avLst/>
          </a:prstGeom>
          <a:noFill/>
          <a:ln w="12700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维护</a:t>
            </a:r>
          </a:p>
        </p:txBody>
      </p:sp>
      <p:sp>
        <p:nvSpPr>
          <p:cNvPr id="6192" name="直接连接符 11"/>
          <p:cNvSpPr/>
          <p:nvPr>
            <p:custDataLst>
              <p:tags r:id="rId11"/>
            </p:custDataLst>
          </p:nvPr>
        </p:nvSpPr>
        <p:spPr>
          <a:xfrm flipH="1">
            <a:off x="1854200" y="1628775"/>
            <a:ext cx="0" cy="431800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93" name="直接连接符 12"/>
          <p:cNvSpPr/>
          <p:nvPr>
            <p:custDataLst>
              <p:tags r:id="rId12"/>
            </p:custDataLst>
          </p:nvPr>
        </p:nvSpPr>
        <p:spPr>
          <a:xfrm flipH="1">
            <a:off x="1854200" y="2494280"/>
            <a:ext cx="0" cy="358775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94" name="直接连接符 13"/>
          <p:cNvSpPr/>
          <p:nvPr>
            <p:custDataLst>
              <p:tags r:id="rId13"/>
            </p:custDataLst>
          </p:nvPr>
        </p:nvSpPr>
        <p:spPr>
          <a:xfrm flipH="1">
            <a:off x="1854200" y="3213100"/>
            <a:ext cx="0" cy="431800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95" name="直接连接符 14"/>
          <p:cNvSpPr/>
          <p:nvPr>
            <p:custDataLst>
              <p:tags r:id="rId14"/>
            </p:custDataLst>
          </p:nvPr>
        </p:nvSpPr>
        <p:spPr>
          <a:xfrm flipH="1">
            <a:off x="1854200" y="4078605"/>
            <a:ext cx="0" cy="431800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96" name="直接连接符 15"/>
          <p:cNvSpPr/>
          <p:nvPr>
            <p:custDataLst>
              <p:tags r:id="rId15"/>
            </p:custDataLst>
          </p:nvPr>
        </p:nvSpPr>
        <p:spPr>
          <a:xfrm flipH="1">
            <a:off x="1854200" y="4942205"/>
            <a:ext cx="0" cy="431800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97" name="直接连接符 16"/>
          <p:cNvSpPr/>
          <p:nvPr>
            <p:custDataLst>
              <p:tags r:id="rId16"/>
            </p:custDataLst>
          </p:nvPr>
        </p:nvSpPr>
        <p:spPr>
          <a:xfrm flipH="1">
            <a:off x="1854200" y="5805805"/>
            <a:ext cx="0" cy="360680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98" name="左大括号 17"/>
          <p:cNvSpPr/>
          <p:nvPr>
            <p:custDataLst>
              <p:tags r:id="rId17"/>
            </p:custDataLst>
          </p:nvPr>
        </p:nvSpPr>
        <p:spPr>
          <a:xfrm>
            <a:off x="990600" y="3860800"/>
            <a:ext cx="287655" cy="1800225"/>
          </a:xfrm>
          <a:prstGeom prst="leftBrace">
            <a:avLst>
              <a:gd name="adj1" fmla="val 52180"/>
              <a:gd name="adj2" fmla="val 50000"/>
            </a:avLst>
          </a:prstGeom>
          <a:noFill/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000" b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99" name="矩形 18"/>
          <p:cNvSpPr/>
          <p:nvPr>
            <p:custDataLst>
              <p:tags r:id="rId18"/>
            </p:custDataLst>
          </p:nvPr>
        </p:nvSpPr>
        <p:spPr>
          <a:xfrm>
            <a:off x="219075" y="4508818"/>
            <a:ext cx="914400" cy="40005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实施</a:t>
            </a:r>
          </a:p>
        </p:txBody>
      </p:sp>
      <p:sp>
        <p:nvSpPr>
          <p:cNvPr id="6200" name="文本框 312337"/>
          <p:cNvSpPr txBox="1"/>
          <p:nvPr>
            <p:custDataLst>
              <p:tags r:id="rId19"/>
            </p:custDataLst>
          </p:nvPr>
        </p:nvSpPr>
        <p:spPr>
          <a:xfrm>
            <a:off x="4140200" y="981075"/>
            <a:ext cx="4776470" cy="923290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定义开发的系统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确定项目范围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制定项目计划（包括任务、资源和时间框架）</a:t>
            </a:r>
          </a:p>
        </p:txBody>
      </p:sp>
      <p:sp>
        <p:nvSpPr>
          <p:cNvPr id="6201" name="文本框 312338"/>
          <p:cNvSpPr txBox="1"/>
          <p:nvPr>
            <p:custDataLst>
              <p:tags r:id="rId20"/>
            </p:custDataLst>
          </p:nvPr>
        </p:nvSpPr>
        <p:spPr>
          <a:xfrm>
            <a:off x="4086225" y="2127250"/>
            <a:ext cx="2247900" cy="369570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为系统收集用户需求</a:t>
            </a:r>
          </a:p>
        </p:txBody>
      </p:sp>
      <p:sp>
        <p:nvSpPr>
          <p:cNvPr id="6202" name="文本框 312339"/>
          <p:cNvSpPr txBox="1"/>
          <p:nvPr>
            <p:custDataLst>
              <p:tags r:id="rId21"/>
            </p:custDataLst>
          </p:nvPr>
        </p:nvSpPr>
        <p:spPr>
          <a:xfrm>
            <a:off x="4157980" y="2644775"/>
            <a:ext cx="2707640" cy="646430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设计支持系统的技术框架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设计系统模块</a:t>
            </a:r>
          </a:p>
        </p:txBody>
      </p:sp>
      <p:sp>
        <p:nvSpPr>
          <p:cNvPr id="6203" name="文本框 312340"/>
          <p:cNvSpPr txBox="1"/>
          <p:nvPr>
            <p:custDataLst>
              <p:tags r:id="rId22"/>
            </p:custDataLst>
          </p:nvPr>
        </p:nvSpPr>
        <p:spPr>
          <a:xfrm>
            <a:off x="4157980" y="3437255"/>
            <a:ext cx="2018030" cy="646430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建立技术构架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建立数据库和程序</a:t>
            </a:r>
          </a:p>
        </p:txBody>
      </p:sp>
      <p:sp>
        <p:nvSpPr>
          <p:cNvPr id="6204" name="文本框 312341"/>
          <p:cNvSpPr txBox="1"/>
          <p:nvPr>
            <p:custDataLst>
              <p:tags r:id="rId23"/>
            </p:custDataLst>
          </p:nvPr>
        </p:nvSpPr>
        <p:spPr>
          <a:xfrm>
            <a:off x="4157980" y="4371975"/>
            <a:ext cx="2018030" cy="646430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编写测试条件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完成对系统的测试</a:t>
            </a:r>
          </a:p>
        </p:txBody>
      </p:sp>
      <p:sp>
        <p:nvSpPr>
          <p:cNvPr id="6205" name="文本框 312342"/>
          <p:cNvSpPr txBox="1"/>
          <p:nvPr>
            <p:custDataLst>
              <p:tags r:id="rId24"/>
            </p:custDataLst>
          </p:nvPr>
        </p:nvSpPr>
        <p:spPr>
          <a:xfrm>
            <a:off x="4157980" y="5237480"/>
            <a:ext cx="2477770" cy="646430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编写详细的用户说明书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为系统用户提供培训</a:t>
            </a:r>
          </a:p>
        </p:txBody>
      </p:sp>
      <p:sp>
        <p:nvSpPr>
          <p:cNvPr id="6206" name="文本框 312343"/>
          <p:cNvSpPr txBox="1"/>
          <p:nvPr>
            <p:custDataLst>
              <p:tags r:id="rId25"/>
            </p:custDataLst>
          </p:nvPr>
        </p:nvSpPr>
        <p:spPr>
          <a:xfrm>
            <a:off x="4181475" y="6101080"/>
            <a:ext cx="2707640" cy="646430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建立帮助以支持系统用户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对系统需求变化提供支持</a:t>
            </a:r>
          </a:p>
        </p:txBody>
      </p:sp>
      <p:sp>
        <p:nvSpPr>
          <p:cNvPr id="6207" name="左大括号 26"/>
          <p:cNvSpPr/>
          <p:nvPr>
            <p:custDataLst>
              <p:tags r:id="rId26"/>
            </p:custDataLst>
          </p:nvPr>
        </p:nvSpPr>
        <p:spPr>
          <a:xfrm>
            <a:off x="3799205" y="1047750"/>
            <a:ext cx="358775" cy="720725"/>
          </a:xfrm>
          <a:prstGeom prst="leftBrace">
            <a:avLst>
              <a:gd name="adj1" fmla="val 16731"/>
              <a:gd name="adj2" fmla="val 50000"/>
            </a:avLst>
          </a:prstGeom>
          <a:noFill/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000" b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08" name="左大括号 27"/>
          <p:cNvSpPr/>
          <p:nvPr>
            <p:custDataLst>
              <p:tags r:id="rId27"/>
            </p:custDataLst>
          </p:nvPr>
        </p:nvSpPr>
        <p:spPr>
          <a:xfrm>
            <a:off x="3942080" y="2781300"/>
            <a:ext cx="215900" cy="431800"/>
          </a:xfrm>
          <a:prstGeom prst="leftBrace">
            <a:avLst>
              <a:gd name="adj1" fmla="val 16657"/>
              <a:gd name="adj2" fmla="val 50000"/>
            </a:avLst>
          </a:prstGeom>
          <a:noFill/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000" b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09" name="左大括号 28"/>
          <p:cNvSpPr/>
          <p:nvPr>
            <p:custDataLst>
              <p:tags r:id="rId28"/>
            </p:custDataLst>
          </p:nvPr>
        </p:nvSpPr>
        <p:spPr>
          <a:xfrm>
            <a:off x="3942080" y="3573780"/>
            <a:ext cx="215900" cy="431800"/>
          </a:xfrm>
          <a:prstGeom prst="leftBrace">
            <a:avLst>
              <a:gd name="adj1" fmla="val 16657"/>
              <a:gd name="adj2" fmla="val 50000"/>
            </a:avLst>
          </a:prstGeom>
          <a:noFill/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000" b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10" name="左大括号 29"/>
          <p:cNvSpPr/>
          <p:nvPr>
            <p:custDataLst>
              <p:tags r:id="rId29"/>
            </p:custDataLst>
          </p:nvPr>
        </p:nvSpPr>
        <p:spPr>
          <a:xfrm>
            <a:off x="3942080" y="4437380"/>
            <a:ext cx="215900" cy="431800"/>
          </a:xfrm>
          <a:prstGeom prst="leftBrace">
            <a:avLst>
              <a:gd name="adj1" fmla="val 16657"/>
              <a:gd name="adj2" fmla="val 50000"/>
            </a:avLst>
          </a:prstGeom>
          <a:noFill/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000" b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11" name="左大括号 30"/>
          <p:cNvSpPr/>
          <p:nvPr>
            <p:custDataLst>
              <p:tags r:id="rId30"/>
            </p:custDataLst>
          </p:nvPr>
        </p:nvSpPr>
        <p:spPr>
          <a:xfrm>
            <a:off x="3942080" y="5374005"/>
            <a:ext cx="215900" cy="431800"/>
          </a:xfrm>
          <a:prstGeom prst="leftBrace">
            <a:avLst>
              <a:gd name="adj1" fmla="val 16657"/>
              <a:gd name="adj2" fmla="val 50000"/>
            </a:avLst>
          </a:prstGeom>
          <a:noFill/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000" b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12" name="左大括号 31"/>
          <p:cNvSpPr/>
          <p:nvPr>
            <p:custDataLst>
              <p:tags r:id="rId31"/>
            </p:custDataLst>
          </p:nvPr>
        </p:nvSpPr>
        <p:spPr>
          <a:xfrm>
            <a:off x="4015105" y="6237605"/>
            <a:ext cx="215900" cy="431800"/>
          </a:xfrm>
          <a:prstGeom prst="leftBrace">
            <a:avLst>
              <a:gd name="adj1" fmla="val 16657"/>
              <a:gd name="adj2" fmla="val 50000"/>
            </a:avLst>
          </a:prstGeom>
          <a:noFill/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000" b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13" name="直接连接符 32"/>
          <p:cNvSpPr/>
          <p:nvPr>
            <p:custDataLst>
              <p:tags r:id="rId32"/>
            </p:custDataLst>
          </p:nvPr>
        </p:nvSpPr>
        <p:spPr>
          <a:xfrm>
            <a:off x="2359025" y="1408430"/>
            <a:ext cx="1367155" cy="0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14" name="直接连接符 33"/>
          <p:cNvSpPr/>
          <p:nvPr>
            <p:custDataLst>
              <p:tags r:id="rId33"/>
            </p:custDataLst>
          </p:nvPr>
        </p:nvSpPr>
        <p:spPr>
          <a:xfrm>
            <a:off x="2359025" y="2278380"/>
            <a:ext cx="1798955" cy="0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15" name="直接连接符 34"/>
          <p:cNvSpPr/>
          <p:nvPr>
            <p:custDataLst>
              <p:tags r:id="rId34"/>
            </p:custDataLst>
          </p:nvPr>
        </p:nvSpPr>
        <p:spPr>
          <a:xfrm>
            <a:off x="2359025" y="2997200"/>
            <a:ext cx="1511300" cy="0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16" name="直接连接符 35"/>
          <p:cNvSpPr/>
          <p:nvPr>
            <p:custDataLst>
              <p:tags r:id="rId35"/>
            </p:custDataLst>
          </p:nvPr>
        </p:nvSpPr>
        <p:spPr>
          <a:xfrm>
            <a:off x="2359025" y="3789680"/>
            <a:ext cx="1511300" cy="0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17" name="直接连接符 36"/>
          <p:cNvSpPr/>
          <p:nvPr>
            <p:custDataLst>
              <p:tags r:id="rId36"/>
            </p:custDataLst>
          </p:nvPr>
        </p:nvSpPr>
        <p:spPr>
          <a:xfrm>
            <a:off x="2359025" y="4653280"/>
            <a:ext cx="1511300" cy="0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18" name="直接连接符 37"/>
          <p:cNvSpPr/>
          <p:nvPr>
            <p:custDataLst>
              <p:tags r:id="rId37"/>
            </p:custDataLst>
          </p:nvPr>
        </p:nvSpPr>
        <p:spPr>
          <a:xfrm>
            <a:off x="2359025" y="5589905"/>
            <a:ext cx="1511300" cy="0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19" name="直接连接符 38"/>
          <p:cNvSpPr/>
          <p:nvPr>
            <p:custDataLst>
              <p:tags r:id="rId38"/>
            </p:custDataLst>
          </p:nvPr>
        </p:nvSpPr>
        <p:spPr>
          <a:xfrm>
            <a:off x="2359025" y="6453505"/>
            <a:ext cx="1511300" cy="0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7" name="文本框 39"/>
          <p:cNvSpPr txBox="1"/>
          <p:nvPr/>
        </p:nvSpPr>
        <p:spPr>
          <a:xfrm>
            <a:off x="312549" y="260350"/>
            <a:ext cx="411543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管理信息系统开发的阶段</a:t>
            </a:r>
          </a:p>
        </p:txBody>
      </p:sp>
      <p:sp>
        <p:nvSpPr>
          <p:cNvPr id="6150" name="矩形 41"/>
          <p:cNvSpPr/>
          <p:nvPr>
            <p:custDataLst>
              <p:tags r:id="rId39"/>
            </p:custDataLst>
          </p:nvPr>
        </p:nvSpPr>
        <p:spPr>
          <a:xfrm>
            <a:off x="1422400" y="1213168"/>
            <a:ext cx="914400" cy="400050"/>
          </a:xfrm>
          <a:prstGeom prst="rect">
            <a:avLst/>
          </a:prstGeom>
          <a:noFill/>
          <a:ln w="12700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规划</a:t>
            </a:r>
          </a:p>
        </p:txBody>
      </p:sp>
      <p:sp>
        <p:nvSpPr>
          <p:cNvPr id="6151" name="矩形 42"/>
          <p:cNvSpPr/>
          <p:nvPr>
            <p:custDataLst>
              <p:tags r:id="rId40"/>
            </p:custDataLst>
          </p:nvPr>
        </p:nvSpPr>
        <p:spPr>
          <a:xfrm>
            <a:off x="1422400" y="2100263"/>
            <a:ext cx="914400" cy="400050"/>
          </a:xfrm>
          <a:prstGeom prst="rect">
            <a:avLst/>
          </a:prstGeom>
          <a:noFill/>
          <a:ln w="12700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分析</a:t>
            </a:r>
          </a:p>
        </p:txBody>
      </p:sp>
      <p:sp>
        <p:nvSpPr>
          <p:cNvPr id="6152" name="矩形 43"/>
          <p:cNvSpPr/>
          <p:nvPr>
            <p:custDataLst>
              <p:tags r:id="rId41"/>
            </p:custDataLst>
          </p:nvPr>
        </p:nvSpPr>
        <p:spPr>
          <a:xfrm>
            <a:off x="1422400" y="2819718"/>
            <a:ext cx="914400" cy="400050"/>
          </a:xfrm>
          <a:prstGeom prst="rect">
            <a:avLst/>
          </a:prstGeom>
          <a:noFill/>
          <a:ln w="12700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设计</a:t>
            </a:r>
          </a:p>
        </p:txBody>
      </p:sp>
      <p:sp>
        <p:nvSpPr>
          <p:cNvPr id="6153" name="矩形 44"/>
          <p:cNvSpPr/>
          <p:nvPr>
            <p:custDataLst>
              <p:tags r:id="rId42"/>
            </p:custDataLst>
          </p:nvPr>
        </p:nvSpPr>
        <p:spPr>
          <a:xfrm>
            <a:off x="1422400" y="3684588"/>
            <a:ext cx="914400" cy="400050"/>
          </a:xfrm>
          <a:prstGeom prst="rect">
            <a:avLst/>
          </a:prstGeom>
          <a:noFill/>
          <a:ln w="12700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开发</a:t>
            </a:r>
          </a:p>
        </p:txBody>
      </p:sp>
      <p:sp>
        <p:nvSpPr>
          <p:cNvPr id="6154" name="矩形 45"/>
          <p:cNvSpPr/>
          <p:nvPr>
            <p:custDataLst>
              <p:tags r:id="rId43"/>
            </p:custDataLst>
          </p:nvPr>
        </p:nvSpPr>
        <p:spPr>
          <a:xfrm>
            <a:off x="1422400" y="4525963"/>
            <a:ext cx="914400" cy="400050"/>
          </a:xfrm>
          <a:prstGeom prst="rect">
            <a:avLst/>
          </a:prstGeom>
          <a:noFill/>
          <a:ln w="12700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测试</a:t>
            </a:r>
          </a:p>
        </p:txBody>
      </p:sp>
      <p:sp>
        <p:nvSpPr>
          <p:cNvPr id="6155" name="矩形 46"/>
          <p:cNvSpPr/>
          <p:nvPr>
            <p:custDataLst>
              <p:tags r:id="rId44"/>
            </p:custDataLst>
          </p:nvPr>
        </p:nvSpPr>
        <p:spPr>
          <a:xfrm>
            <a:off x="1422400" y="5389563"/>
            <a:ext cx="914400" cy="400050"/>
          </a:xfrm>
          <a:prstGeom prst="rect">
            <a:avLst/>
          </a:prstGeom>
          <a:noFill/>
          <a:ln w="12700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实施</a:t>
            </a:r>
          </a:p>
        </p:txBody>
      </p:sp>
      <p:sp>
        <p:nvSpPr>
          <p:cNvPr id="6156" name="矩形 47"/>
          <p:cNvSpPr/>
          <p:nvPr>
            <p:custDataLst>
              <p:tags r:id="rId45"/>
            </p:custDataLst>
          </p:nvPr>
        </p:nvSpPr>
        <p:spPr>
          <a:xfrm>
            <a:off x="1422400" y="6182043"/>
            <a:ext cx="914400" cy="400050"/>
          </a:xfrm>
          <a:prstGeom prst="rect">
            <a:avLst/>
          </a:prstGeom>
          <a:noFill/>
          <a:ln w="12700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维护</a:t>
            </a:r>
          </a:p>
        </p:txBody>
      </p:sp>
      <p:sp>
        <p:nvSpPr>
          <p:cNvPr id="6157" name="直接连接符 48"/>
          <p:cNvSpPr/>
          <p:nvPr>
            <p:custDataLst>
              <p:tags r:id="rId46"/>
            </p:custDataLst>
          </p:nvPr>
        </p:nvSpPr>
        <p:spPr>
          <a:xfrm flipH="1">
            <a:off x="1854200" y="1640205"/>
            <a:ext cx="0" cy="431800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58" name="直接连接符 49"/>
          <p:cNvSpPr/>
          <p:nvPr>
            <p:custDataLst>
              <p:tags r:id="rId47"/>
            </p:custDataLst>
          </p:nvPr>
        </p:nvSpPr>
        <p:spPr>
          <a:xfrm flipH="1">
            <a:off x="1854200" y="2505075"/>
            <a:ext cx="0" cy="358775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59" name="直接连接符 50"/>
          <p:cNvSpPr/>
          <p:nvPr>
            <p:custDataLst>
              <p:tags r:id="rId48"/>
            </p:custDataLst>
          </p:nvPr>
        </p:nvSpPr>
        <p:spPr>
          <a:xfrm flipH="1">
            <a:off x="1854200" y="3224530"/>
            <a:ext cx="0" cy="431800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60" name="直接连接符 51"/>
          <p:cNvSpPr/>
          <p:nvPr>
            <p:custDataLst>
              <p:tags r:id="rId49"/>
            </p:custDataLst>
          </p:nvPr>
        </p:nvSpPr>
        <p:spPr>
          <a:xfrm flipH="1">
            <a:off x="1854200" y="4089400"/>
            <a:ext cx="0" cy="431800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61" name="直接连接符 52"/>
          <p:cNvSpPr/>
          <p:nvPr>
            <p:custDataLst>
              <p:tags r:id="rId50"/>
            </p:custDataLst>
          </p:nvPr>
        </p:nvSpPr>
        <p:spPr>
          <a:xfrm flipH="1">
            <a:off x="1854200" y="4953000"/>
            <a:ext cx="0" cy="431800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62" name="直接连接符 53"/>
          <p:cNvSpPr/>
          <p:nvPr>
            <p:custDataLst>
              <p:tags r:id="rId51"/>
            </p:custDataLst>
          </p:nvPr>
        </p:nvSpPr>
        <p:spPr>
          <a:xfrm flipH="1">
            <a:off x="1854200" y="5816600"/>
            <a:ext cx="0" cy="360045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63" name="左大括号 54"/>
          <p:cNvSpPr/>
          <p:nvPr>
            <p:custDataLst>
              <p:tags r:id="rId52"/>
            </p:custDataLst>
          </p:nvPr>
        </p:nvSpPr>
        <p:spPr>
          <a:xfrm>
            <a:off x="990600" y="3872230"/>
            <a:ext cx="287655" cy="1800225"/>
          </a:xfrm>
          <a:prstGeom prst="leftBrace">
            <a:avLst>
              <a:gd name="adj1" fmla="val 52180"/>
              <a:gd name="adj2" fmla="val 50000"/>
            </a:avLst>
          </a:prstGeom>
          <a:noFill/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000" b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64" name="矩形 55"/>
          <p:cNvSpPr/>
          <p:nvPr>
            <p:custDataLst>
              <p:tags r:id="rId53"/>
            </p:custDataLst>
          </p:nvPr>
        </p:nvSpPr>
        <p:spPr>
          <a:xfrm>
            <a:off x="219075" y="4519613"/>
            <a:ext cx="914400" cy="40005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实施</a:t>
            </a:r>
          </a:p>
        </p:txBody>
      </p:sp>
      <p:sp>
        <p:nvSpPr>
          <p:cNvPr id="6165" name="文本框 312337"/>
          <p:cNvSpPr txBox="1"/>
          <p:nvPr>
            <p:custDataLst>
              <p:tags r:id="rId54"/>
            </p:custDataLst>
          </p:nvPr>
        </p:nvSpPr>
        <p:spPr>
          <a:xfrm>
            <a:off x="4140200" y="992505"/>
            <a:ext cx="4776470" cy="923290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定义开发的系统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确定项目范围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制定项目计划（包括任务、资源和时间框架）</a:t>
            </a:r>
          </a:p>
        </p:txBody>
      </p:sp>
      <p:sp>
        <p:nvSpPr>
          <p:cNvPr id="6166" name="文本框 312338"/>
          <p:cNvSpPr txBox="1"/>
          <p:nvPr>
            <p:custDataLst>
              <p:tags r:id="rId55"/>
            </p:custDataLst>
          </p:nvPr>
        </p:nvSpPr>
        <p:spPr>
          <a:xfrm>
            <a:off x="4086225" y="2138680"/>
            <a:ext cx="2247900" cy="369570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为系统收集用户需求</a:t>
            </a:r>
          </a:p>
        </p:txBody>
      </p:sp>
      <p:sp>
        <p:nvSpPr>
          <p:cNvPr id="6167" name="文本框 312339"/>
          <p:cNvSpPr txBox="1"/>
          <p:nvPr>
            <p:custDataLst>
              <p:tags r:id="rId56"/>
            </p:custDataLst>
          </p:nvPr>
        </p:nvSpPr>
        <p:spPr>
          <a:xfrm>
            <a:off x="4157980" y="2656205"/>
            <a:ext cx="2707640" cy="646430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设计支持系统的技术框架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设计系统模块</a:t>
            </a:r>
          </a:p>
        </p:txBody>
      </p:sp>
      <p:sp>
        <p:nvSpPr>
          <p:cNvPr id="6168" name="文本框 312340"/>
          <p:cNvSpPr txBox="1"/>
          <p:nvPr>
            <p:custDataLst>
              <p:tags r:id="rId57"/>
            </p:custDataLst>
          </p:nvPr>
        </p:nvSpPr>
        <p:spPr>
          <a:xfrm>
            <a:off x="4157980" y="3448050"/>
            <a:ext cx="2018030" cy="646430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建立技术构架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建立数据库和程序</a:t>
            </a:r>
          </a:p>
        </p:txBody>
      </p:sp>
      <p:sp>
        <p:nvSpPr>
          <p:cNvPr id="6169" name="文本框 312341"/>
          <p:cNvSpPr txBox="1"/>
          <p:nvPr>
            <p:custDataLst>
              <p:tags r:id="rId58"/>
            </p:custDataLst>
          </p:nvPr>
        </p:nvSpPr>
        <p:spPr>
          <a:xfrm>
            <a:off x="4157980" y="4383405"/>
            <a:ext cx="2018030" cy="646430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编写测试条件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完成对系统的测试</a:t>
            </a:r>
          </a:p>
        </p:txBody>
      </p:sp>
      <p:sp>
        <p:nvSpPr>
          <p:cNvPr id="6170" name="文本框 312342"/>
          <p:cNvSpPr txBox="1"/>
          <p:nvPr>
            <p:custDataLst>
              <p:tags r:id="rId59"/>
            </p:custDataLst>
          </p:nvPr>
        </p:nvSpPr>
        <p:spPr>
          <a:xfrm>
            <a:off x="4157980" y="5248275"/>
            <a:ext cx="2477770" cy="646430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编写详细的用户说明书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为系统用户提供培训</a:t>
            </a:r>
          </a:p>
        </p:txBody>
      </p:sp>
      <p:sp>
        <p:nvSpPr>
          <p:cNvPr id="6171" name="文本框 312343"/>
          <p:cNvSpPr txBox="1"/>
          <p:nvPr>
            <p:custDataLst>
              <p:tags r:id="rId60"/>
            </p:custDataLst>
          </p:nvPr>
        </p:nvSpPr>
        <p:spPr>
          <a:xfrm>
            <a:off x="4181475" y="6111875"/>
            <a:ext cx="2707640" cy="646430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建立帮助以支持系统用户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对系统需求变化提供支持</a:t>
            </a:r>
          </a:p>
        </p:txBody>
      </p:sp>
      <p:sp>
        <p:nvSpPr>
          <p:cNvPr id="6172" name="左大括号 63"/>
          <p:cNvSpPr/>
          <p:nvPr>
            <p:custDataLst>
              <p:tags r:id="rId61"/>
            </p:custDataLst>
          </p:nvPr>
        </p:nvSpPr>
        <p:spPr>
          <a:xfrm>
            <a:off x="3799205" y="1059180"/>
            <a:ext cx="358775" cy="720725"/>
          </a:xfrm>
          <a:prstGeom prst="leftBrace">
            <a:avLst>
              <a:gd name="adj1" fmla="val 16731"/>
              <a:gd name="adj2" fmla="val 50000"/>
            </a:avLst>
          </a:prstGeom>
          <a:noFill/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000" b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73" name="左大括号 64"/>
          <p:cNvSpPr/>
          <p:nvPr>
            <p:custDataLst>
              <p:tags r:id="rId62"/>
            </p:custDataLst>
          </p:nvPr>
        </p:nvSpPr>
        <p:spPr>
          <a:xfrm>
            <a:off x="3942080" y="2792730"/>
            <a:ext cx="215900" cy="431800"/>
          </a:xfrm>
          <a:prstGeom prst="leftBrace">
            <a:avLst>
              <a:gd name="adj1" fmla="val 16657"/>
              <a:gd name="adj2" fmla="val 50000"/>
            </a:avLst>
          </a:prstGeom>
          <a:noFill/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000" b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74" name="左大括号 65"/>
          <p:cNvSpPr/>
          <p:nvPr>
            <p:custDataLst>
              <p:tags r:id="rId63"/>
            </p:custDataLst>
          </p:nvPr>
        </p:nvSpPr>
        <p:spPr>
          <a:xfrm>
            <a:off x="3942080" y="3584575"/>
            <a:ext cx="215900" cy="431800"/>
          </a:xfrm>
          <a:prstGeom prst="leftBrace">
            <a:avLst>
              <a:gd name="adj1" fmla="val 16657"/>
              <a:gd name="adj2" fmla="val 50000"/>
            </a:avLst>
          </a:prstGeom>
          <a:noFill/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000" b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75" name="左大括号 66"/>
          <p:cNvSpPr/>
          <p:nvPr>
            <p:custDataLst>
              <p:tags r:id="rId64"/>
            </p:custDataLst>
          </p:nvPr>
        </p:nvSpPr>
        <p:spPr>
          <a:xfrm>
            <a:off x="3942080" y="4448175"/>
            <a:ext cx="215900" cy="431800"/>
          </a:xfrm>
          <a:prstGeom prst="leftBrace">
            <a:avLst>
              <a:gd name="adj1" fmla="val 16657"/>
              <a:gd name="adj2" fmla="val 50000"/>
            </a:avLst>
          </a:prstGeom>
          <a:noFill/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000" b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76" name="左大括号 67"/>
          <p:cNvSpPr/>
          <p:nvPr>
            <p:custDataLst>
              <p:tags r:id="rId65"/>
            </p:custDataLst>
          </p:nvPr>
        </p:nvSpPr>
        <p:spPr>
          <a:xfrm>
            <a:off x="3942080" y="5384800"/>
            <a:ext cx="215900" cy="431800"/>
          </a:xfrm>
          <a:prstGeom prst="leftBrace">
            <a:avLst>
              <a:gd name="adj1" fmla="val 16657"/>
              <a:gd name="adj2" fmla="val 50000"/>
            </a:avLst>
          </a:prstGeom>
          <a:noFill/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000" b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77" name="左大括号 68"/>
          <p:cNvSpPr/>
          <p:nvPr>
            <p:custDataLst>
              <p:tags r:id="rId66"/>
            </p:custDataLst>
          </p:nvPr>
        </p:nvSpPr>
        <p:spPr>
          <a:xfrm>
            <a:off x="4015105" y="6248400"/>
            <a:ext cx="215900" cy="431800"/>
          </a:xfrm>
          <a:prstGeom prst="leftBrace">
            <a:avLst>
              <a:gd name="adj1" fmla="val 16657"/>
              <a:gd name="adj2" fmla="val 50000"/>
            </a:avLst>
          </a:prstGeom>
          <a:noFill/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000" b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78" name="直接连接符 69"/>
          <p:cNvSpPr/>
          <p:nvPr>
            <p:custDataLst>
              <p:tags r:id="rId67"/>
            </p:custDataLst>
          </p:nvPr>
        </p:nvSpPr>
        <p:spPr>
          <a:xfrm>
            <a:off x="2359025" y="1419225"/>
            <a:ext cx="1367155" cy="0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79" name="直接连接符 70"/>
          <p:cNvSpPr/>
          <p:nvPr>
            <p:custDataLst>
              <p:tags r:id="rId68"/>
            </p:custDataLst>
          </p:nvPr>
        </p:nvSpPr>
        <p:spPr>
          <a:xfrm>
            <a:off x="2359025" y="2289175"/>
            <a:ext cx="1798955" cy="0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80" name="直接连接符 71"/>
          <p:cNvSpPr/>
          <p:nvPr>
            <p:custDataLst>
              <p:tags r:id="rId69"/>
            </p:custDataLst>
          </p:nvPr>
        </p:nvSpPr>
        <p:spPr>
          <a:xfrm>
            <a:off x="2359025" y="3008630"/>
            <a:ext cx="1511300" cy="0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81" name="直接连接符 72"/>
          <p:cNvSpPr/>
          <p:nvPr>
            <p:custDataLst>
              <p:tags r:id="rId70"/>
            </p:custDataLst>
          </p:nvPr>
        </p:nvSpPr>
        <p:spPr>
          <a:xfrm>
            <a:off x="2359025" y="3800475"/>
            <a:ext cx="1511300" cy="0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82" name="直接连接符 73"/>
          <p:cNvSpPr/>
          <p:nvPr>
            <p:custDataLst>
              <p:tags r:id="rId71"/>
            </p:custDataLst>
          </p:nvPr>
        </p:nvSpPr>
        <p:spPr>
          <a:xfrm>
            <a:off x="2359025" y="4664075"/>
            <a:ext cx="1511300" cy="0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83" name="直接连接符 74"/>
          <p:cNvSpPr/>
          <p:nvPr>
            <p:custDataLst>
              <p:tags r:id="rId72"/>
            </p:custDataLst>
          </p:nvPr>
        </p:nvSpPr>
        <p:spPr>
          <a:xfrm>
            <a:off x="2359025" y="5600700"/>
            <a:ext cx="1511300" cy="0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84" name="直接连接符 75"/>
          <p:cNvSpPr/>
          <p:nvPr>
            <p:custDataLst>
              <p:tags r:id="rId73"/>
            </p:custDataLst>
          </p:nvPr>
        </p:nvSpPr>
        <p:spPr>
          <a:xfrm>
            <a:off x="2359025" y="6464300"/>
            <a:ext cx="1511300" cy="0"/>
          </a:xfrm>
          <a:prstGeom prst="line">
            <a:avLst/>
          </a:prstGeom>
          <a:ln w="12700" cap="sq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7" name="矩形 76"/>
          <p:cNvSpPr/>
          <p:nvPr>
            <p:custDataLst>
              <p:tags r:id="rId74"/>
            </p:custDataLst>
          </p:nvPr>
        </p:nvSpPr>
        <p:spPr>
          <a:xfrm>
            <a:off x="539750" y="2022228"/>
            <a:ext cx="8478838" cy="567302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799464" y="620395"/>
            <a:ext cx="6796871" cy="576580"/>
          </a:xfrm>
          <a:prstGeom prst="rect">
            <a:avLst/>
          </a:prstGeom>
          <a:noFill/>
        </p:spPr>
        <p:txBody>
          <a:bodyPr wrap="square" lIns="67627" tIns="35242" rIns="67627" bIns="35242" rtlCol="0"/>
          <a:lstStyle>
            <a:defPPr>
              <a:defRPr lang="zh-CN"/>
            </a:defPPr>
            <a:lvl1pPr>
              <a:defRPr sz="4800" b="1" spc="6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u="none" strike="noStrike" baseline="0" dirty="0">
                <a:solidFill>
                  <a:srgbClr val="0070C0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</a:rPr>
              <a:t>第4章 信息系统分析</a:t>
            </a:r>
          </a:p>
        </p:txBody>
      </p:sp>
      <p:sp>
        <p:nvSpPr>
          <p:cNvPr id="6" name="菱形 5"/>
          <p:cNvSpPr/>
          <p:nvPr>
            <p:custDataLst>
              <p:tags r:id="rId3"/>
            </p:custDataLst>
          </p:nvPr>
        </p:nvSpPr>
        <p:spPr>
          <a:xfrm>
            <a:off x="680516" y="4967183"/>
            <a:ext cx="620732" cy="620732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487468" y="4860883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第4节   建立新系统逻辑结构</a:t>
            </a:r>
          </a:p>
        </p:txBody>
      </p:sp>
      <p:sp>
        <p:nvSpPr>
          <p:cNvPr id="8" name="菱形 7"/>
          <p:cNvSpPr/>
          <p:nvPr>
            <p:custDataLst>
              <p:tags r:id="rId5"/>
            </p:custDataLst>
          </p:nvPr>
        </p:nvSpPr>
        <p:spPr>
          <a:xfrm>
            <a:off x="680516" y="3977892"/>
            <a:ext cx="620732" cy="62073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1487468" y="3871592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第3节   数据流程分析</a:t>
            </a:r>
          </a:p>
        </p:txBody>
      </p:sp>
      <p:sp>
        <p:nvSpPr>
          <p:cNvPr id="19" name="菱形 18"/>
          <p:cNvSpPr/>
          <p:nvPr>
            <p:custDataLst>
              <p:tags r:id="rId7"/>
            </p:custDataLst>
          </p:nvPr>
        </p:nvSpPr>
        <p:spPr>
          <a:xfrm>
            <a:off x="680516" y="2988601"/>
            <a:ext cx="620732" cy="620732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1487468" y="2882301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第2节   业务流程分析</a:t>
            </a:r>
          </a:p>
        </p:txBody>
      </p:sp>
      <p:sp>
        <p:nvSpPr>
          <p:cNvPr id="21" name="菱形 20"/>
          <p:cNvSpPr/>
          <p:nvPr>
            <p:custDataLst>
              <p:tags r:id="rId9"/>
            </p:custDataLst>
          </p:nvPr>
        </p:nvSpPr>
        <p:spPr>
          <a:xfrm>
            <a:off x="680516" y="1999310"/>
            <a:ext cx="620732" cy="62073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1487468" y="1893011"/>
            <a:ext cx="5532804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</a:rPr>
              <a:t>第1节   信息系统分析的目标和任务</a:t>
            </a:r>
          </a:p>
        </p:txBody>
      </p:sp>
      <p:sp>
        <p:nvSpPr>
          <p:cNvPr id="27" name="矩形 26"/>
          <p:cNvSpPr/>
          <p:nvPr>
            <p:custDataLst>
              <p:tags r:id="rId11"/>
            </p:custDataLst>
          </p:nvPr>
        </p:nvSpPr>
        <p:spPr>
          <a:xfrm>
            <a:off x="799709" y="4062612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99709" y="3073321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</a:p>
        </p:txBody>
      </p:sp>
      <p:sp>
        <p:nvSpPr>
          <p:cNvPr id="29" name="矩形 28"/>
          <p:cNvSpPr/>
          <p:nvPr>
            <p:custDataLst>
              <p:tags r:id="rId13"/>
            </p:custDataLst>
          </p:nvPr>
        </p:nvSpPr>
        <p:spPr>
          <a:xfrm>
            <a:off x="799709" y="2084030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30" name="矩形 29"/>
          <p:cNvSpPr/>
          <p:nvPr>
            <p:custDataLst>
              <p:tags r:id="rId14"/>
            </p:custDataLst>
          </p:nvPr>
        </p:nvSpPr>
        <p:spPr>
          <a:xfrm>
            <a:off x="799709" y="5051903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4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799464" y="620395"/>
            <a:ext cx="6652855" cy="576580"/>
          </a:xfrm>
          <a:prstGeom prst="rect">
            <a:avLst/>
          </a:prstGeom>
          <a:noFill/>
        </p:spPr>
        <p:txBody>
          <a:bodyPr wrap="square" lIns="67627" tIns="35242" rIns="67627" bIns="35242" rtlCol="0"/>
          <a:lstStyle>
            <a:defPPr>
              <a:defRPr lang="zh-CN"/>
            </a:defPPr>
            <a:lvl1pPr>
              <a:defRPr sz="4800" b="1" spc="6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u="none" strike="noStrike" baseline="0" dirty="0">
                <a:solidFill>
                  <a:srgbClr val="0070C0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</a:rPr>
              <a:t>第4章 信息系统分析</a:t>
            </a:r>
          </a:p>
        </p:txBody>
      </p:sp>
      <p:sp>
        <p:nvSpPr>
          <p:cNvPr id="6" name="菱形 5"/>
          <p:cNvSpPr/>
          <p:nvPr>
            <p:custDataLst>
              <p:tags r:id="rId3"/>
            </p:custDataLst>
          </p:nvPr>
        </p:nvSpPr>
        <p:spPr>
          <a:xfrm>
            <a:off x="680516" y="4967183"/>
            <a:ext cx="620732" cy="620732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487468" y="4860883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第4节   建立新系统逻辑结构</a:t>
            </a:r>
          </a:p>
        </p:txBody>
      </p:sp>
      <p:sp>
        <p:nvSpPr>
          <p:cNvPr id="8" name="菱形 7"/>
          <p:cNvSpPr/>
          <p:nvPr>
            <p:custDataLst>
              <p:tags r:id="rId5"/>
            </p:custDataLst>
          </p:nvPr>
        </p:nvSpPr>
        <p:spPr>
          <a:xfrm>
            <a:off x="680516" y="3977892"/>
            <a:ext cx="620732" cy="62073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1487468" y="3871592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第3节   数据流程分析</a:t>
            </a:r>
          </a:p>
        </p:txBody>
      </p:sp>
      <p:sp>
        <p:nvSpPr>
          <p:cNvPr id="19" name="菱形 18"/>
          <p:cNvSpPr/>
          <p:nvPr>
            <p:custDataLst>
              <p:tags r:id="rId7"/>
            </p:custDataLst>
          </p:nvPr>
        </p:nvSpPr>
        <p:spPr>
          <a:xfrm>
            <a:off x="680516" y="2988601"/>
            <a:ext cx="620732" cy="620732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1487468" y="2882301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第2节   业务流程分析</a:t>
            </a:r>
          </a:p>
        </p:txBody>
      </p:sp>
      <p:sp>
        <p:nvSpPr>
          <p:cNvPr id="21" name="菱形 20"/>
          <p:cNvSpPr/>
          <p:nvPr>
            <p:custDataLst>
              <p:tags r:id="rId9"/>
            </p:custDataLst>
          </p:nvPr>
        </p:nvSpPr>
        <p:spPr>
          <a:xfrm>
            <a:off x="680516" y="1999310"/>
            <a:ext cx="620732" cy="62073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1487468" y="1893011"/>
            <a:ext cx="5532804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b="1" spc="250" dirty="0">
                <a:solidFill>
                  <a:srgbClr val="FF0000"/>
                </a:solidFill>
                <a:ea typeface="楷体" panose="02010609060101010101" charset="-122"/>
                <a:cs typeface="+mj-cs"/>
              </a:rPr>
              <a:t>第1节   信息系统分析的目标和任务</a:t>
            </a:r>
          </a:p>
        </p:txBody>
      </p:sp>
      <p:sp>
        <p:nvSpPr>
          <p:cNvPr id="27" name="矩形 26"/>
          <p:cNvSpPr/>
          <p:nvPr>
            <p:custDataLst>
              <p:tags r:id="rId11"/>
            </p:custDataLst>
          </p:nvPr>
        </p:nvSpPr>
        <p:spPr>
          <a:xfrm>
            <a:off x="799709" y="4062612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99709" y="3073321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</a:p>
        </p:txBody>
      </p:sp>
      <p:sp>
        <p:nvSpPr>
          <p:cNvPr id="29" name="矩形 28"/>
          <p:cNvSpPr/>
          <p:nvPr>
            <p:custDataLst>
              <p:tags r:id="rId13"/>
            </p:custDataLst>
          </p:nvPr>
        </p:nvSpPr>
        <p:spPr>
          <a:xfrm>
            <a:off x="799709" y="2084030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30" name="矩形 29"/>
          <p:cNvSpPr/>
          <p:nvPr>
            <p:custDataLst>
              <p:tags r:id="rId14"/>
            </p:custDataLst>
          </p:nvPr>
        </p:nvSpPr>
        <p:spPr>
          <a:xfrm>
            <a:off x="799709" y="5051903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4259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7170" name="Text Box 3"/>
          <p:cNvSpPr txBox="1"/>
          <p:nvPr/>
        </p:nvSpPr>
        <p:spPr>
          <a:xfrm>
            <a:off x="827088" y="2373454"/>
            <a:ext cx="7776844" cy="211109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借助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分析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当前系统的不足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以及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用户的新需求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分析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构建新系统的逻辑模型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，并对新系统逻辑模型进行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优化设计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，使其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满足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新系统建设的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规划目标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，进而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适应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公司业务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发展规划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7171" name="Rectangle 4"/>
          <p:cNvSpPr/>
          <p:nvPr>
            <p:custDataLst>
              <p:tags r:id="rId4"/>
            </p:custDataLst>
          </p:nvPr>
        </p:nvSpPr>
        <p:spPr>
          <a:xfrm>
            <a:off x="685800" y="1700213"/>
            <a:ext cx="4075155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信息系统分析的目标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395020" y="584122"/>
            <a:ext cx="8281436" cy="560388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第1节 信息系统分析的目标和任务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7765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4" r:link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7170" name="Text Box 3"/>
          <p:cNvSpPr txBox="1"/>
          <p:nvPr/>
        </p:nvSpPr>
        <p:spPr>
          <a:xfrm>
            <a:off x="1158297" y="2408442"/>
            <a:ext cx="4392032" cy="36622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彻底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搞清楚用户需求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，通过对选定的对象进行调查和分析（分析环境、分析需求、分析目标），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提出系统的初步模型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（又叫逻辑设计），并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完成系统分析报告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7171" name="Rectangle 4"/>
          <p:cNvSpPr/>
          <p:nvPr>
            <p:custDataLst>
              <p:tags r:id="rId4"/>
            </p:custDataLst>
          </p:nvPr>
        </p:nvSpPr>
        <p:spPr>
          <a:xfrm>
            <a:off x="685800" y="1700213"/>
            <a:ext cx="4075155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信息系统分析的任务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395020" y="584122"/>
            <a:ext cx="8564708" cy="560388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第1节 信息系统分析的目标和任务</a:t>
            </a: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70CB6031-4D14-4B28-242D-FB2FAA4939F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862557" y="2549316"/>
            <a:ext cx="2741375" cy="52322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业务流程分析</a:t>
            </a:r>
          </a:p>
        </p:txBody>
      </p:sp>
      <p:sp>
        <p:nvSpPr>
          <p:cNvPr id="3" name="Line 4">
            <a:extLst>
              <a:ext uri="{FF2B5EF4-FFF2-40B4-BE49-F238E27FC236}">
                <a16:creationId xmlns:a16="http://schemas.microsoft.com/office/drawing/2014/main" id="{62FA9A44-7BDA-0CD9-40E0-FCCB84E0307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169485" y="3358651"/>
            <a:ext cx="952" cy="4572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817382F1-3CF6-0B19-7134-123BAB9E0621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868270" y="3977978"/>
            <a:ext cx="2741375" cy="52322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数据流程分析</a:t>
            </a:r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790C3A6C-F63C-E151-892C-8008B302106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169485" y="4806451"/>
            <a:ext cx="952" cy="4572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AD42EC30-04BE-0811-AD16-AFB0B082075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366945" y="5425778"/>
            <a:ext cx="3592783" cy="55989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1" indent="0" algn="ctr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新系统逻辑结构提出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5785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5" r:link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7171" name="Rectangle 4"/>
          <p:cNvSpPr/>
          <p:nvPr>
            <p:custDataLst>
              <p:tags r:id="rId4"/>
            </p:custDataLst>
          </p:nvPr>
        </p:nvSpPr>
        <p:spPr>
          <a:xfrm>
            <a:off x="685800" y="1700213"/>
            <a:ext cx="4075155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信息系统分析的任务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395020" y="584122"/>
            <a:ext cx="8353444" cy="560388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第1节 信息系统分析的目标和任务</a:t>
            </a: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AFC6E8CA-DA51-6EBC-FB31-57DF16F8AB3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44792" y="2728945"/>
            <a:ext cx="2741375" cy="52322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业务流程分析</a:t>
            </a:r>
          </a:p>
        </p:txBody>
      </p:sp>
      <p:sp>
        <p:nvSpPr>
          <p:cNvPr id="3" name="Line 4">
            <a:extLst>
              <a:ext uri="{FF2B5EF4-FFF2-40B4-BE49-F238E27FC236}">
                <a16:creationId xmlns:a16="http://schemas.microsoft.com/office/drawing/2014/main" id="{87FB4B54-7817-2C39-FC04-471CE33CD8FF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051720" y="3538280"/>
            <a:ext cx="952" cy="4572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21798849-A6A7-3B96-215C-E58BBB6A94D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50505" y="4157607"/>
            <a:ext cx="2741375" cy="52322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数据流程分析</a:t>
            </a:r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4F01B83B-81AA-B5A3-D402-1FF15A74EA64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051720" y="4986080"/>
            <a:ext cx="952" cy="4572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ECB662A8-0847-A952-B590-25FB4E191BF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24480" y="5605407"/>
            <a:ext cx="3525536" cy="55989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1" indent="0" algn="ctr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新系统逻辑结构提出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6B982A6A-FD4B-6005-FFF5-C0D8048DAFF9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512298" y="2480225"/>
            <a:ext cx="5523246" cy="193899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对系统总体规划阶段所产生的组织模型中的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业务过程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和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业务活动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采用“自顶向下”的工作方式进行详细地分析，确定其工作流程。调查结果可以用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业务流程图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来表达。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2047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4" r:link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7171" name="Rectangle 4"/>
          <p:cNvSpPr/>
          <p:nvPr>
            <p:custDataLst>
              <p:tags r:id="rId4"/>
            </p:custDataLst>
          </p:nvPr>
        </p:nvSpPr>
        <p:spPr>
          <a:xfrm>
            <a:off x="685800" y="1700213"/>
            <a:ext cx="4075155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信息系统分析的任务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395020" y="584122"/>
            <a:ext cx="8425452" cy="560388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第1节 信息系统分析的目标和任务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4071DF-7551-E0A4-5B26-99FE3928382E}"/>
              </a:ext>
            </a:extLst>
          </p:cNvPr>
          <p:cNvSpPr txBox="1"/>
          <p:nvPr/>
        </p:nvSpPr>
        <p:spPr>
          <a:xfrm>
            <a:off x="3633040" y="3429000"/>
            <a:ext cx="53311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从业务流程图中识别出信息流程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，画出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数据流程图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。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根据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</a:rPr>
              <a:t>系统规划，对系统的主题数据库进行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  <a:cs typeface="微软雅黑" panose="020B0503020204020204" pitchFamily="34" charset="-122"/>
              </a:rPr>
              <a:t>设计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</a:rPr>
              <a:t>（如关系型数据库）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</a:rPr>
              <a:t>，根据实际需求建立专用数据库，建立</a:t>
            </a:r>
            <a:r>
              <a:rPr lang="zh-CN" altLang="en-US" b="1" dirty="0">
                <a:solidFill>
                  <a:srgbClr val="FF0000"/>
                </a:solidFill>
                <a:ea typeface="楷体" panose="02010609060101010101" charset="-122"/>
              </a:rPr>
              <a:t>数据字典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</a:rPr>
              <a:t>（关于数据描述的文字说明）。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D04A93A5-1B96-020C-537B-66164AD171C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27816" y="2564904"/>
            <a:ext cx="2741375" cy="52322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业务流程分析</a:t>
            </a:r>
          </a:p>
        </p:txBody>
      </p:sp>
      <p:sp>
        <p:nvSpPr>
          <p:cNvPr id="10" name="Line 4">
            <a:extLst>
              <a:ext uri="{FF2B5EF4-FFF2-40B4-BE49-F238E27FC236}">
                <a16:creationId xmlns:a16="http://schemas.microsoft.com/office/drawing/2014/main" id="{159B473C-1EA3-DEE3-8449-22152CC88C3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834744" y="3374239"/>
            <a:ext cx="952" cy="4572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4EC660D8-4AA1-9578-D518-C648EC7E202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33529" y="3993566"/>
            <a:ext cx="2741375" cy="52322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数据流程分析</a:t>
            </a:r>
          </a:p>
        </p:txBody>
      </p:sp>
      <p:sp>
        <p:nvSpPr>
          <p:cNvPr id="13" name="Line 6">
            <a:extLst>
              <a:ext uri="{FF2B5EF4-FFF2-40B4-BE49-F238E27FC236}">
                <a16:creationId xmlns:a16="http://schemas.microsoft.com/office/drawing/2014/main" id="{93A256EC-DA8F-B0EB-865E-F26D9DD6EB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834744" y="4822039"/>
            <a:ext cx="952" cy="4572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6" name="Text Box 7">
            <a:extLst>
              <a:ext uri="{FF2B5EF4-FFF2-40B4-BE49-F238E27FC236}">
                <a16:creationId xmlns:a16="http://schemas.microsoft.com/office/drawing/2014/main" id="{5908A2C0-F878-8C92-02ED-5B1D1BDFAA1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07504" y="5441366"/>
            <a:ext cx="3525536" cy="55989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1" indent="0" algn="ctr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新系统逻辑结构提出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3723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7171" name="Rectangle 4"/>
          <p:cNvSpPr/>
          <p:nvPr>
            <p:custDataLst>
              <p:tags r:id="rId4"/>
            </p:custDataLst>
          </p:nvPr>
        </p:nvSpPr>
        <p:spPr>
          <a:xfrm>
            <a:off x="685800" y="1700213"/>
            <a:ext cx="4075155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信息系统分析的任务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395020" y="584122"/>
            <a:ext cx="8425452" cy="560388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第1节 信息系统分析的目标和任务</a:t>
            </a: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2E4B68C1-1CCC-F2C4-CDCE-5D5772479D39}"/>
              </a:ext>
            </a:extLst>
          </p:cNvPr>
          <p:cNvSpPr txBox="1"/>
          <p:nvPr/>
        </p:nvSpPr>
        <p:spPr>
          <a:xfrm>
            <a:off x="3635798" y="5157787"/>
            <a:ext cx="5504754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运用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决策树、决策表、结构式语言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等工具，对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处理逻辑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进行描述，完成系统功能的定义。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AFC6E8CA-DA51-6EBC-FB31-57DF16F8AB35}"/>
              </a:ext>
            </a:extLst>
          </p:cNvPr>
          <p:cNvSpPr txBox="1"/>
          <p:nvPr/>
        </p:nvSpPr>
        <p:spPr>
          <a:xfrm>
            <a:off x="417771" y="2517526"/>
            <a:ext cx="2741375" cy="52322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业务流程分析</a:t>
            </a:r>
          </a:p>
        </p:txBody>
      </p:sp>
      <p:sp>
        <p:nvSpPr>
          <p:cNvPr id="10" name="Line 4">
            <a:extLst>
              <a:ext uri="{FF2B5EF4-FFF2-40B4-BE49-F238E27FC236}">
                <a16:creationId xmlns:a16="http://schemas.microsoft.com/office/drawing/2014/main" id="{87FB4B54-7817-2C39-FC04-471CE33CD8FF}"/>
              </a:ext>
            </a:extLst>
          </p:cNvPr>
          <p:cNvSpPr/>
          <p:nvPr/>
        </p:nvSpPr>
        <p:spPr>
          <a:xfrm>
            <a:off x="1724699" y="3326861"/>
            <a:ext cx="952" cy="4572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21798849-A6A7-3B96-215C-E58BBB6A94D7}"/>
              </a:ext>
            </a:extLst>
          </p:cNvPr>
          <p:cNvSpPr txBox="1"/>
          <p:nvPr/>
        </p:nvSpPr>
        <p:spPr>
          <a:xfrm>
            <a:off x="423484" y="3946188"/>
            <a:ext cx="2741375" cy="52322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数据流程分析</a:t>
            </a:r>
          </a:p>
        </p:txBody>
      </p:sp>
      <p:sp>
        <p:nvSpPr>
          <p:cNvPr id="13" name="Line 6">
            <a:extLst>
              <a:ext uri="{FF2B5EF4-FFF2-40B4-BE49-F238E27FC236}">
                <a16:creationId xmlns:a16="http://schemas.microsoft.com/office/drawing/2014/main" id="{4F01B83B-81AA-B5A3-D402-1FF15A74EA64}"/>
              </a:ext>
            </a:extLst>
          </p:cNvPr>
          <p:cNvSpPr/>
          <p:nvPr/>
        </p:nvSpPr>
        <p:spPr>
          <a:xfrm>
            <a:off x="1724699" y="4774661"/>
            <a:ext cx="952" cy="4572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Box 7">
            <a:extLst>
              <a:ext uri="{FF2B5EF4-FFF2-40B4-BE49-F238E27FC236}">
                <a16:creationId xmlns:a16="http://schemas.microsoft.com/office/drawing/2014/main" id="{ECB662A8-0847-A952-B590-25FB4E191BF0}"/>
              </a:ext>
            </a:extLst>
          </p:cNvPr>
          <p:cNvSpPr txBox="1"/>
          <p:nvPr/>
        </p:nvSpPr>
        <p:spPr>
          <a:xfrm>
            <a:off x="-2541" y="5393988"/>
            <a:ext cx="3525536" cy="55989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1" indent="0" algn="ctr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新系统逻辑结构提出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3851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799464" y="620395"/>
            <a:ext cx="6220807" cy="576580"/>
          </a:xfrm>
          <a:prstGeom prst="rect">
            <a:avLst/>
          </a:prstGeom>
          <a:noFill/>
        </p:spPr>
        <p:txBody>
          <a:bodyPr wrap="square" lIns="67627" tIns="35242" rIns="67627" bIns="35242" rtlCol="0"/>
          <a:lstStyle>
            <a:defPPr>
              <a:defRPr lang="zh-CN"/>
            </a:defPPr>
            <a:lvl1pPr>
              <a:defRPr sz="4800" b="1" spc="6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u="none" strike="noStrike" baseline="0" dirty="0">
                <a:solidFill>
                  <a:srgbClr val="0070C0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</a:rPr>
              <a:t>第4章 信息系统分析</a:t>
            </a:r>
          </a:p>
        </p:txBody>
      </p:sp>
      <p:sp>
        <p:nvSpPr>
          <p:cNvPr id="6" name="菱形 5"/>
          <p:cNvSpPr/>
          <p:nvPr>
            <p:custDataLst>
              <p:tags r:id="rId3"/>
            </p:custDataLst>
          </p:nvPr>
        </p:nvSpPr>
        <p:spPr>
          <a:xfrm>
            <a:off x="680516" y="4967183"/>
            <a:ext cx="620732" cy="620732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487468" y="4860883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第4节   建立新系统逻辑结构</a:t>
            </a:r>
          </a:p>
        </p:txBody>
      </p:sp>
      <p:sp>
        <p:nvSpPr>
          <p:cNvPr id="8" name="菱形 7"/>
          <p:cNvSpPr/>
          <p:nvPr>
            <p:custDataLst>
              <p:tags r:id="rId5"/>
            </p:custDataLst>
          </p:nvPr>
        </p:nvSpPr>
        <p:spPr>
          <a:xfrm>
            <a:off x="680516" y="3977892"/>
            <a:ext cx="620732" cy="62073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1487468" y="3871592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第3节   数据流程分析</a:t>
            </a:r>
          </a:p>
        </p:txBody>
      </p:sp>
      <p:sp>
        <p:nvSpPr>
          <p:cNvPr id="19" name="菱形 18"/>
          <p:cNvSpPr/>
          <p:nvPr>
            <p:custDataLst>
              <p:tags r:id="rId7"/>
            </p:custDataLst>
          </p:nvPr>
        </p:nvSpPr>
        <p:spPr>
          <a:xfrm>
            <a:off x="680516" y="2988601"/>
            <a:ext cx="620732" cy="620732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1487468" y="2882301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rgbClr val="FF0000"/>
                </a:solidFill>
                <a:ea typeface="楷体" panose="02010609060101010101" charset="-122"/>
                <a:cs typeface="+mj-cs"/>
                <a:sym typeface="+mn-ea"/>
              </a:rPr>
              <a:t>第2节   业务流程分析</a:t>
            </a:r>
          </a:p>
        </p:txBody>
      </p:sp>
      <p:sp>
        <p:nvSpPr>
          <p:cNvPr id="21" name="菱形 20"/>
          <p:cNvSpPr/>
          <p:nvPr>
            <p:custDataLst>
              <p:tags r:id="rId9"/>
            </p:custDataLst>
          </p:nvPr>
        </p:nvSpPr>
        <p:spPr>
          <a:xfrm>
            <a:off x="680516" y="1999310"/>
            <a:ext cx="620732" cy="62073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1487468" y="1893011"/>
            <a:ext cx="5532804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</a:rPr>
              <a:t>第1节   信息系统分析的目标和任务</a:t>
            </a:r>
          </a:p>
        </p:txBody>
      </p:sp>
      <p:sp>
        <p:nvSpPr>
          <p:cNvPr id="27" name="矩形 26"/>
          <p:cNvSpPr/>
          <p:nvPr>
            <p:custDataLst>
              <p:tags r:id="rId11"/>
            </p:custDataLst>
          </p:nvPr>
        </p:nvSpPr>
        <p:spPr>
          <a:xfrm>
            <a:off x="799709" y="4062612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99709" y="3073321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</a:p>
        </p:txBody>
      </p:sp>
      <p:sp>
        <p:nvSpPr>
          <p:cNvPr id="29" name="矩形 28"/>
          <p:cNvSpPr/>
          <p:nvPr>
            <p:custDataLst>
              <p:tags r:id="rId13"/>
            </p:custDataLst>
          </p:nvPr>
        </p:nvSpPr>
        <p:spPr>
          <a:xfrm>
            <a:off x="799709" y="2084030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30" name="矩形 29"/>
          <p:cNvSpPr/>
          <p:nvPr>
            <p:custDataLst>
              <p:tags r:id="rId14"/>
            </p:custDataLst>
          </p:nvPr>
        </p:nvSpPr>
        <p:spPr>
          <a:xfrm>
            <a:off x="799709" y="5051903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0719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525319" name="Rectangle 7"/>
          <p:cNvSpPr>
            <a:spLocks noGrp="1" noChangeArrowheads="1"/>
          </p:cNvSpPr>
          <p:nvPr>
            <p:ph type="title" idx="4294967295"/>
          </p:nvPr>
        </p:nvSpPr>
        <p:spPr>
          <a:xfrm>
            <a:off x="1600200" y="762000"/>
            <a:ext cx="5586413" cy="5588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b="1" noProof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第2节 业务流程分析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85800" y="1700213"/>
            <a:ext cx="2993127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业务流程分析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F53D69EA-8656-28C0-514A-2D047D69512A}"/>
              </a:ext>
            </a:extLst>
          </p:cNvPr>
          <p:cNvSpPr txBox="1"/>
          <p:nvPr/>
        </p:nvSpPr>
        <p:spPr>
          <a:xfrm>
            <a:off x="832144" y="2420888"/>
            <a:ext cx="8060336" cy="35216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任务：调查系统中各环节的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  <a:cs typeface="微软雅黑" panose="020B0503020204020204" pitchFamily="34" charset="-122"/>
              </a:rPr>
              <a:t>业务活动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，掌握业务的内容、作用、信息的输入、输出、数据存储和信息处理方法及过程等。</a:t>
            </a:r>
            <a:endParaRPr lang="en-US" altLang="zh-CN" b="1" dirty="0">
              <a:solidFill>
                <a:srgbClr val="000000"/>
              </a:solidFill>
              <a:ea typeface="楷体" panose="02010609060101010101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原则：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应遵循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用户参与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的原则，即由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使用部门的业务人员、主管人员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和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设计部门的系统分析人员、系统设计人员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共同进行，便于业务交流和问题分析。</a:t>
            </a:r>
            <a:endParaRPr lang="en-US" altLang="zh-CN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程序：组织结构调查</a:t>
            </a:r>
            <a:r>
              <a:rPr lang="en-US" altLang="zh-CN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—&gt;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管理功能调查</a:t>
            </a:r>
            <a:r>
              <a:rPr lang="en-US" altLang="zh-CN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—&gt;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业务流程调查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2703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525319" name="Rectangle 7"/>
          <p:cNvSpPr>
            <a:spLocks noGrp="1" noChangeArrowheads="1"/>
          </p:cNvSpPr>
          <p:nvPr>
            <p:ph type="title" idx="4294967295"/>
          </p:nvPr>
        </p:nvSpPr>
        <p:spPr>
          <a:xfrm>
            <a:off x="1600200" y="762000"/>
            <a:ext cx="5586413" cy="5588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b="1" noProof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第2节 业务流程分析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85800" y="1700213"/>
            <a:ext cx="2993127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业务流程分析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F53D69EA-8656-28C0-514A-2D047D69512A}"/>
              </a:ext>
            </a:extLst>
          </p:cNvPr>
          <p:cNvSpPr txBox="1"/>
          <p:nvPr/>
        </p:nvSpPr>
        <p:spPr>
          <a:xfrm>
            <a:off x="832144" y="2420888"/>
            <a:ext cx="8060336" cy="400244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方法：</a:t>
            </a:r>
            <a:endParaRPr lang="en-US" altLang="zh-CN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zh-CN" altLang="en-US" sz="22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收集资料（日常业务计划、原始凭据、报表等）</a:t>
            </a:r>
            <a:endParaRPr lang="en-US" altLang="zh-CN" sz="2200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zh-CN" altLang="en-US" sz="22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  <a:sym typeface="Wingdings" pitchFamily="2" charset="2"/>
              </a:rPr>
              <a:t>发调查表征求意见（重点询问、全面业务需求分析）</a:t>
            </a:r>
            <a:endParaRPr lang="en-US" altLang="zh-CN" sz="2200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  <a:sym typeface="Wingdings" pitchFamily="2" charset="2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zh-CN" altLang="en-US" sz="22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  <a:sym typeface="Wingdings" pitchFamily="2" charset="2"/>
              </a:rPr>
              <a:t>开调查会（按职能部门座谈、各类人员联合座谈）</a:t>
            </a:r>
            <a:endParaRPr lang="en-US" altLang="zh-CN" sz="2200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  <a:sym typeface="Wingdings" pitchFamily="2" charset="2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zh-CN" altLang="en-US" sz="22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  <a:sym typeface="Wingdings" pitchFamily="2" charset="2"/>
              </a:rPr>
              <a:t>访谈（访谈目的和任务、对象、提纲和报告）</a:t>
            </a:r>
            <a:endParaRPr lang="en-US" altLang="zh-CN" sz="2200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  <a:sym typeface="Wingdings" pitchFamily="2" charset="2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zh-CN" altLang="en-US" sz="22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  <a:sym typeface="Wingdings" pitchFamily="2" charset="2"/>
              </a:rPr>
              <a:t>深入实际（直接参与业务实践）</a:t>
            </a:r>
            <a:endParaRPr lang="en-US" altLang="zh-CN" sz="2200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  <a:sym typeface="Wingdings" pitchFamily="2" charset="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0023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525319" name="Rectangle 7"/>
          <p:cNvSpPr>
            <a:spLocks noGrp="1" noChangeArrowheads="1"/>
          </p:cNvSpPr>
          <p:nvPr>
            <p:ph type="title" idx="4294967295"/>
          </p:nvPr>
        </p:nvSpPr>
        <p:spPr>
          <a:xfrm>
            <a:off x="1600200" y="762000"/>
            <a:ext cx="5586413" cy="5588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b="1" noProof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第2节 业务流程分析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85800" y="1700213"/>
            <a:ext cx="2993127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组织结构调查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8FE4B943-9D2B-2606-DBAA-438ECAA79488}"/>
              </a:ext>
            </a:extLst>
          </p:cNvPr>
          <p:cNvSpPr txBox="1"/>
          <p:nvPr/>
        </p:nvSpPr>
        <p:spPr>
          <a:xfrm>
            <a:off x="685800" y="2348880"/>
            <a:ext cx="3670176" cy="322620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组织结构指的是一个组织</a:t>
            </a:r>
            <a:r>
              <a:rPr lang="zh-CN" altLang="en-US" sz="18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（部门、企业、车间、科室等）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的组成以及这些组成部分之间的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  <a:cs typeface="微软雅黑" panose="020B0503020204020204" pitchFamily="34" charset="-122"/>
              </a:rPr>
              <a:t>隶属关系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或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  <a:cs typeface="微软雅黑" panose="020B0503020204020204" pitchFamily="34" charset="-122"/>
              </a:rPr>
              <a:t>管理与被管理关系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。</a:t>
            </a:r>
            <a:endParaRPr lang="en-US" altLang="zh-CN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通常可用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  <a:cs typeface="微软雅黑" panose="020B0503020204020204" pitchFamily="34" charset="-122"/>
              </a:rPr>
              <a:t>组织结构图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来表示。</a:t>
            </a:r>
            <a:endParaRPr lang="en-US" altLang="zh-CN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4B5CBD-62EB-E9DF-EC2D-7994F6C77E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18364" y="2348880"/>
            <a:ext cx="4469084" cy="349462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3918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525319" name="Rectangle 7"/>
          <p:cNvSpPr>
            <a:spLocks noGrp="1" noChangeArrowheads="1"/>
          </p:cNvSpPr>
          <p:nvPr>
            <p:ph type="title" idx="4294967295"/>
          </p:nvPr>
        </p:nvSpPr>
        <p:spPr>
          <a:xfrm>
            <a:off x="1600200" y="762000"/>
            <a:ext cx="5586413" cy="5588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b="1" noProof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第2节 业务流程分析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85800" y="1700213"/>
            <a:ext cx="2993127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3.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管理功能调查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8FE4B943-9D2B-2606-DBAA-438ECAA79488}"/>
              </a:ext>
            </a:extLst>
          </p:cNvPr>
          <p:cNvSpPr txBox="1"/>
          <p:nvPr/>
        </p:nvSpPr>
        <p:spPr>
          <a:xfrm>
            <a:off x="685800" y="2348880"/>
            <a:ext cx="2590056" cy="35216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功能指的是完成某项工作的能力。</a:t>
            </a:r>
            <a:endParaRPr lang="en-US" altLang="zh-CN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通常用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  <a:cs typeface="微软雅黑" panose="020B0503020204020204" pitchFamily="34" charset="-122"/>
              </a:rPr>
              <a:t>功能层次图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来表示。</a:t>
            </a:r>
            <a:endParaRPr lang="en-US" altLang="zh-CN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描述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  <a:cs typeface="微软雅黑" panose="020B0503020204020204" pitchFamily="34" charset="-122"/>
              </a:rPr>
              <a:t>从系统目标到各项功能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的层次关系。</a:t>
            </a:r>
            <a:endParaRPr lang="en-US" altLang="zh-CN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8020290-40FD-69EE-ADED-1E1B0FFE61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5856" y="2348880"/>
            <a:ext cx="5715000" cy="3454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06382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21" r:link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23" r:link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525319" name="Rectangle 7"/>
          <p:cNvSpPr>
            <a:spLocks noGrp="1" noChangeArrowheads="1"/>
          </p:cNvSpPr>
          <p:nvPr>
            <p:ph type="title" idx="4294967295"/>
          </p:nvPr>
        </p:nvSpPr>
        <p:spPr>
          <a:xfrm>
            <a:off x="1600200" y="762000"/>
            <a:ext cx="5586413" cy="5588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b="1" noProof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第2节 业务流程分析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85800" y="1700213"/>
            <a:ext cx="2993127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4.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业务流程调查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8FE4B943-9D2B-2606-DBAA-438ECAA79488}"/>
              </a:ext>
            </a:extLst>
          </p:cNvPr>
          <p:cNvSpPr txBox="1"/>
          <p:nvPr/>
        </p:nvSpPr>
        <p:spPr>
          <a:xfrm>
            <a:off x="971600" y="2348880"/>
            <a:ext cx="7920880" cy="15696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Clr>
                <a:schemeClr val="folHlink"/>
              </a:buClr>
            </a:pP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业务流程图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Transaction flow diagram</a:t>
            </a:r>
            <a:r>
              <a:rPr lang="en-US" altLang="zh-CN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,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TFD)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用一些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规定的符号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及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连线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来描述各单位、人员之间业务关系、作业顺序和管理信息流向的图表。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基本上按照业务的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实际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处理步骤和过程绘制。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FCE4FC55-E1B7-F6C5-3691-F9C2E634FBA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286591" y="4317680"/>
            <a:ext cx="576262" cy="576263"/>
          </a:xfrm>
          <a:prstGeom prst="flowChartConnector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E975986-CC45-A5C9-9AAB-4987AB862C8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907428" y="4319217"/>
            <a:ext cx="719138" cy="50323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7FD86F04-0B50-74AC-51ED-44E8A20CD8B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734793" y="4251787"/>
            <a:ext cx="720725" cy="504825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47217C8F-0F7D-A981-D26D-F85BFD454F69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663673" y="4322907"/>
            <a:ext cx="720725" cy="504825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7">
            <a:extLst>
              <a:ext uri="{FF2B5EF4-FFF2-40B4-BE49-F238E27FC236}">
                <a16:creationId xmlns:a16="http://schemas.microsoft.com/office/drawing/2014/main" id="{B0E3776D-28AF-67E1-914B-8CE5851FB8A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590648" y="4394662"/>
            <a:ext cx="720725" cy="504825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B4AF86DE-A7AF-3DB6-21CC-88FEDD935020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334792" y="4263651"/>
            <a:ext cx="0" cy="431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F7E2BB89-E8F8-036E-E8B4-585C14FA65C6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334792" y="4695451"/>
            <a:ext cx="6477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6100FB9E-B5C0-B449-1E54-709F3314F34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846960" y="4533903"/>
            <a:ext cx="7207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F203713E-75E8-82B8-FFF2-DBF534BF1777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70849" y="5039963"/>
            <a:ext cx="129586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人员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/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单位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27859C9A-7981-D513-57E7-96D9473DB2E1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2683682" y="5000766"/>
            <a:ext cx="1675167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业务处理</a:t>
            </a: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64B83E2A-53DD-36F9-EB87-D03A7113551B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4158529" y="5017163"/>
            <a:ext cx="1773287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报表表格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AE928A15-7D12-02FA-5296-9D434B522940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5931816" y="5007871"/>
            <a:ext cx="2081213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数据文件存档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8ED5AAB5-F01A-2C67-4DEB-A8073A8CCEF7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7733987" y="4991103"/>
            <a:ext cx="159054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信息传递</a:t>
            </a:r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BAF0D6E3-B32F-C1E8-C162-DDF8157515BD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509417" y="4245871"/>
            <a:ext cx="0" cy="4572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B86ECD-3C4B-B5CA-5B63-5EF0E5FFB8DE}"/>
              </a:ext>
            </a:extLst>
          </p:cNvPr>
          <p:cNvSpPr txBox="1"/>
          <p:nvPr/>
        </p:nvSpPr>
        <p:spPr>
          <a:xfrm>
            <a:off x="1286591" y="5909210"/>
            <a:ext cx="69719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ea typeface="楷体" panose="02010609060101010101" charset="-122"/>
              </a:rPr>
              <a:t>PS</a:t>
            </a:r>
            <a:r>
              <a:rPr lang="zh-CN" altLang="en-US" sz="2000" b="1" dirty="0">
                <a:solidFill>
                  <a:srgbClr val="000000"/>
                </a:solidFill>
                <a:ea typeface="楷体" panose="02010609060101010101" charset="-122"/>
              </a:rPr>
              <a:t>：业务流程图的符号很不统一，本课程以上面为标准</a:t>
            </a:r>
          </a:p>
        </p:txBody>
      </p:sp>
      <p:sp>
        <p:nvSpPr>
          <p:cNvPr id="3" name="Line 12">
            <a:extLst>
              <a:ext uri="{FF2B5EF4-FFF2-40B4-BE49-F238E27FC236}">
                <a16:creationId xmlns:a16="http://schemas.microsoft.com/office/drawing/2014/main" id="{2614B2C8-05CC-DDB7-AEB1-4435C6D53C14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334792" y="4263651"/>
            <a:ext cx="6477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80927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42" r:link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44" r:link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525319" name="Rectangle 7"/>
          <p:cNvSpPr>
            <a:spLocks noGrp="1" noChangeArrowheads="1"/>
          </p:cNvSpPr>
          <p:nvPr>
            <p:ph type="title" idx="4294967295"/>
          </p:nvPr>
        </p:nvSpPr>
        <p:spPr>
          <a:xfrm>
            <a:off x="1600200" y="762000"/>
            <a:ext cx="5586413" cy="5588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第2节 业务流程分析</a:t>
            </a:r>
          </a:p>
        </p:txBody>
      </p:sp>
      <p:sp>
        <p:nvSpPr>
          <p:cNvPr id="3" name="Text Box 51">
            <a:extLst>
              <a:ext uri="{FF2B5EF4-FFF2-40B4-BE49-F238E27FC236}">
                <a16:creationId xmlns:a16="http://schemas.microsoft.com/office/drawing/2014/main" id="{C0543D4F-33E1-EEC1-2E77-34D26DDAE062}"/>
              </a:ext>
            </a:extLst>
          </p:cNvPr>
          <p:cNvSpPr txBox="1"/>
          <p:nvPr/>
        </p:nvSpPr>
        <p:spPr>
          <a:xfrm>
            <a:off x="273057" y="1777962"/>
            <a:ext cx="32004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某领料业务流程图：</a:t>
            </a:r>
          </a:p>
        </p:txBody>
      </p:sp>
      <p:sp>
        <p:nvSpPr>
          <p:cNvPr id="12" name="Line 3">
            <a:extLst>
              <a:ext uri="{FF2B5EF4-FFF2-40B4-BE49-F238E27FC236}">
                <a16:creationId xmlns:a16="http://schemas.microsoft.com/office/drawing/2014/main" id="{B84F137B-4D40-5B86-4472-CAB21459F3F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 flipH="1">
            <a:off x="4389264" y="5190654"/>
            <a:ext cx="0" cy="18256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" name="Line 4">
            <a:extLst>
              <a:ext uri="{FF2B5EF4-FFF2-40B4-BE49-F238E27FC236}">
                <a16:creationId xmlns:a16="http://schemas.microsoft.com/office/drawing/2014/main" id="{EF55FA43-26FE-32B4-E8A5-6351450FEA8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796135" y="3645024"/>
            <a:ext cx="1" cy="327891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4" name="Oval 9">
            <a:extLst>
              <a:ext uri="{FF2B5EF4-FFF2-40B4-BE49-F238E27FC236}">
                <a16:creationId xmlns:a16="http://schemas.microsoft.com/office/drawing/2014/main" id="{954CE54E-572D-080A-3EEE-612A1E35CEF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813493" y="2813521"/>
            <a:ext cx="1363662" cy="993775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lIns="54000" rIns="540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各基层单位</a:t>
            </a:r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46309F86-34AC-59E7-4C6B-E4E48A247894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447825" y="3158455"/>
            <a:ext cx="1363663" cy="36036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开领料单</a:t>
            </a:r>
          </a:p>
        </p:txBody>
      </p:sp>
      <p:sp>
        <p:nvSpPr>
          <p:cNvPr id="26" name="Rectangle 11">
            <a:extLst>
              <a:ext uri="{FF2B5EF4-FFF2-40B4-BE49-F238E27FC236}">
                <a16:creationId xmlns:a16="http://schemas.microsoft.com/office/drawing/2014/main" id="{780414B0-9A9A-8EBF-527F-EE3B5C0C7F66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927228" y="3964707"/>
            <a:ext cx="1477962" cy="33496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查库存状态</a:t>
            </a: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174C8AB6-EC30-8E49-9F9C-A3EC06D014F1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7138615" y="3964707"/>
            <a:ext cx="1393825" cy="36036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开缺货单</a:t>
            </a:r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F132D8DA-5D2C-89CB-F7E3-F027530F11B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965527" y="4628431"/>
            <a:ext cx="1436687" cy="31273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发货处理</a:t>
            </a:r>
          </a:p>
        </p:txBody>
      </p:sp>
      <p:sp>
        <p:nvSpPr>
          <p:cNvPr id="29" name="Rectangle 14">
            <a:extLst>
              <a:ext uri="{FF2B5EF4-FFF2-40B4-BE49-F238E27FC236}">
                <a16:creationId xmlns:a16="http://schemas.microsoft.com/office/drawing/2014/main" id="{4056FBE7-F62F-D78E-1CAB-76E9F93F7A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3347864" y="6072336"/>
            <a:ext cx="2057400" cy="2730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基层单位存档</a:t>
            </a:r>
          </a:p>
        </p:txBody>
      </p:sp>
      <p:sp>
        <p:nvSpPr>
          <p:cNvPr id="30" name="Rectangle 16">
            <a:extLst>
              <a:ext uri="{FF2B5EF4-FFF2-40B4-BE49-F238E27FC236}">
                <a16:creationId xmlns:a16="http://schemas.microsoft.com/office/drawing/2014/main" id="{B8B396E0-C1DB-19FA-AFB3-A77E1B66F89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700664" y="5944195"/>
            <a:ext cx="1289050" cy="2460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仓库存档</a:t>
            </a:r>
          </a:p>
        </p:txBody>
      </p:sp>
      <p:sp>
        <p:nvSpPr>
          <p:cNvPr id="31" name="Line 18">
            <a:extLst>
              <a:ext uri="{FF2B5EF4-FFF2-40B4-BE49-F238E27FC236}">
                <a16:creationId xmlns:a16="http://schemas.microsoft.com/office/drawing/2014/main" id="{A3C7BFCA-299A-7E2B-28CB-5002C1641633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2231132" y="3302917"/>
            <a:ext cx="201613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" name="Line 19">
            <a:extLst>
              <a:ext uri="{FF2B5EF4-FFF2-40B4-BE49-F238E27FC236}">
                <a16:creationId xmlns:a16="http://schemas.microsoft.com/office/drawing/2014/main" id="{4D911329-5A4A-06C8-A56C-C687EF4F67A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3823395" y="3302917"/>
            <a:ext cx="17621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" name="Line 20">
            <a:extLst>
              <a:ext uri="{FF2B5EF4-FFF2-40B4-BE49-F238E27FC236}">
                <a16:creationId xmlns:a16="http://schemas.microsoft.com/office/drawing/2014/main" id="{0FE66836-5ED7-C976-FA34-A9CEE7EF6B0B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55295" y="3302917"/>
            <a:ext cx="23495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4" name="Line 22">
            <a:extLst>
              <a:ext uri="{FF2B5EF4-FFF2-40B4-BE49-F238E27FC236}">
                <a16:creationId xmlns:a16="http://schemas.microsoft.com/office/drawing/2014/main" id="{860A91C3-F241-F54E-FDAD-DF4A12E69D68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 flipV="1">
            <a:off x="7641853" y="2956644"/>
            <a:ext cx="0" cy="27305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" name="Line 23">
            <a:extLst>
              <a:ext uri="{FF2B5EF4-FFF2-40B4-BE49-F238E27FC236}">
                <a16:creationId xmlns:a16="http://schemas.microsoft.com/office/drawing/2014/main" id="{36CF4BCA-20E1-E1BB-6BA2-D1BA18B68D6E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 flipV="1">
            <a:off x="7641853" y="3680544"/>
            <a:ext cx="0" cy="27305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6" name="Rectangle 24">
            <a:extLst>
              <a:ext uri="{FF2B5EF4-FFF2-40B4-BE49-F238E27FC236}">
                <a16:creationId xmlns:a16="http://schemas.microsoft.com/office/drawing/2014/main" id="{E835F91E-FE44-39F2-C773-6D8C383D30FD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5190752" y="4331087"/>
            <a:ext cx="950913" cy="3476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正常</a:t>
            </a: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7" name="Rectangle 25">
            <a:extLst>
              <a:ext uri="{FF2B5EF4-FFF2-40B4-BE49-F238E27FC236}">
                <a16:creationId xmlns:a16="http://schemas.microsoft.com/office/drawing/2014/main" id="{1A5ED3B6-3502-9768-EC34-DACE80A41B5C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435626" y="3887143"/>
            <a:ext cx="728662" cy="2619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缺货</a:t>
            </a:r>
          </a:p>
        </p:txBody>
      </p:sp>
      <p:sp>
        <p:nvSpPr>
          <p:cNvPr id="38" name="Line 27">
            <a:extLst>
              <a:ext uri="{FF2B5EF4-FFF2-40B4-BE49-F238E27FC236}">
                <a16:creationId xmlns:a16="http://schemas.microsoft.com/office/drawing/2014/main" id="{4E484626-B3DC-70D4-882F-F5332F0206F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389264" y="5190654"/>
            <a:ext cx="2525713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" name="Line 29">
            <a:extLst>
              <a:ext uri="{FF2B5EF4-FFF2-40B4-BE49-F238E27FC236}">
                <a16:creationId xmlns:a16="http://schemas.microsoft.com/office/drawing/2014/main" id="{0571D8BF-2FC6-25AE-92C1-5769CCB3CB41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406727" y="5773886"/>
            <a:ext cx="0" cy="233363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0" name="Line 30">
            <a:extLst>
              <a:ext uri="{FF2B5EF4-FFF2-40B4-BE49-F238E27FC236}">
                <a16:creationId xmlns:a16="http://schemas.microsoft.com/office/drawing/2014/main" id="{BD86C7A0-4DFC-9C45-68F9-DDC3C540EFB3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910214" y="5755283"/>
            <a:ext cx="0" cy="18891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" name="Oval 32">
            <a:extLst>
              <a:ext uri="{FF2B5EF4-FFF2-40B4-BE49-F238E27FC236}">
                <a16:creationId xmlns:a16="http://schemas.microsoft.com/office/drawing/2014/main" id="{8F91F469-52FD-A600-ADD0-613424CE2A5E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6935415" y="2124793"/>
            <a:ext cx="1360487" cy="831851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lIns="54000" rIns="540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物资采购部门</a:t>
            </a:r>
          </a:p>
        </p:txBody>
      </p:sp>
      <p:sp>
        <p:nvSpPr>
          <p:cNvPr id="42" name="AutoShape 34">
            <a:extLst>
              <a:ext uri="{FF2B5EF4-FFF2-40B4-BE49-F238E27FC236}">
                <a16:creationId xmlns:a16="http://schemas.microsoft.com/office/drawing/2014/main" id="{91551A64-709D-6224-2858-FDB950B18D8B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6478414" y="5340499"/>
            <a:ext cx="1060450" cy="430212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领料单</a:t>
            </a:r>
          </a:p>
        </p:txBody>
      </p:sp>
      <p:sp>
        <p:nvSpPr>
          <p:cNvPr id="43" name="Line 35">
            <a:extLst>
              <a:ext uri="{FF2B5EF4-FFF2-40B4-BE49-F238E27FC236}">
                <a16:creationId xmlns:a16="http://schemas.microsoft.com/office/drawing/2014/main" id="{1577EB90-8CEA-FC84-B0F9-0B022336C871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6910214" y="5190654"/>
            <a:ext cx="0" cy="1524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" name="AutoShape 36">
            <a:extLst>
              <a:ext uri="{FF2B5EF4-FFF2-40B4-BE49-F238E27FC236}">
                <a16:creationId xmlns:a16="http://schemas.microsoft.com/office/drawing/2014/main" id="{AF7D4485-93A7-0412-BC1E-7BD141B6294B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7065590" y="3243982"/>
            <a:ext cx="1390650" cy="427037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缺货通知</a:t>
            </a:r>
          </a:p>
        </p:txBody>
      </p:sp>
      <p:sp>
        <p:nvSpPr>
          <p:cNvPr id="45" name="AutoShape 37">
            <a:extLst>
              <a:ext uri="{FF2B5EF4-FFF2-40B4-BE49-F238E27FC236}">
                <a16:creationId xmlns:a16="http://schemas.microsoft.com/office/drawing/2014/main" id="{65547228-6E58-4448-764D-32BBC015FCC4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3983732" y="3015580"/>
            <a:ext cx="1066800" cy="635000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领料单</a:t>
            </a:r>
          </a:p>
        </p:txBody>
      </p:sp>
      <p:sp>
        <p:nvSpPr>
          <p:cNvPr id="46" name="AutoShape 38">
            <a:extLst>
              <a:ext uri="{FF2B5EF4-FFF2-40B4-BE49-F238E27FC236}">
                <a16:creationId xmlns:a16="http://schemas.microsoft.com/office/drawing/2014/main" id="{9A0B2BC1-553C-7F53-F9E6-41EC3C3D66DA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3728864" y="5375424"/>
            <a:ext cx="1092200" cy="398462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领料单</a:t>
            </a:r>
          </a:p>
        </p:txBody>
      </p:sp>
      <p:sp>
        <p:nvSpPr>
          <p:cNvPr id="47" name="Oval 39">
            <a:extLst>
              <a:ext uri="{FF2B5EF4-FFF2-40B4-BE49-F238E27FC236}">
                <a16:creationId xmlns:a16="http://schemas.microsoft.com/office/drawing/2014/main" id="{B245E72B-F2E1-9868-7B21-2EE536F3588E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5270748" y="2858417"/>
            <a:ext cx="989012" cy="804863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</a:t>
            </a:r>
          </a:p>
        </p:txBody>
      </p:sp>
      <p:sp>
        <p:nvSpPr>
          <p:cNvPr id="48" name="Line 42">
            <a:extLst>
              <a:ext uri="{FF2B5EF4-FFF2-40B4-BE49-F238E27FC236}">
                <a16:creationId xmlns:a16="http://schemas.microsoft.com/office/drawing/2014/main" id="{7763DA93-54C3-AB31-AD8A-DF79817B776D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3347864" y="6105991"/>
            <a:ext cx="0" cy="34734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" name="Line 43">
            <a:extLst>
              <a:ext uri="{FF2B5EF4-FFF2-40B4-BE49-F238E27FC236}">
                <a16:creationId xmlns:a16="http://schemas.microsoft.com/office/drawing/2014/main" id="{042ADAFF-7DDF-188A-96AC-6CB404BD443D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3347864" y="6105991"/>
            <a:ext cx="13716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" name="Line 44">
            <a:extLst>
              <a:ext uri="{FF2B5EF4-FFF2-40B4-BE49-F238E27FC236}">
                <a16:creationId xmlns:a16="http://schemas.microsoft.com/office/drawing/2014/main" id="{2FE52350-C03C-8027-AC85-30380D210243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3347864" y="6453336"/>
            <a:ext cx="13716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" name="Line 46">
            <a:extLst>
              <a:ext uri="{FF2B5EF4-FFF2-40B4-BE49-F238E27FC236}">
                <a16:creationId xmlns:a16="http://schemas.microsoft.com/office/drawing/2014/main" id="{CC2A0053-CFC8-859D-994A-BE6964F24335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6478414" y="5944195"/>
            <a:ext cx="0" cy="36512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" name="Line 47">
            <a:extLst>
              <a:ext uri="{FF2B5EF4-FFF2-40B4-BE49-F238E27FC236}">
                <a16:creationId xmlns:a16="http://schemas.microsoft.com/office/drawing/2014/main" id="{472E4711-9DFD-BB1D-C222-98406767B660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6478414" y="5944195"/>
            <a:ext cx="90995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" name="Line 48">
            <a:extLst>
              <a:ext uri="{FF2B5EF4-FFF2-40B4-BE49-F238E27FC236}">
                <a16:creationId xmlns:a16="http://schemas.microsoft.com/office/drawing/2014/main" id="{292AB2A4-DAA0-841B-DF05-3528023E753D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6478414" y="6309320"/>
            <a:ext cx="90995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" name="Line 52">
            <a:extLst>
              <a:ext uri="{FF2B5EF4-FFF2-40B4-BE49-F238E27FC236}">
                <a16:creationId xmlns:a16="http://schemas.microsoft.com/office/drawing/2014/main" id="{EB5B1558-C57A-071E-CE55-30216FB5DF14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3570114" y="6126857"/>
            <a:ext cx="6350" cy="326479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6" name="Line 59">
            <a:extLst>
              <a:ext uri="{FF2B5EF4-FFF2-40B4-BE49-F238E27FC236}">
                <a16:creationId xmlns:a16="http://schemas.microsoft.com/office/drawing/2014/main" id="{7F43EC2F-CBA0-2846-5F47-84E17D3F651D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6398840" y="4163144"/>
            <a:ext cx="7620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57" name="Line 52">
            <a:extLst>
              <a:ext uri="{FF2B5EF4-FFF2-40B4-BE49-F238E27FC236}">
                <a16:creationId xmlns:a16="http://schemas.microsoft.com/office/drawing/2014/main" id="{11C41AE9-D628-84D8-907E-993625BD307E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6692726" y="5961658"/>
            <a:ext cx="7931" cy="34766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" name="Line 4">
            <a:extLst>
              <a:ext uri="{FF2B5EF4-FFF2-40B4-BE49-F238E27FC236}">
                <a16:creationId xmlns:a16="http://schemas.microsoft.com/office/drawing/2014/main" id="{65C76F05-00E3-D6F0-F9F2-3D63D58A82C0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5652120" y="4941168"/>
            <a:ext cx="0" cy="257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60D3E34F-908C-5B56-549E-AFC0F37F0047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5724128" y="4323953"/>
            <a:ext cx="0" cy="257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304013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21" r:link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23" r:link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60418" name="Rectangle 1026"/>
          <p:cNvSpPr/>
          <p:nvPr>
            <p:custDataLst>
              <p:tags r:id="rId4"/>
            </p:custDataLst>
          </p:nvPr>
        </p:nvSpPr>
        <p:spPr>
          <a:xfrm>
            <a:off x="719572" y="2776910"/>
            <a:ext cx="7704856" cy="1840194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-342900" eaLnBrk="1" hangingPunct="1">
              <a:lnSpc>
                <a:spcPct val="150000"/>
              </a:lnSpc>
              <a:buClr>
                <a:schemeClr val="folHlink"/>
              </a:buClr>
              <a:buSzPct val="75000"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采购员从仓库收到缺货通知单后，查阅订货合同单，若已订货，则向供货单位发出催货请求，否则就填写补充订货单交供货单位。供货单位发货同时，向采购员发出提货通知单。</a:t>
            </a:r>
          </a:p>
        </p:txBody>
      </p:sp>
      <p:sp>
        <p:nvSpPr>
          <p:cNvPr id="60419" name="Rectangle 1027"/>
          <p:cNvSpPr/>
          <p:nvPr/>
        </p:nvSpPr>
        <p:spPr>
          <a:xfrm>
            <a:off x="328247" y="1825507"/>
            <a:ext cx="7560324" cy="9906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：按以下调查结果，画出订货业务流程图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DF3209DB-9941-4317-8B12-5A03A0FCF9D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52955" y="764505"/>
            <a:ext cx="576262" cy="576263"/>
          </a:xfrm>
          <a:prstGeom prst="flowChartConnector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1938282-21ED-44FF-8BF8-B7DFFF1BCAD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973792" y="766042"/>
            <a:ext cx="719138" cy="50323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0C6ED529-D58F-4052-AA11-2A4FFE84875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801157" y="698612"/>
            <a:ext cx="720725" cy="504825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E9397006-FA38-4EF1-B169-055ED8D2F84B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730037" y="769732"/>
            <a:ext cx="720725" cy="504825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47D8E946-7A5A-4AB5-8678-C44DF804830A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3657012" y="841487"/>
            <a:ext cx="720725" cy="504825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57C12667-B32B-4751-B861-EF772FACB391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401156" y="710476"/>
            <a:ext cx="0" cy="431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049BBF0A-FAC0-46E3-B0C6-333A8984C78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401156" y="1142276"/>
            <a:ext cx="6477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52CE8F21-2B04-4170-BB45-D90BC1331EEC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913324" y="980728"/>
            <a:ext cx="7207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CA69EE23-D0F2-4DD2-B80A-75B0FBECB8D2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37213" y="1486788"/>
            <a:ext cx="129586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人员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/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单位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288709A4-EC6F-42A0-9D32-C38DBD0B0EA6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750046" y="1447591"/>
            <a:ext cx="1675167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业务处理</a:t>
            </a: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99DF084D-C941-4E68-B0E0-598B045C25AB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3224893" y="1463988"/>
            <a:ext cx="1773287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报表表格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67B0F091-F0D5-4430-93B7-936819C56A30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4998180" y="1454696"/>
            <a:ext cx="2081213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数据文件存档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1D0F89DB-AFF8-4A30-A886-192A7A1B083F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6800351" y="1437928"/>
            <a:ext cx="159054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信息传递</a:t>
            </a:r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C7D1E4A5-3D19-42EE-BE65-7F6EB1BFF33D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5575781" y="692696"/>
            <a:ext cx="0" cy="4572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2" name="Line 12">
            <a:extLst>
              <a:ext uri="{FF2B5EF4-FFF2-40B4-BE49-F238E27FC236}">
                <a16:creationId xmlns:a16="http://schemas.microsoft.com/office/drawing/2014/main" id="{E70937C3-5E62-4894-AC59-86FFED64DC15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5401156" y="710476"/>
            <a:ext cx="6477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42" r:link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25" y="24961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44" r:link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61442" name="Oval 10"/>
          <p:cNvSpPr/>
          <p:nvPr>
            <p:custDataLst>
              <p:tags r:id="rId4"/>
            </p:custDataLst>
          </p:nvPr>
        </p:nvSpPr>
        <p:spPr>
          <a:xfrm>
            <a:off x="250825" y="1124744"/>
            <a:ext cx="874713" cy="777875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lIns="54000" rIns="540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</a:t>
            </a:r>
          </a:p>
        </p:txBody>
      </p:sp>
      <p:sp>
        <p:nvSpPr>
          <p:cNvPr id="61443" name="Line 52"/>
          <p:cNvSpPr/>
          <p:nvPr>
            <p:custDataLst>
              <p:tags r:id="rId5"/>
            </p:custDataLst>
          </p:nvPr>
        </p:nvSpPr>
        <p:spPr>
          <a:xfrm>
            <a:off x="1114425" y="1483519"/>
            <a:ext cx="2889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44" name="Rectangle 53"/>
          <p:cNvSpPr/>
          <p:nvPr>
            <p:custDataLst>
              <p:tags r:id="rId6"/>
            </p:custDataLst>
          </p:nvPr>
        </p:nvSpPr>
        <p:spPr>
          <a:xfrm>
            <a:off x="1403350" y="1194594"/>
            <a:ext cx="1366838" cy="64928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开具缺货通知单</a:t>
            </a:r>
          </a:p>
        </p:txBody>
      </p:sp>
      <p:sp>
        <p:nvSpPr>
          <p:cNvPr id="61445" name="Line 54"/>
          <p:cNvSpPr/>
          <p:nvPr>
            <p:custDataLst>
              <p:tags r:id="rId7"/>
            </p:custDataLst>
          </p:nvPr>
        </p:nvSpPr>
        <p:spPr>
          <a:xfrm>
            <a:off x="2770188" y="1483519"/>
            <a:ext cx="2889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46" name="AutoShape 55"/>
          <p:cNvSpPr/>
          <p:nvPr>
            <p:custDataLst>
              <p:tags r:id="rId8"/>
            </p:custDataLst>
          </p:nvPr>
        </p:nvSpPr>
        <p:spPr>
          <a:xfrm>
            <a:off x="3059113" y="1137444"/>
            <a:ext cx="1066800" cy="779462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缺货通知单</a:t>
            </a:r>
          </a:p>
        </p:txBody>
      </p:sp>
      <p:sp>
        <p:nvSpPr>
          <p:cNvPr id="61447" name="Line 56"/>
          <p:cNvSpPr/>
          <p:nvPr>
            <p:custDataLst>
              <p:tags r:id="rId9"/>
            </p:custDataLst>
          </p:nvPr>
        </p:nvSpPr>
        <p:spPr>
          <a:xfrm>
            <a:off x="4138613" y="1483519"/>
            <a:ext cx="2889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48" name="Oval 57"/>
          <p:cNvSpPr/>
          <p:nvPr>
            <p:custDataLst>
              <p:tags r:id="rId10"/>
            </p:custDataLst>
          </p:nvPr>
        </p:nvSpPr>
        <p:spPr>
          <a:xfrm>
            <a:off x="4427537" y="1124744"/>
            <a:ext cx="935029" cy="777875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lIns="54000" rIns="540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采购员</a:t>
            </a:r>
          </a:p>
        </p:txBody>
      </p:sp>
      <p:sp>
        <p:nvSpPr>
          <p:cNvPr id="61449" name="Line 58"/>
          <p:cNvSpPr/>
          <p:nvPr>
            <p:custDataLst>
              <p:tags r:id="rId11"/>
            </p:custDataLst>
          </p:nvPr>
        </p:nvSpPr>
        <p:spPr>
          <a:xfrm>
            <a:off x="4837113" y="1916906"/>
            <a:ext cx="0" cy="257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50" name="Rectangle 59"/>
          <p:cNvSpPr/>
          <p:nvPr>
            <p:custDataLst>
              <p:tags r:id="rId12"/>
            </p:custDataLst>
          </p:nvPr>
        </p:nvSpPr>
        <p:spPr>
          <a:xfrm>
            <a:off x="4425950" y="2202656"/>
            <a:ext cx="1152525" cy="64928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查阅订货合同</a:t>
            </a:r>
          </a:p>
        </p:txBody>
      </p:sp>
      <p:sp>
        <p:nvSpPr>
          <p:cNvPr id="61451" name="Rectangle 65"/>
          <p:cNvSpPr/>
          <p:nvPr>
            <p:custDataLst>
              <p:tags r:id="rId13"/>
            </p:custDataLst>
          </p:nvPr>
        </p:nvSpPr>
        <p:spPr>
          <a:xfrm>
            <a:off x="5722938" y="1196181"/>
            <a:ext cx="1439862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订货合同</a:t>
            </a:r>
          </a:p>
        </p:txBody>
      </p:sp>
      <p:sp>
        <p:nvSpPr>
          <p:cNvPr id="61476" name="Line 67"/>
          <p:cNvSpPr/>
          <p:nvPr>
            <p:custDataLst>
              <p:tags r:id="rId14"/>
            </p:custDataLst>
          </p:nvPr>
        </p:nvSpPr>
        <p:spPr>
          <a:xfrm>
            <a:off x="5723255" y="1229836"/>
            <a:ext cx="0" cy="34734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77" name="Line 68"/>
          <p:cNvSpPr/>
          <p:nvPr>
            <p:custDataLst>
              <p:tags r:id="rId15"/>
            </p:custDataLst>
          </p:nvPr>
        </p:nvSpPr>
        <p:spPr>
          <a:xfrm>
            <a:off x="5723255" y="1229836"/>
            <a:ext cx="13716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78" name="Line 69"/>
          <p:cNvSpPr/>
          <p:nvPr>
            <p:custDataLst>
              <p:tags r:id="rId16"/>
            </p:custDataLst>
          </p:nvPr>
        </p:nvSpPr>
        <p:spPr>
          <a:xfrm>
            <a:off x="5723255" y="1577181"/>
            <a:ext cx="13716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53" name="Line 70"/>
          <p:cNvSpPr/>
          <p:nvPr>
            <p:custDataLst>
              <p:tags r:id="rId17"/>
            </p:custDataLst>
          </p:nvPr>
        </p:nvSpPr>
        <p:spPr>
          <a:xfrm>
            <a:off x="5951538" y="1272381"/>
            <a:ext cx="0" cy="304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1454" name="Line 71"/>
          <p:cNvSpPr/>
          <p:nvPr>
            <p:custDataLst>
              <p:tags r:id="rId18"/>
            </p:custDataLst>
          </p:nvPr>
        </p:nvSpPr>
        <p:spPr>
          <a:xfrm>
            <a:off x="5435600" y="1483519"/>
            <a:ext cx="0" cy="69056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55" name="Line 72"/>
          <p:cNvSpPr/>
          <p:nvPr>
            <p:custDataLst>
              <p:tags r:id="rId19"/>
            </p:custDataLst>
          </p:nvPr>
        </p:nvSpPr>
        <p:spPr>
          <a:xfrm>
            <a:off x="5434013" y="1483519"/>
            <a:ext cx="2889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56" name="Rectangle 74"/>
          <p:cNvSpPr/>
          <p:nvPr>
            <p:custDataLst>
              <p:tags r:id="rId20"/>
            </p:custDataLst>
          </p:nvPr>
        </p:nvSpPr>
        <p:spPr>
          <a:xfrm>
            <a:off x="4211960" y="3499644"/>
            <a:ext cx="1368425" cy="64928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填写补充订货单</a:t>
            </a:r>
          </a:p>
        </p:txBody>
      </p:sp>
      <p:sp>
        <p:nvSpPr>
          <p:cNvPr id="61457" name="Line 75"/>
          <p:cNvSpPr/>
          <p:nvPr>
            <p:custDataLst>
              <p:tags r:id="rId21"/>
            </p:custDataLst>
          </p:nvPr>
        </p:nvSpPr>
        <p:spPr>
          <a:xfrm>
            <a:off x="4859338" y="2883694"/>
            <a:ext cx="0" cy="6175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58" name="Rectangle 76"/>
          <p:cNvSpPr/>
          <p:nvPr>
            <p:custDataLst>
              <p:tags r:id="rId22"/>
            </p:custDataLst>
          </p:nvPr>
        </p:nvSpPr>
        <p:spPr>
          <a:xfrm>
            <a:off x="4836730" y="3017017"/>
            <a:ext cx="719138" cy="3603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未订货</a:t>
            </a:r>
          </a:p>
        </p:txBody>
      </p:sp>
      <p:sp>
        <p:nvSpPr>
          <p:cNvPr id="61459" name="Line 77"/>
          <p:cNvSpPr/>
          <p:nvPr>
            <p:custDataLst>
              <p:tags r:id="rId23"/>
            </p:custDataLst>
          </p:nvPr>
        </p:nvSpPr>
        <p:spPr>
          <a:xfrm>
            <a:off x="5578475" y="2491581"/>
            <a:ext cx="649288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60" name="Rectangle 78"/>
          <p:cNvSpPr/>
          <p:nvPr>
            <p:custDataLst>
              <p:tags r:id="rId24"/>
            </p:custDataLst>
          </p:nvPr>
        </p:nvSpPr>
        <p:spPr>
          <a:xfrm>
            <a:off x="5543550" y="2237565"/>
            <a:ext cx="719137" cy="360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已订货</a:t>
            </a:r>
          </a:p>
        </p:txBody>
      </p:sp>
      <p:sp>
        <p:nvSpPr>
          <p:cNvPr id="61461" name="Rectangle 79"/>
          <p:cNvSpPr/>
          <p:nvPr>
            <p:custDataLst>
              <p:tags r:id="rId25"/>
            </p:custDataLst>
          </p:nvPr>
        </p:nvSpPr>
        <p:spPr>
          <a:xfrm>
            <a:off x="6238875" y="2204244"/>
            <a:ext cx="1152525" cy="64928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填写催货单</a:t>
            </a:r>
          </a:p>
        </p:txBody>
      </p:sp>
      <p:sp>
        <p:nvSpPr>
          <p:cNvPr id="61462" name="Line 80"/>
          <p:cNvSpPr/>
          <p:nvPr>
            <p:custDataLst>
              <p:tags r:id="rId26"/>
            </p:custDataLst>
          </p:nvPr>
        </p:nvSpPr>
        <p:spPr>
          <a:xfrm>
            <a:off x="7380288" y="2563019"/>
            <a:ext cx="2889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63" name="Oval 81"/>
          <p:cNvSpPr/>
          <p:nvPr>
            <p:custDataLst>
              <p:tags r:id="rId27"/>
            </p:custDataLst>
          </p:nvPr>
        </p:nvSpPr>
        <p:spPr>
          <a:xfrm>
            <a:off x="4427538" y="5228431"/>
            <a:ext cx="993776" cy="777875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lIns="54000" rIns="540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供货单位</a:t>
            </a:r>
          </a:p>
        </p:txBody>
      </p:sp>
      <p:sp>
        <p:nvSpPr>
          <p:cNvPr id="61464" name="AutoShape 82"/>
          <p:cNvSpPr/>
          <p:nvPr>
            <p:custDataLst>
              <p:tags r:id="rId28"/>
            </p:custDataLst>
          </p:nvPr>
        </p:nvSpPr>
        <p:spPr>
          <a:xfrm>
            <a:off x="7680325" y="2275681"/>
            <a:ext cx="1066800" cy="576263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催货单</a:t>
            </a:r>
          </a:p>
        </p:txBody>
      </p:sp>
      <p:sp>
        <p:nvSpPr>
          <p:cNvPr id="61465" name="Line 83"/>
          <p:cNvSpPr/>
          <p:nvPr>
            <p:custDataLst>
              <p:tags r:id="rId29"/>
            </p:custDataLst>
          </p:nvPr>
        </p:nvSpPr>
        <p:spPr>
          <a:xfrm flipH="1">
            <a:off x="8102080" y="2925885"/>
            <a:ext cx="11084" cy="266382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66" name="Line 84"/>
          <p:cNvSpPr/>
          <p:nvPr>
            <p:custDataLst>
              <p:tags r:id="rId30"/>
            </p:custDataLst>
          </p:nvPr>
        </p:nvSpPr>
        <p:spPr>
          <a:xfrm>
            <a:off x="4859338" y="4148931"/>
            <a:ext cx="0" cy="257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67" name="AutoShape 85"/>
          <p:cNvSpPr/>
          <p:nvPr>
            <p:custDataLst>
              <p:tags r:id="rId31"/>
            </p:custDataLst>
          </p:nvPr>
        </p:nvSpPr>
        <p:spPr>
          <a:xfrm>
            <a:off x="4354513" y="4436269"/>
            <a:ext cx="1066800" cy="576262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补货单</a:t>
            </a:r>
          </a:p>
        </p:txBody>
      </p:sp>
      <p:sp>
        <p:nvSpPr>
          <p:cNvPr id="61468" name="Line 86"/>
          <p:cNvSpPr/>
          <p:nvPr>
            <p:custDataLst>
              <p:tags r:id="rId32"/>
            </p:custDataLst>
          </p:nvPr>
        </p:nvSpPr>
        <p:spPr>
          <a:xfrm>
            <a:off x="4859338" y="4971256"/>
            <a:ext cx="0" cy="257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69" name="Line 87"/>
          <p:cNvSpPr/>
          <p:nvPr>
            <p:custDataLst>
              <p:tags r:id="rId33"/>
            </p:custDataLst>
          </p:nvPr>
        </p:nvSpPr>
        <p:spPr>
          <a:xfrm flipH="1">
            <a:off x="5508104" y="5589711"/>
            <a:ext cx="259397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61470" name="Rectangle 88"/>
          <p:cNvSpPr/>
          <p:nvPr>
            <p:custDataLst>
              <p:tags r:id="rId34"/>
            </p:custDataLst>
          </p:nvPr>
        </p:nvSpPr>
        <p:spPr>
          <a:xfrm>
            <a:off x="2914650" y="5301456"/>
            <a:ext cx="1152525" cy="64928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填写提货单</a:t>
            </a:r>
          </a:p>
        </p:txBody>
      </p:sp>
      <p:sp>
        <p:nvSpPr>
          <p:cNvPr id="61471" name="Line 89"/>
          <p:cNvSpPr/>
          <p:nvPr>
            <p:custDataLst>
              <p:tags r:id="rId35"/>
            </p:custDataLst>
          </p:nvPr>
        </p:nvSpPr>
        <p:spPr>
          <a:xfrm>
            <a:off x="4140200" y="5590381"/>
            <a:ext cx="2889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61472" name="AutoShape 90"/>
          <p:cNvSpPr/>
          <p:nvPr>
            <p:custDataLst>
              <p:tags r:id="rId36"/>
            </p:custDataLst>
          </p:nvPr>
        </p:nvSpPr>
        <p:spPr>
          <a:xfrm>
            <a:off x="1476375" y="5374481"/>
            <a:ext cx="1066800" cy="576263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提货单</a:t>
            </a:r>
          </a:p>
        </p:txBody>
      </p:sp>
      <p:sp>
        <p:nvSpPr>
          <p:cNvPr id="61473" name="Line 91"/>
          <p:cNvSpPr/>
          <p:nvPr>
            <p:custDataLst>
              <p:tags r:id="rId37"/>
            </p:custDataLst>
          </p:nvPr>
        </p:nvSpPr>
        <p:spPr>
          <a:xfrm>
            <a:off x="2555875" y="5590381"/>
            <a:ext cx="360363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61474" name="Line 92"/>
          <p:cNvSpPr/>
          <p:nvPr>
            <p:custDataLst>
              <p:tags r:id="rId38"/>
            </p:custDataLst>
          </p:nvPr>
        </p:nvSpPr>
        <p:spPr>
          <a:xfrm flipH="1">
            <a:off x="684213" y="1772445"/>
            <a:ext cx="3886200" cy="3817936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61475" name="Line 93"/>
          <p:cNvSpPr/>
          <p:nvPr>
            <p:custDataLst>
              <p:tags r:id="rId39"/>
            </p:custDataLst>
          </p:nvPr>
        </p:nvSpPr>
        <p:spPr>
          <a:xfrm>
            <a:off x="684213" y="5590381"/>
            <a:ext cx="79216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21" r:link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23" r:link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60418" name="Rectangle 1026"/>
          <p:cNvSpPr/>
          <p:nvPr>
            <p:custDataLst>
              <p:tags r:id="rId4"/>
            </p:custDataLst>
          </p:nvPr>
        </p:nvSpPr>
        <p:spPr>
          <a:xfrm>
            <a:off x="719572" y="2780928"/>
            <a:ext cx="7704856" cy="1840194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-342900" eaLnBrk="1" hangingPunct="1">
              <a:lnSpc>
                <a:spcPct val="150000"/>
              </a:lnSpc>
              <a:buClr>
                <a:schemeClr val="folHlink"/>
              </a:buClr>
              <a:buSzPct val="75000"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车间填写领料单给仓库要求领料，库长根据用料计划审批领料单，未批准的退回车间，已批准的领料单被送到仓库保管员处，由他查阅库存账。若账上有货，则填写提货通知，并通知车间前来领料，否则，填写缺货单，并通知采购人员。</a:t>
            </a:r>
          </a:p>
        </p:txBody>
      </p:sp>
      <p:sp>
        <p:nvSpPr>
          <p:cNvPr id="60419" name="Rectangle 1027"/>
          <p:cNvSpPr/>
          <p:nvPr/>
        </p:nvSpPr>
        <p:spPr>
          <a:xfrm>
            <a:off x="540068" y="2065998"/>
            <a:ext cx="8136388" cy="9906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：根据以下业务过程，画出领料业务流程图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81C3B2AF-61E0-4170-A636-D15433CAD12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52955" y="764505"/>
            <a:ext cx="576262" cy="576263"/>
          </a:xfrm>
          <a:prstGeom prst="flowChartConnector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5FC243B-08BB-47B3-A913-0B9337750A9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973792" y="766042"/>
            <a:ext cx="719138" cy="50323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111A1854-099F-48B7-AA07-F7AF1301639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801157" y="698612"/>
            <a:ext cx="720725" cy="504825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8F357AB7-3E47-4D39-B46E-D9E517EABAE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730037" y="769732"/>
            <a:ext cx="720725" cy="504825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43DF8750-6196-48F1-927D-5239DD411D99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3657012" y="841487"/>
            <a:ext cx="720725" cy="504825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0FF2D724-0D5A-427A-BBFE-F78C06731593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401156" y="710476"/>
            <a:ext cx="0" cy="431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2A8C7520-3DA8-4AC2-8454-A495C3DBA254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401156" y="1142276"/>
            <a:ext cx="6477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E477A672-1615-424D-8152-1D227740C2A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913324" y="980728"/>
            <a:ext cx="7207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281BC84A-4AF5-4200-84D0-CE5573678C20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37213" y="1486788"/>
            <a:ext cx="129586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人员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/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单位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D5560A70-A8DA-4229-8ABD-5487F0B8255E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750046" y="1447591"/>
            <a:ext cx="1675167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业务处理</a:t>
            </a: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90424ABD-C26A-4EE0-A0A9-2C219EFCF192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3224893" y="1463988"/>
            <a:ext cx="1773287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报表表格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1369D7B3-C805-479C-86C4-7DC07A4E8E9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4998180" y="1454696"/>
            <a:ext cx="2081213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数据文件存档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50B97C6A-149F-4164-BED4-168C94738A87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6800351" y="1437928"/>
            <a:ext cx="159054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信息传递</a:t>
            </a:r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C9B2A3BD-085A-454E-AB05-D4DAE89B04DC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5575781" y="692696"/>
            <a:ext cx="0" cy="4572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2" name="Line 12">
            <a:extLst>
              <a:ext uri="{FF2B5EF4-FFF2-40B4-BE49-F238E27FC236}">
                <a16:creationId xmlns:a16="http://schemas.microsoft.com/office/drawing/2014/main" id="{AB8C6A17-A2E4-4E94-A8F1-0485F4DCEAC7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5401156" y="710476"/>
            <a:ext cx="6477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673099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54" r:link="rId5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56" r:link="rId5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64514" name="Oval 4"/>
          <p:cNvSpPr/>
          <p:nvPr>
            <p:custDataLst>
              <p:tags r:id="rId4"/>
            </p:custDataLst>
          </p:nvPr>
        </p:nvSpPr>
        <p:spPr>
          <a:xfrm>
            <a:off x="250825" y="1053629"/>
            <a:ext cx="874713" cy="777875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lIns="54000" rIns="540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车间</a:t>
            </a:r>
          </a:p>
        </p:txBody>
      </p:sp>
      <p:sp>
        <p:nvSpPr>
          <p:cNvPr id="64515" name="Line 5"/>
          <p:cNvSpPr/>
          <p:nvPr>
            <p:custDataLst>
              <p:tags r:id="rId5"/>
            </p:custDataLst>
          </p:nvPr>
        </p:nvSpPr>
        <p:spPr>
          <a:xfrm>
            <a:off x="1114425" y="1412404"/>
            <a:ext cx="2889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16" name="Rectangle 6"/>
          <p:cNvSpPr/>
          <p:nvPr>
            <p:custDataLst>
              <p:tags r:id="rId6"/>
            </p:custDataLst>
          </p:nvPr>
        </p:nvSpPr>
        <p:spPr>
          <a:xfrm>
            <a:off x="1403350" y="1123479"/>
            <a:ext cx="1008063" cy="64928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填写领料单</a:t>
            </a:r>
          </a:p>
        </p:txBody>
      </p:sp>
      <p:sp>
        <p:nvSpPr>
          <p:cNvPr id="64517" name="Line 7"/>
          <p:cNvSpPr/>
          <p:nvPr>
            <p:custDataLst>
              <p:tags r:id="rId7"/>
            </p:custDataLst>
          </p:nvPr>
        </p:nvSpPr>
        <p:spPr>
          <a:xfrm>
            <a:off x="2411413" y="1412404"/>
            <a:ext cx="2889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18" name="AutoShape 8"/>
          <p:cNvSpPr/>
          <p:nvPr>
            <p:custDataLst>
              <p:tags r:id="rId8"/>
            </p:custDataLst>
          </p:nvPr>
        </p:nvSpPr>
        <p:spPr>
          <a:xfrm>
            <a:off x="2700338" y="1126654"/>
            <a:ext cx="1066800" cy="563563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领料单</a:t>
            </a:r>
          </a:p>
        </p:txBody>
      </p:sp>
      <p:sp>
        <p:nvSpPr>
          <p:cNvPr id="64519" name="Line 9"/>
          <p:cNvSpPr/>
          <p:nvPr>
            <p:custDataLst>
              <p:tags r:id="rId9"/>
            </p:custDataLst>
          </p:nvPr>
        </p:nvSpPr>
        <p:spPr>
          <a:xfrm>
            <a:off x="3779838" y="1412404"/>
            <a:ext cx="2889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20" name="Oval 10"/>
          <p:cNvSpPr/>
          <p:nvPr>
            <p:custDataLst>
              <p:tags r:id="rId10"/>
            </p:custDataLst>
          </p:nvPr>
        </p:nvSpPr>
        <p:spPr>
          <a:xfrm>
            <a:off x="4068762" y="1053629"/>
            <a:ext cx="993773" cy="777875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lIns="54000" rIns="540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仓库库长</a:t>
            </a:r>
          </a:p>
        </p:txBody>
      </p:sp>
      <p:sp>
        <p:nvSpPr>
          <p:cNvPr id="64521" name="Line 11"/>
          <p:cNvSpPr/>
          <p:nvPr>
            <p:custDataLst>
              <p:tags r:id="rId11"/>
            </p:custDataLst>
          </p:nvPr>
        </p:nvSpPr>
        <p:spPr>
          <a:xfrm>
            <a:off x="4549775" y="1845792"/>
            <a:ext cx="0" cy="257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22" name="Rectangle 12"/>
          <p:cNvSpPr/>
          <p:nvPr>
            <p:custDataLst>
              <p:tags r:id="rId12"/>
            </p:custDataLst>
          </p:nvPr>
        </p:nvSpPr>
        <p:spPr>
          <a:xfrm>
            <a:off x="3779838" y="2131542"/>
            <a:ext cx="1511300" cy="4349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审批领料单</a:t>
            </a:r>
          </a:p>
        </p:txBody>
      </p:sp>
      <p:sp>
        <p:nvSpPr>
          <p:cNvPr id="64523" name="Rectangle 13"/>
          <p:cNvSpPr/>
          <p:nvPr/>
        </p:nvSpPr>
        <p:spPr>
          <a:xfrm>
            <a:off x="5435600" y="1125067"/>
            <a:ext cx="1439863" cy="2873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用料计划</a:t>
            </a:r>
          </a:p>
        </p:txBody>
      </p:sp>
      <p:sp>
        <p:nvSpPr>
          <p:cNvPr id="64563" name="Line 15"/>
          <p:cNvSpPr/>
          <p:nvPr>
            <p:custDataLst>
              <p:tags r:id="rId13"/>
            </p:custDataLst>
          </p:nvPr>
        </p:nvSpPr>
        <p:spPr>
          <a:xfrm>
            <a:off x="5435600" y="1158404"/>
            <a:ext cx="0" cy="34798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64" name="Line 16"/>
          <p:cNvSpPr/>
          <p:nvPr>
            <p:custDataLst>
              <p:tags r:id="rId14"/>
            </p:custDataLst>
          </p:nvPr>
        </p:nvSpPr>
        <p:spPr>
          <a:xfrm>
            <a:off x="5435600" y="1158404"/>
            <a:ext cx="13716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65" name="Line 17"/>
          <p:cNvSpPr/>
          <p:nvPr>
            <p:custDataLst>
              <p:tags r:id="rId15"/>
            </p:custDataLst>
          </p:nvPr>
        </p:nvSpPr>
        <p:spPr>
          <a:xfrm>
            <a:off x="5435600" y="1506384"/>
            <a:ext cx="13716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5" name="Line 18"/>
          <p:cNvSpPr/>
          <p:nvPr>
            <p:custDataLst>
              <p:tags r:id="rId16"/>
            </p:custDataLst>
          </p:nvPr>
        </p:nvSpPr>
        <p:spPr>
          <a:xfrm>
            <a:off x="5664200" y="1201267"/>
            <a:ext cx="0" cy="304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4526" name="Line 19"/>
          <p:cNvSpPr/>
          <p:nvPr>
            <p:custDataLst>
              <p:tags r:id="rId17"/>
            </p:custDataLst>
          </p:nvPr>
        </p:nvSpPr>
        <p:spPr>
          <a:xfrm>
            <a:off x="5148263" y="1412404"/>
            <a:ext cx="0" cy="690563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27" name="Line 20"/>
          <p:cNvSpPr/>
          <p:nvPr>
            <p:custDataLst>
              <p:tags r:id="rId18"/>
            </p:custDataLst>
          </p:nvPr>
        </p:nvSpPr>
        <p:spPr>
          <a:xfrm>
            <a:off x="5146675" y="1412404"/>
            <a:ext cx="2889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8" name="Rectangle 21"/>
          <p:cNvSpPr/>
          <p:nvPr>
            <p:custDataLst>
              <p:tags r:id="rId19"/>
            </p:custDataLst>
          </p:nvPr>
        </p:nvSpPr>
        <p:spPr>
          <a:xfrm>
            <a:off x="6227763" y="4869979"/>
            <a:ext cx="1008062" cy="64928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填写缺货单</a:t>
            </a:r>
          </a:p>
        </p:txBody>
      </p:sp>
      <p:sp>
        <p:nvSpPr>
          <p:cNvPr id="64529" name="Line 22"/>
          <p:cNvSpPr/>
          <p:nvPr>
            <p:custDataLst>
              <p:tags r:id="rId20"/>
            </p:custDataLst>
          </p:nvPr>
        </p:nvSpPr>
        <p:spPr>
          <a:xfrm>
            <a:off x="4572000" y="2568104"/>
            <a:ext cx="0" cy="503238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30" name="Rectangle 23"/>
          <p:cNvSpPr/>
          <p:nvPr>
            <p:custDataLst>
              <p:tags r:id="rId21"/>
            </p:custDataLst>
          </p:nvPr>
        </p:nvSpPr>
        <p:spPr>
          <a:xfrm>
            <a:off x="4643438" y="2566517"/>
            <a:ext cx="719137" cy="360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通过</a:t>
            </a:r>
          </a:p>
        </p:txBody>
      </p:sp>
      <p:sp>
        <p:nvSpPr>
          <p:cNvPr id="64531" name="Line 24"/>
          <p:cNvSpPr/>
          <p:nvPr>
            <p:custDataLst>
              <p:tags r:id="rId22"/>
            </p:custDataLst>
          </p:nvPr>
        </p:nvSpPr>
        <p:spPr>
          <a:xfrm>
            <a:off x="5291138" y="2420467"/>
            <a:ext cx="2017712" cy="158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32" name="Rectangle 25"/>
          <p:cNvSpPr/>
          <p:nvPr>
            <p:custDataLst>
              <p:tags r:id="rId23"/>
            </p:custDataLst>
          </p:nvPr>
        </p:nvSpPr>
        <p:spPr>
          <a:xfrm>
            <a:off x="5219700" y="1917229"/>
            <a:ext cx="1008063" cy="3603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不通过</a:t>
            </a:r>
          </a:p>
        </p:txBody>
      </p:sp>
      <p:sp>
        <p:nvSpPr>
          <p:cNvPr id="64533" name="AutoShape 29"/>
          <p:cNvSpPr/>
          <p:nvPr>
            <p:custDataLst>
              <p:tags r:id="rId24"/>
            </p:custDataLst>
          </p:nvPr>
        </p:nvSpPr>
        <p:spPr>
          <a:xfrm>
            <a:off x="7308850" y="2133129"/>
            <a:ext cx="1066800" cy="576263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领料单</a:t>
            </a:r>
          </a:p>
        </p:txBody>
      </p:sp>
      <p:sp>
        <p:nvSpPr>
          <p:cNvPr id="64534" name="Line 31"/>
          <p:cNvSpPr/>
          <p:nvPr>
            <p:custDataLst>
              <p:tags r:id="rId25"/>
            </p:custDataLst>
          </p:nvPr>
        </p:nvSpPr>
        <p:spPr>
          <a:xfrm>
            <a:off x="4572000" y="3604742"/>
            <a:ext cx="0" cy="257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35" name="AutoShape 32"/>
          <p:cNvSpPr/>
          <p:nvPr>
            <p:custDataLst>
              <p:tags r:id="rId26"/>
            </p:custDataLst>
          </p:nvPr>
        </p:nvSpPr>
        <p:spPr>
          <a:xfrm>
            <a:off x="3995738" y="3069754"/>
            <a:ext cx="1066800" cy="576263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领料单</a:t>
            </a:r>
          </a:p>
        </p:txBody>
      </p:sp>
      <p:sp>
        <p:nvSpPr>
          <p:cNvPr id="64536" name="Line 33"/>
          <p:cNvSpPr/>
          <p:nvPr>
            <p:custDataLst>
              <p:tags r:id="rId27"/>
            </p:custDataLst>
          </p:nvPr>
        </p:nvSpPr>
        <p:spPr>
          <a:xfrm>
            <a:off x="4572000" y="4654079"/>
            <a:ext cx="0" cy="257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37" name="Rectangle 35"/>
          <p:cNvSpPr/>
          <p:nvPr>
            <p:custDataLst>
              <p:tags r:id="rId28"/>
            </p:custDataLst>
          </p:nvPr>
        </p:nvSpPr>
        <p:spPr>
          <a:xfrm>
            <a:off x="3984625" y="5878042"/>
            <a:ext cx="1152525" cy="64928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生成提货通知</a:t>
            </a:r>
          </a:p>
        </p:txBody>
      </p:sp>
      <p:sp>
        <p:nvSpPr>
          <p:cNvPr id="64538" name="AutoShape 37"/>
          <p:cNvSpPr/>
          <p:nvPr>
            <p:custDataLst>
              <p:tags r:id="rId29"/>
            </p:custDataLst>
          </p:nvPr>
        </p:nvSpPr>
        <p:spPr>
          <a:xfrm>
            <a:off x="2339975" y="5951067"/>
            <a:ext cx="1273175" cy="576262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提货通知</a:t>
            </a:r>
          </a:p>
        </p:txBody>
      </p:sp>
      <p:sp>
        <p:nvSpPr>
          <p:cNvPr id="64539" name="Line 38"/>
          <p:cNvSpPr/>
          <p:nvPr>
            <p:custDataLst>
              <p:tags r:id="rId30"/>
            </p:custDataLst>
          </p:nvPr>
        </p:nvSpPr>
        <p:spPr>
          <a:xfrm>
            <a:off x="3625850" y="6166967"/>
            <a:ext cx="360363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64540" name="Line 39"/>
          <p:cNvSpPr/>
          <p:nvPr>
            <p:custDataLst>
              <p:tags r:id="rId31"/>
            </p:custDataLst>
          </p:nvPr>
        </p:nvSpPr>
        <p:spPr>
          <a:xfrm flipH="1">
            <a:off x="684213" y="1918817"/>
            <a:ext cx="11112" cy="424656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64541" name="Line 40"/>
          <p:cNvSpPr/>
          <p:nvPr>
            <p:custDataLst>
              <p:tags r:id="rId32"/>
            </p:custDataLst>
          </p:nvPr>
        </p:nvSpPr>
        <p:spPr>
          <a:xfrm>
            <a:off x="684213" y="6165379"/>
            <a:ext cx="165576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42" name="Oval 41"/>
          <p:cNvSpPr/>
          <p:nvPr>
            <p:custDataLst>
              <p:tags r:id="rId33"/>
            </p:custDataLst>
          </p:nvPr>
        </p:nvSpPr>
        <p:spPr>
          <a:xfrm>
            <a:off x="3946897" y="3933478"/>
            <a:ext cx="1273175" cy="63658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lIns="54000" rIns="540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仓库保管员</a:t>
            </a:r>
          </a:p>
        </p:txBody>
      </p:sp>
      <p:sp>
        <p:nvSpPr>
          <p:cNvPr id="64543" name="Line 42"/>
          <p:cNvSpPr/>
          <p:nvPr>
            <p:custDataLst>
              <p:tags r:id="rId34"/>
            </p:custDataLst>
          </p:nvPr>
        </p:nvSpPr>
        <p:spPr>
          <a:xfrm flipV="1">
            <a:off x="7885113" y="764704"/>
            <a:ext cx="0" cy="136842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4544" name="Line 43"/>
          <p:cNvSpPr/>
          <p:nvPr>
            <p:custDataLst>
              <p:tags r:id="rId35"/>
            </p:custDataLst>
          </p:nvPr>
        </p:nvSpPr>
        <p:spPr>
          <a:xfrm flipH="1">
            <a:off x="684213" y="764704"/>
            <a:ext cx="72009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4545" name="Line 44"/>
          <p:cNvSpPr/>
          <p:nvPr>
            <p:custDataLst>
              <p:tags r:id="rId36"/>
            </p:custDataLst>
          </p:nvPr>
        </p:nvSpPr>
        <p:spPr>
          <a:xfrm>
            <a:off x="684213" y="764704"/>
            <a:ext cx="0" cy="257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46" name="Rectangle 45"/>
          <p:cNvSpPr/>
          <p:nvPr>
            <p:custDataLst>
              <p:tags r:id="rId37"/>
            </p:custDataLst>
          </p:nvPr>
        </p:nvSpPr>
        <p:spPr>
          <a:xfrm>
            <a:off x="2124075" y="4149254"/>
            <a:ext cx="1439863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库存台账</a:t>
            </a:r>
          </a:p>
        </p:txBody>
      </p:sp>
      <p:sp>
        <p:nvSpPr>
          <p:cNvPr id="64560" name="Line 47"/>
          <p:cNvSpPr/>
          <p:nvPr>
            <p:custDataLst>
              <p:tags r:id="rId38"/>
            </p:custDataLst>
          </p:nvPr>
        </p:nvSpPr>
        <p:spPr>
          <a:xfrm>
            <a:off x="2124075" y="4182909"/>
            <a:ext cx="0" cy="34734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61" name="Line 48"/>
          <p:cNvSpPr/>
          <p:nvPr>
            <p:custDataLst>
              <p:tags r:id="rId39"/>
            </p:custDataLst>
          </p:nvPr>
        </p:nvSpPr>
        <p:spPr>
          <a:xfrm>
            <a:off x="2124075" y="4182909"/>
            <a:ext cx="13716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62" name="Line 49"/>
          <p:cNvSpPr/>
          <p:nvPr>
            <p:custDataLst>
              <p:tags r:id="rId40"/>
            </p:custDataLst>
          </p:nvPr>
        </p:nvSpPr>
        <p:spPr>
          <a:xfrm>
            <a:off x="2124075" y="4530254"/>
            <a:ext cx="13716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48" name="Line 50"/>
          <p:cNvSpPr/>
          <p:nvPr>
            <p:custDataLst>
              <p:tags r:id="rId41"/>
            </p:custDataLst>
          </p:nvPr>
        </p:nvSpPr>
        <p:spPr>
          <a:xfrm>
            <a:off x="2352675" y="4225454"/>
            <a:ext cx="0" cy="304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4549" name="Rectangle 52"/>
          <p:cNvSpPr/>
          <p:nvPr>
            <p:custDataLst>
              <p:tags r:id="rId42"/>
            </p:custDataLst>
          </p:nvPr>
        </p:nvSpPr>
        <p:spPr>
          <a:xfrm>
            <a:off x="3851275" y="4938242"/>
            <a:ext cx="1511300" cy="4349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查询库存账</a:t>
            </a:r>
          </a:p>
        </p:txBody>
      </p:sp>
      <p:sp>
        <p:nvSpPr>
          <p:cNvPr id="64550" name="Line 53"/>
          <p:cNvSpPr/>
          <p:nvPr>
            <p:custDataLst>
              <p:tags r:id="rId43"/>
            </p:custDataLst>
          </p:nvPr>
        </p:nvSpPr>
        <p:spPr>
          <a:xfrm>
            <a:off x="2843213" y="4581054"/>
            <a:ext cx="0" cy="50482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4551" name="Line 54"/>
          <p:cNvSpPr/>
          <p:nvPr>
            <p:custDataLst>
              <p:tags r:id="rId44"/>
            </p:custDataLst>
          </p:nvPr>
        </p:nvSpPr>
        <p:spPr>
          <a:xfrm>
            <a:off x="2843213" y="5085879"/>
            <a:ext cx="100806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64552" name="Line 55"/>
          <p:cNvSpPr/>
          <p:nvPr>
            <p:custDataLst>
              <p:tags r:id="rId45"/>
            </p:custDataLst>
          </p:nvPr>
        </p:nvSpPr>
        <p:spPr>
          <a:xfrm>
            <a:off x="4572000" y="5373217"/>
            <a:ext cx="0" cy="50482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53" name="Rectangle 56"/>
          <p:cNvSpPr/>
          <p:nvPr>
            <p:custDataLst>
              <p:tags r:id="rId46"/>
            </p:custDataLst>
          </p:nvPr>
        </p:nvSpPr>
        <p:spPr>
          <a:xfrm>
            <a:off x="4643438" y="5373217"/>
            <a:ext cx="719137" cy="360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有货</a:t>
            </a:r>
          </a:p>
        </p:txBody>
      </p:sp>
      <p:sp>
        <p:nvSpPr>
          <p:cNvPr id="64554" name="Line 57"/>
          <p:cNvSpPr/>
          <p:nvPr>
            <p:custDataLst>
              <p:tags r:id="rId47"/>
            </p:custDataLst>
          </p:nvPr>
        </p:nvSpPr>
        <p:spPr>
          <a:xfrm>
            <a:off x="5364163" y="5157317"/>
            <a:ext cx="79216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64555" name="Rectangle 58"/>
          <p:cNvSpPr/>
          <p:nvPr>
            <p:custDataLst>
              <p:tags r:id="rId48"/>
            </p:custDataLst>
          </p:nvPr>
        </p:nvSpPr>
        <p:spPr>
          <a:xfrm>
            <a:off x="5364163" y="4725517"/>
            <a:ext cx="720725" cy="360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缺货</a:t>
            </a:r>
          </a:p>
        </p:txBody>
      </p:sp>
      <p:sp>
        <p:nvSpPr>
          <p:cNvPr id="64556" name="Line 59"/>
          <p:cNvSpPr/>
          <p:nvPr>
            <p:custDataLst>
              <p:tags r:id="rId49"/>
            </p:custDataLst>
          </p:nvPr>
        </p:nvSpPr>
        <p:spPr>
          <a:xfrm>
            <a:off x="7307263" y="5155729"/>
            <a:ext cx="2889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57" name="AutoShape 60"/>
          <p:cNvSpPr/>
          <p:nvPr>
            <p:custDataLst>
              <p:tags r:id="rId50"/>
            </p:custDataLst>
          </p:nvPr>
        </p:nvSpPr>
        <p:spPr>
          <a:xfrm>
            <a:off x="7596188" y="4869979"/>
            <a:ext cx="1066800" cy="563563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缺货单</a:t>
            </a:r>
          </a:p>
        </p:txBody>
      </p:sp>
      <p:sp>
        <p:nvSpPr>
          <p:cNvPr id="64558" name="Line 61"/>
          <p:cNvSpPr/>
          <p:nvPr>
            <p:custDataLst>
              <p:tags r:id="rId51"/>
            </p:custDataLst>
          </p:nvPr>
        </p:nvSpPr>
        <p:spPr>
          <a:xfrm>
            <a:off x="8101013" y="5446242"/>
            <a:ext cx="0" cy="36036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59" name="Oval 62"/>
          <p:cNvSpPr/>
          <p:nvPr>
            <p:custDataLst>
              <p:tags r:id="rId52"/>
            </p:custDataLst>
          </p:nvPr>
        </p:nvSpPr>
        <p:spPr>
          <a:xfrm>
            <a:off x="7667625" y="5805017"/>
            <a:ext cx="995362" cy="777875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lIns="54000" rIns="540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采购员</a:t>
            </a: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799464" y="620395"/>
            <a:ext cx="6508839" cy="576580"/>
          </a:xfrm>
          <a:prstGeom prst="rect">
            <a:avLst/>
          </a:prstGeom>
          <a:noFill/>
        </p:spPr>
        <p:txBody>
          <a:bodyPr wrap="square" lIns="67627" tIns="35242" rIns="67627" bIns="35242" rtlCol="0"/>
          <a:lstStyle>
            <a:defPPr>
              <a:defRPr lang="zh-CN"/>
            </a:defPPr>
            <a:lvl1pPr>
              <a:defRPr sz="4800" b="1" spc="6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u="none" strike="noStrike" baseline="0" dirty="0">
                <a:solidFill>
                  <a:srgbClr val="0070C0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</a:rPr>
              <a:t>第4章 信息系统分析</a:t>
            </a:r>
          </a:p>
        </p:txBody>
      </p:sp>
      <p:sp>
        <p:nvSpPr>
          <p:cNvPr id="6" name="菱形 5"/>
          <p:cNvSpPr/>
          <p:nvPr>
            <p:custDataLst>
              <p:tags r:id="rId3"/>
            </p:custDataLst>
          </p:nvPr>
        </p:nvSpPr>
        <p:spPr>
          <a:xfrm>
            <a:off x="680516" y="4967183"/>
            <a:ext cx="620732" cy="620732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487468" y="4860883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第4节   建立新系统逻辑结构</a:t>
            </a:r>
          </a:p>
        </p:txBody>
      </p:sp>
      <p:sp>
        <p:nvSpPr>
          <p:cNvPr id="8" name="菱形 7"/>
          <p:cNvSpPr/>
          <p:nvPr>
            <p:custDataLst>
              <p:tags r:id="rId5"/>
            </p:custDataLst>
          </p:nvPr>
        </p:nvSpPr>
        <p:spPr>
          <a:xfrm>
            <a:off x="680516" y="3977892"/>
            <a:ext cx="620732" cy="62073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1487468" y="3871592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rgbClr val="FF0000"/>
                </a:solidFill>
                <a:ea typeface="楷体" panose="02010609060101010101" charset="-122"/>
                <a:cs typeface="+mj-cs"/>
                <a:sym typeface="+mn-ea"/>
              </a:rPr>
              <a:t>第3节   数据流程分析</a:t>
            </a:r>
          </a:p>
        </p:txBody>
      </p:sp>
      <p:sp>
        <p:nvSpPr>
          <p:cNvPr id="19" name="菱形 18"/>
          <p:cNvSpPr/>
          <p:nvPr>
            <p:custDataLst>
              <p:tags r:id="rId7"/>
            </p:custDataLst>
          </p:nvPr>
        </p:nvSpPr>
        <p:spPr>
          <a:xfrm>
            <a:off x="680516" y="2988601"/>
            <a:ext cx="620732" cy="620732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1487468" y="2882301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第2节   业务流程分析</a:t>
            </a:r>
          </a:p>
        </p:txBody>
      </p:sp>
      <p:sp>
        <p:nvSpPr>
          <p:cNvPr id="21" name="菱形 20"/>
          <p:cNvSpPr/>
          <p:nvPr>
            <p:custDataLst>
              <p:tags r:id="rId9"/>
            </p:custDataLst>
          </p:nvPr>
        </p:nvSpPr>
        <p:spPr>
          <a:xfrm>
            <a:off x="680516" y="1999310"/>
            <a:ext cx="620732" cy="62073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1487468" y="1893011"/>
            <a:ext cx="5532804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</a:rPr>
              <a:t>第1节   信息系统分析的目标和任务</a:t>
            </a:r>
          </a:p>
        </p:txBody>
      </p:sp>
      <p:sp>
        <p:nvSpPr>
          <p:cNvPr id="27" name="矩形 26"/>
          <p:cNvSpPr/>
          <p:nvPr>
            <p:custDataLst>
              <p:tags r:id="rId11"/>
            </p:custDataLst>
          </p:nvPr>
        </p:nvSpPr>
        <p:spPr>
          <a:xfrm>
            <a:off x="799709" y="4062612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99709" y="3073321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</a:p>
        </p:txBody>
      </p:sp>
      <p:sp>
        <p:nvSpPr>
          <p:cNvPr id="29" name="矩形 28"/>
          <p:cNvSpPr/>
          <p:nvPr>
            <p:custDataLst>
              <p:tags r:id="rId13"/>
            </p:custDataLst>
          </p:nvPr>
        </p:nvSpPr>
        <p:spPr>
          <a:xfrm>
            <a:off x="799709" y="2084030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30" name="矩形 29"/>
          <p:cNvSpPr/>
          <p:nvPr>
            <p:custDataLst>
              <p:tags r:id="rId14"/>
            </p:custDataLst>
          </p:nvPr>
        </p:nvSpPr>
        <p:spPr>
          <a:xfrm>
            <a:off x="799709" y="5051903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7464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2993127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数据流程分析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F53D69EA-8656-28C0-514A-2D047D69512A}"/>
              </a:ext>
            </a:extLst>
          </p:cNvPr>
          <p:cNvSpPr txBox="1"/>
          <p:nvPr/>
        </p:nvSpPr>
        <p:spPr>
          <a:xfrm>
            <a:off x="567702" y="1968999"/>
            <a:ext cx="8576298" cy="44766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数据流程：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指数据在系统中产生、传输、加工处理、使用、存储的过程。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把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</a:rPr>
              <a:t>数据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在现行系统内部的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</a:rPr>
              <a:t>流动情况抽象出来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，从数据流动过程来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</a:rPr>
              <a:t>考察实际业务的数据处理模式。</a:t>
            </a:r>
            <a:endParaRPr lang="en-US" altLang="zh-CN" b="1" dirty="0">
              <a:solidFill>
                <a:srgbClr val="0070C0"/>
              </a:solidFill>
              <a:ea typeface="楷体" panose="02010609060101010101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收集资料：</a:t>
            </a:r>
            <a:endParaRPr lang="en-US" altLang="zh-CN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zh-CN" altLang="en-US" sz="20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原系统全部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  <a:cs typeface="微软雅黑" panose="020B0503020204020204" pitchFamily="34" charset="-122"/>
              </a:rPr>
              <a:t>输入单据、输出报表、数据存储介质</a:t>
            </a:r>
            <a:r>
              <a:rPr lang="zh-CN" altLang="en-US" sz="20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的典型格式</a:t>
            </a:r>
            <a:endParaRPr lang="en-US" altLang="zh-CN" sz="2000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zh-CN" altLang="en-US" sz="20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弄清楚各环节的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  <a:cs typeface="微软雅黑" panose="020B0503020204020204" pitchFamily="34" charset="-122"/>
              </a:rPr>
              <a:t>处理方法和计算方法</a:t>
            </a:r>
            <a:endParaRPr lang="en-US" altLang="zh-CN" sz="2000" b="1" dirty="0">
              <a:solidFill>
                <a:srgbClr val="0070C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zh-CN" altLang="en-US" sz="20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注明上述数据资料的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  <a:cs typeface="微软雅黑" panose="020B0503020204020204" pitchFamily="34" charset="-122"/>
              </a:rPr>
              <a:t>制作单位、报送单位、存放地点、发生频率、发生高峰期和发生量等</a:t>
            </a:r>
            <a:endParaRPr lang="en-US" altLang="zh-CN" sz="2000" b="1" dirty="0">
              <a:solidFill>
                <a:srgbClr val="0070C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zh-CN" altLang="en-US" sz="20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注明上述数据资料的各项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  <a:cs typeface="微软雅黑" panose="020B0503020204020204" pitchFamily="34" charset="-122"/>
              </a:rPr>
              <a:t>数据类型、长度、取值范围等</a:t>
            </a:r>
            <a:endParaRPr lang="en-US" altLang="zh-CN" sz="2000" b="1" dirty="0">
              <a:solidFill>
                <a:srgbClr val="0070C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37498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28" r:link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0" r:link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263245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F53D69EA-8656-28C0-514A-2D047D69512A}"/>
              </a:ext>
            </a:extLst>
          </p:cNvPr>
          <p:cNvSpPr txBox="1"/>
          <p:nvPr/>
        </p:nvSpPr>
        <p:spPr>
          <a:xfrm>
            <a:off x="567702" y="1968999"/>
            <a:ext cx="8311856" cy="182274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数据流程图（</a:t>
            </a: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Data Flow Diagram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</a:t>
            </a: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DFD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）是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用一些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规定的符号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及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连线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来描述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  <a:cs typeface="微软雅黑" panose="020B0503020204020204" pitchFamily="34" charset="-122"/>
              </a:rPr>
              <a:t>信息在系统中的流动、处理和存储情况。它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不但可以表达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在系统内部的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逻辑流向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，而且可以表达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</a:rPr>
              <a:t>系统的逻辑功能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和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</a:rPr>
              <a:t>数据的逻辑转换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。 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EEF9E9C-20CD-B4BF-A8A1-C280A9153E6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378113" y="4298404"/>
            <a:ext cx="1050158" cy="46672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4">
            <a:extLst>
              <a:ext uri="{FF2B5EF4-FFF2-40B4-BE49-F238E27FC236}">
                <a16:creationId xmlns:a16="http://schemas.microsoft.com/office/drawing/2014/main" id="{A0F4499B-45B0-9757-70AE-85CE8775440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306676" y="4155529"/>
            <a:ext cx="61753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6F2D0557-A8CD-41FA-7135-B060A2D675D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306676" y="4155529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2F7F174A-CBE5-92C7-6C14-63E148153795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331640" y="5154349"/>
            <a:ext cx="1154538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外部实体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E1AA2C8D-B339-FBBE-5FBE-07B29AB3EDAA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3075697" y="4003513"/>
            <a:ext cx="1248791" cy="94735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Line 8">
            <a:extLst>
              <a:ext uri="{FF2B5EF4-FFF2-40B4-BE49-F238E27FC236}">
                <a16:creationId xmlns:a16="http://schemas.microsoft.com/office/drawing/2014/main" id="{CF02A860-5DF5-6E01-1069-462C20FD531B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075697" y="4166718"/>
            <a:ext cx="1248791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2E09F369-A066-95C5-393C-C6A4821846F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 flipV="1">
            <a:off x="3075697" y="4518821"/>
            <a:ext cx="1248791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ED7C1C54-A8CF-1BB6-7246-105B9BBFBD0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939860" y="4334717"/>
            <a:ext cx="156909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" name="Line 11">
            <a:extLst>
              <a:ext uri="{FF2B5EF4-FFF2-40B4-BE49-F238E27FC236}">
                <a16:creationId xmlns:a16="http://schemas.microsoft.com/office/drawing/2014/main" id="{A8F4F164-0BAB-756E-96FB-2F6064C643DC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39860" y="4334717"/>
            <a:ext cx="0" cy="3968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6" name="Line 12">
            <a:extLst>
              <a:ext uri="{FF2B5EF4-FFF2-40B4-BE49-F238E27FC236}">
                <a16:creationId xmlns:a16="http://schemas.microsoft.com/office/drawing/2014/main" id="{D685735E-5431-4CF6-DE67-DCAA73713B8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939860" y="4731592"/>
            <a:ext cx="156909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7" name="Line 13">
            <a:extLst>
              <a:ext uri="{FF2B5EF4-FFF2-40B4-BE49-F238E27FC236}">
                <a16:creationId xmlns:a16="http://schemas.microsoft.com/office/drawing/2014/main" id="{E01ED898-8D22-0710-37C7-114B95F6AB7F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409636" y="4334717"/>
            <a:ext cx="0" cy="396876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6FB07282-45DC-612E-25B2-A2C568B3BEAE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5134074" y="5154349"/>
            <a:ext cx="145415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数据存储</a:t>
            </a:r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3E8A4856-02FE-EC7D-62DE-37EDAB9E407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7125295" y="4651648"/>
            <a:ext cx="903089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C7AF769F-CEE0-4707-5921-EFE4BB685DEF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323124" y="4368873"/>
            <a:ext cx="115282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外部项名称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7428291A-1F0A-C4AC-9EBA-CB6E9F3ACD8C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3280898" y="3954057"/>
            <a:ext cx="825272" cy="2769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2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标识</a:t>
            </a:r>
          </a:p>
        </p:txBody>
      </p:sp>
      <p:sp>
        <p:nvSpPr>
          <p:cNvPr id="23" name="Text Box 19">
            <a:extLst>
              <a:ext uri="{FF2B5EF4-FFF2-40B4-BE49-F238E27FC236}">
                <a16:creationId xmlns:a16="http://schemas.microsoft.com/office/drawing/2014/main" id="{1977ED7E-00D3-7809-2699-87416FFC609C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3237341" y="4257837"/>
            <a:ext cx="1034635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功能描述</a:t>
            </a:r>
          </a:p>
        </p:txBody>
      </p:sp>
      <p:sp>
        <p:nvSpPr>
          <p:cNvPr id="24" name="Text Box 20">
            <a:extLst>
              <a:ext uri="{FF2B5EF4-FFF2-40B4-BE49-F238E27FC236}">
                <a16:creationId xmlns:a16="http://schemas.microsoft.com/office/drawing/2014/main" id="{9BE9E6FC-8338-559C-04D4-D4342529B157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3149910" y="4580319"/>
            <a:ext cx="1100363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功能完成者</a:t>
            </a:r>
          </a:p>
        </p:txBody>
      </p:sp>
      <p:sp>
        <p:nvSpPr>
          <p:cNvPr id="25" name="Text Box 21">
            <a:extLst>
              <a:ext uri="{FF2B5EF4-FFF2-40B4-BE49-F238E27FC236}">
                <a16:creationId xmlns:a16="http://schemas.microsoft.com/office/drawing/2014/main" id="{8B1EE8AF-7B07-C8F5-6EDB-7F60C37DE15C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3202558" y="5154349"/>
            <a:ext cx="144145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处理功能</a:t>
            </a:r>
          </a:p>
        </p:txBody>
      </p:sp>
      <p:sp>
        <p:nvSpPr>
          <p:cNvPr id="26" name="Text Box 22">
            <a:extLst>
              <a:ext uri="{FF2B5EF4-FFF2-40B4-BE49-F238E27FC236}">
                <a16:creationId xmlns:a16="http://schemas.microsoft.com/office/drawing/2014/main" id="{D03C9F9F-1AD0-C1EB-CE7A-25FD89C640B0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4939860" y="4388833"/>
            <a:ext cx="589249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标识</a:t>
            </a:r>
          </a:p>
        </p:txBody>
      </p:sp>
      <p:sp>
        <p:nvSpPr>
          <p:cNvPr id="27" name="Text Box 23">
            <a:extLst>
              <a:ext uri="{FF2B5EF4-FFF2-40B4-BE49-F238E27FC236}">
                <a16:creationId xmlns:a16="http://schemas.microsoft.com/office/drawing/2014/main" id="{BDEF2C07-5FB3-AAEC-B237-C0B40581526D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5359376" y="4391506"/>
            <a:ext cx="134640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数据存储名称</a:t>
            </a:r>
          </a:p>
        </p:txBody>
      </p:sp>
      <p:sp>
        <p:nvSpPr>
          <p:cNvPr id="28" name="Text Box 24">
            <a:extLst>
              <a:ext uri="{FF2B5EF4-FFF2-40B4-BE49-F238E27FC236}">
                <a16:creationId xmlns:a16="http://schemas.microsoft.com/office/drawing/2014/main" id="{2DB10AFD-718B-8440-541A-248DE7E1F0BD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7164288" y="5154349"/>
            <a:ext cx="9485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3D0BF69-8C95-7113-841A-AA32D0F08A88}"/>
              </a:ext>
            </a:extLst>
          </p:cNvPr>
          <p:cNvSpPr txBox="1"/>
          <p:nvPr/>
        </p:nvSpPr>
        <p:spPr>
          <a:xfrm>
            <a:off x="1453906" y="5765194"/>
            <a:ext cx="69719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ea typeface="楷体" panose="02010609060101010101" charset="-122"/>
              </a:rPr>
              <a:t>PS</a:t>
            </a:r>
            <a:r>
              <a:rPr lang="zh-CN" altLang="en-US" sz="2000" b="1" dirty="0">
                <a:solidFill>
                  <a:srgbClr val="000000"/>
                </a:solidFill>
                <a:ea typeface="楷体" panose="02010609060101010101" charset="-122"/>
              </a:rPr>
              <a:t>：数据流程图的符号很不统一，本课程以上面为标准</a:t>
            </a:r>
          </a:p>
        </p:txBody>
      </p:sp>
      <p:sp>
        <p:nvSpPr>
          <p:cNvPr id="20" name="Text Box 23">
            <a:extLst>
              <a:ext uri="{FF2B5EF4-FFF2-40B4-BE49-F238E27FC236}">
                <a16:creationId xmlns:a16="http://schemas.microsoft.com/office/drawing/2014/main" id="{820FAB10-7AF1-ADBE-80CF-A8087C29CB09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012286" y="4314666"/>
            <a:ext cx="134640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数据流名称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2343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263245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F7C4AB7B-EF13-5462-EFCC-DD4A86C5191B}"/>
              </a:ext>
            </a:extLst>
          </p:cNvPr>
          <p:cNvSpPr txBox="1"/>
          <p:nvPr/>
        </p:nvSpPr>
        <p:spPr>
          <a:xfrm>
            <a:off x="876300" y="2057106"/>
            <a:ext cx="7391400" cy="329320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外部项</a:t>
            </a:r>
          </a:p>
          <a:p>
            <a:pPr lvl="1" eaLnBrk="1" hangingPunct="1">
              <a:spcBef>
                <a:spcPct val="5000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指不受系统控制、在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系统以外的事物或人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，它表达了该系统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数据处理的外部来源和去处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lvl="1" eaLnBrk="1" hangingPunct="1">
              <a:spcBef>
                <a:spcPct val="5000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一般用一个矩形并在其上方和左上方各加一条线来表示。矩形内部要标明该外部项的名称。</a:t>
            </a:r>
          </a:p>
          <a:p>
            <a:pPr lvl="1" eaLnBrk="1" hangingPunct="1">
              <a:spcBef>
                <a:spcPct val="5000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为了避免在数据流程图中出现线条交叉，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同一外部项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</a:rPr>
              <a:t>可以在一张数据流程图中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出现若干次。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CEF8782-2A38-2541-ED26-87B9433CAF07}"/>
              </a:ext>
            </a:extLst>
          </p:cNvPr>
          <p:cNvSpPr/>
          <p:nvPr/>
        </p:nvSpPr>
        <p:spPr>
          <a:xfrm>
            <a:off x="3707333" y="1934855"/>
            <a:ext cx="1050158" cy="46672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4">
            <a:extLst>
              <a:ext uri="{FF2B5EF4-FFF2-40B4-BE49-F238E27FC236}">
                <a16:creationId xmlns:a16="http://schemas.microsoft.com/office/drawing/2014/main" id="{4B4A49AD-24B3-38AA-84C7-26AD1CC3C89A}"/>
              </a:ext>
            </a:extLst>
          </p:cNvPr>
          <p:cNvSpPr/>
          <p:nvPr/>
        </p:nvSpPr>
        <p:spPr>
          <a:xfrm>
            <a:off x="3635896" y="1791980"/>
            <a:ext cx="61753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B216D8A3-EB34-A3FF-FF67-0B463E9A7B00}"/>
              </a:ext>
            </a:extLst>
          </p:cNvPr>
          <p:cNvSpPr/>
          <p:nvPr/>
        </p:nvSpPr>
        <p:spPr>
          <a:xfrm>
            <a:off x="3635896" y="1791980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0" name="Text Box 17">
            <a:extLst>
              <a:ext uri="{FF2B5EF4-FFF2-40B4-BE49-F238E27FC236}">
                <a16:creationId xmlns:a16="http://schemas.microsoft.com/office/drawing/2014/main" id="{D9C4F1DD-AE54-5BD8-7456-12E68D8ADFDD}"/>
              </a:ext>
            </a:extLst>
          </p:cNvPr>
          <p:cNvSpPr txBox="1"/>
          <p:nvPr/>
        </p:nvSpPr>
        <p:spPr>
          <a:xfrm>
            <a:off x="3652344" y="2005324"/>
            <a:ext cx="115282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外部项名称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DD87931-0AA0-CFF8-0125-210E416A1AA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571326" y="1919881"/>
            <a:ext cx="927528" cy="46672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Line 4">
            <a:extLst>
              <a:ext uri="{FF2B5EF4-FFF2-40B4-BE49-F238E27FC236}">
                <a16:creationId xmlns:a16="http://schemas.microsoft.com/office/drawing/2014/main" id="{C54D8E8B-898F-3733-C9B3-206891582DC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499889" y="1777006"/>
            <a:ext cx="61753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3" name="Line 5">
            <a:extLst>
              <a:ext uri="{FF2B5EF4-FFF2-40B4-BE49-F238E27FC236}">
                <a16:creationId xmlns:a16="http://schemas.microsoft.com/office/drawing/2014/main" id="{C75A936E-75DA-027A-3201-CED6958C48D7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499889" y="1777006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4" name="Text Box 17">
            <a:extLst>
              <a:ext uri="{FF2B5EF4-FFF2-40B4-BE49-F238E27FC236}">
                <a16:creationId xmlns:a16="http://schemas.microsoft.com/office/drawing/2014/main" id="{58839E35-3FB1-2685-0527-EDBAFFD17AA0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544735" y="1878185"/>
            <a:ext cx="845418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学生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6663511-4146-8D0B-743F-D959949E2E43}"/>
              </a:ext>
            </a:extLst>
          </p:cNvPr>
          <p:cNvSpPr txBox="1"/>
          <p:nvPr/>
        </p:nvSpPr>
        <p:spPr>
          <a:xfrm>
            <a:off x="4754742" y="1934452"/>
            <a:ext cx="766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kumimoji="1" lang="zh-CN" altLang="en-US" sz="1600" b="1" dirty="0">
                <a:solidFill>
                  <a:srgbClr val="FF0000"/>
                </a:solidFill>
                <a:ea typeface="楷体" panose="02010609060101010101" charset="-122"/>
              </a:rPr>
              <a:t>举例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0137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5" r:link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263245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F7C4AB7B-EF13-5462-EFCC-DD4A86C5191B}"/>
              </a:ext>
            </a:extLst>
          </p:cNvPr>
          <p:cNvSpPr txBox="1"/>
          <p:nvPr/>
        </p:nvSpPr>
        <p:spPr>
          <a:xfrm>
            <a:off x="876300" y="2057106"/>
            <a:ext cx="8088188" cy="491416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处理功能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lvl="1" eaLnBrk="1" hangingPunct="1">
              <a:spcBef>
                <a:spcPts val="84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指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对数据处理的逻辑功能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lvl="1" eaLnBrk="1" hangingPunct="1">
              <a:spcBef>
                <a:spcPts val="84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一般用一个长方形来表示。处理功能符号由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三部分组成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：标识、功能描述和功能完成者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lvl="1" eaLnBrk="1" hangingPunct="1">
              <a:spcBef>
                <a:spcPts val="84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标识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部分位于长方形的上方，用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唯一地标识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出这个处理功能，可以用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数字表示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lvl="1" eaLnBrk="1" hangingPunct="1">
              <a:spcBef>
                <a:spcPts val="84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功能描述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部分是处理功能中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必不可少的组成部分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，要求用一句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简单的祈使句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来直接表示这个处理功能要完成的工作任务。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lvl="1" eaLnBrk="1" hangingPunct="1">
              <a:spcBef>
                <a:spcPts val="84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祈使句没有主语，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主语在功能完成者部分描述。</a:t>
            </a:r>
          </a:p>
          <a:p>
            <a:pPr lvl="1" eaLnBrk="1" hangingPunct="1">
              <a:spcBef>
                <a:spcPct val="50000"/>
              </a:spcBef>
              <a:buSzTx/>
              <a:buFont typeface="Wingdings" pitchFamily="2" charset="2"/>
              <a:buChar char="ü"/>
            </a:pP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E1AA2C8D-B339-FBBE-5FBE-07B29AB3EDAA}"/>
              </a:ext>
            </a:extLst>
          </p:cNvPr>
          <p:cNvSpPr/>
          <p:nvPr/>
        </p:nvSpPr>
        <p:spPr>
          <a:xfrm>
            <a:off x="3541527" y="1564437"/>
            <a:ext cx="1248791" cy="94735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Line 8">
            <a:extLst>
              <a:ext uri="{FF2B5EF4-FFF2-40B4-BE49-F238E27FC236}">
                <a16:creationId xmlns:a16="http://schemas.microsoft.com/office/drawing/2014/main" id="{CF02A860-5DF5-6E01-1069-462C20FD531B}"/>
              </a:ext>
            </a:extLst>
          </p:cNvPr>
          <p:cNvSpPr/>
          <p:nvPr/>
        </p:nvSpPr>
        <p:spPr>
          <a:xfrm>
            <a:off x="3541527" y="1727642"/>
            <a:ext cx="1248791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2E09F369-A066-95C5-393C-C6A4821846F8}"/>
              </a:ext>
            </a:extLst>
          </p:cNvPr>
          <p:cNvSpPr/>
          <p:nvPr/>
        </p:nvSpPr>
        <p:spPr>
          <a:xfrm flipV="1">
            <a:off x="3541527" y="2079745"/>
            <a:ext cx="1248791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4" name="Text Box 18">
            <a:extLst>
              <a:ext uri="{FF2B5EF4-FFF2-40B4-BE49-F238E27FC236}">
                <a16:creationId xmlns:a16="http://schemas.microsoft.com/office/drawing/2014/main" id="{7428291A-1F0A-C4AC-9EBA-CB6E9F3ACD8C}"/>
              </a:ext>
            </a:extLst>
          </p:cNvPr>
          <p:cNvSpPr txBox="1"/>
          <p:nvPr/>
        </p:nvSpPr>
        <p:spPr>
          <a:xfrm>
            <a:off x="3746728" y="1514981"/>
            <a:ext cx="825272" cy="2769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2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标识</a:t>
            </a:r>
          </a:p>
        </p:txBody>
      </p:sp>
      <p:sp>
        <p:nvSpPr>
          <p:cNvPr id="15" name="Text Box 19">
            <a:extLst>
              <a:ext uri="{FF2B5EF4-FFF2-40B4-BE49-F238E27FC236}">
                <a16:creationId xmlns:a16="http://schemas.microsoft.com/office/drawing/2014/main" id="{1977ED7E-00D3-7809-2699-87416FFC609C}"/>
              </a:ext>
            </a:extLst>
          </p:cNvPr>
          <p:cNvSpPr txBox="1"/>
          <p:nvPr/>
        </p:nvSpPr>
        <p:spPr>
          <a:xfrm>
            <a:off x="3703171" y="1818761"/>
            <a:ext cx="1034635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功能描述</a:t>
            </a:r>
          </a:p>
        </p:txBody>
      </p:sp>
      <p:sp>
        <p:nvSpPr>
          <p:cNvPr id="16" name="Text Box 20">
            <a:extLst>
              <a:ext uri="{FF2B5EF4-FFF2-40B4-BE49-F238E27FC236}">
                <a16:creationId xmlns:a16="http://schemas.microsoft.com/office/drawing/2014/main" id="{9BE9E6FC-8338-559C-04D4-D4342529B157}"/>
              </a:ext>
            </a:extLst>
          </p:cNvPr>
          <p:cNvSpPr txBox="1"/>
          <p:nvPr/>
        </p:nvSpPr>
        <p:spPr>
          <a:xfrm>
            <a:off x="3615740" y="2141243"/>
            <a:ext cx="1100363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功能完成者</a:t>
            </a: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65D5ADF8-2B07-0157-1C51-E1F2FB3A0D4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362835" y="1583428"/>
            <a:ext cx="1248791" cy="94735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Line 8">
            <a:extLst>
              <a:ext uri="{FF2B5EF4-FFF2-40B4-BE49-F238E27FC236}">
                <a16:creationId xmlns:a16="http://schemas.microsoft.com/office/drawing/2014/main" id="{2B3C8AB2-16D8-46D1-9140-4EC72E14328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362835" y="1746633"/>
            <a:ext cx="1248791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9" name="Line 9">
            <a:extLst>
              <a:ext uri="{FF2B5EF4-FFF2-40B4-BE49-F238E27FC236}">
                <a16:creationId xmlns:a16="http://schemas.microsoft.com/office/drawing/2014/main" id="{12EC8C13-0BD5-B337-F2DA-29496DC0EAA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 flipV="1">
            <a:off x="5362835" y="2098736"/>
            <a:ext cx="1248791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4B8BFB81-991F-FDDC-08F2-59F337FD8ADF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568036" y="1533972"/>
            <a:ext cx="825272" cy="2769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2.3</a:t>
            </a:r>
            <a:endParaRPr lang="zh-CN" altLang="en-US" sz="12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29FF74B2-A186-5965-E6D5-ABCF47F1A34C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24479" y="1837752"/>
            <a:ext cx="1034635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登录成绩</a:t>
            </a:r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F4865E56-06CC-F74A-1C53-9FA736C3E2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437048" y="2160234"/>
            <a:ext cx="1100363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任课老师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DDC2067-ECE7-D7CE-5647-CCD9FD37FE39}"/>
              </a:ext>
            </a:extLst>
          </p:cNvPr>
          <p:cNvSpPr txBox="1"/>
          <p:nvPr/>
        </p:nvSpPr>
        <p:spPr>
          <a:xfrm>
            <a:off x="4754742" y="1934452"/>
            <a:ext cx="766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kumimoji="1" lang="zh-CN" altLang="en-US" sz="1600" b="1" dirty="0">
                <a:solidFill>
                  <a:srgbClr val="FF0000"/>
                </a:solidFill>
                <a:ea typeface="楷体" panose="02010609060101010101" charset="-122"/>
              </a:rPr>
              <a:t>举例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22008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5" r:link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263245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F7C4AB7B-EF13-5462-EFCC-DD4A86C5191B}"/>
              </a:ext>
            </a:extLst>
          </p:cNvPr>
          <p:cNvSpPr txBox="1"/>
          <p:nvPr/>
        </p:nvSpPr>
        <p:spPr>
          <a:xfrm>
            <a:off x="876299" y="2057106"/>
            <a:ext cx="8016171" cy="458587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数据存储</a:t>
            </a:r>
          </a:p>
          <a:p>
            <a:pPr lvl="1" eaLnBrk="1" hangingPunct="1">
              <a:spcBef>
                <a:spcPct val="5000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指明了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数据保存的“地方”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，是数据存储的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逻辑描述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，而非数据保存的物理地址或物理存储介质。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lvl="1" eaLnBrk="1" hangingPunct="1">
              <a:spcBef>
                <a:spcPct val="5000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一般用一个右端开口的水平长方条表示，在长方条内部写明数据存储的名称，其名称要适当且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必须是名词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。为了区别于各种数据存储，为数据存储加上一个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标识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一般用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D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或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DB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开始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，后接英文字符或数字。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lvl="1" eaLnBrk="1" hangingPunct="1">
              <a:spcBef>
                <a:spcPct val="5000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为了避免在数据流程图中出现线条交叉，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同一数据存储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可以在一张数据流程图中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出现若干次。</a:t>
            </a:r>
          </a:p>
          <a:p>
            <a:pPr lvl="1" eaLnBrk="1" hangingPunct="1">
              <a:spcBef>
                <a:spcPct val="50000"/>
              </a:spcBef>
              <a:buSzTx/>
              <a:buFont typeface="Wingdings" pitchFamily="2" charset="2"/>
              <a:buChar char="ü"/>
            </a:pP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ED7C1C54-A8CF-1BB6-7246-105B9BBFBD03}"/>
              </a:ext>
            </a:extLst>
          </p:cNvPr>
          <p:cNvSpPr/>
          <p:nvPr/>
        </p:nvSpPr>
        <p:spPr>
          <a:xfrm>
            <a:off x="3576420" y="1998674"/>
            <a:ext cx="156909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A8F4F164-0BAB-756E-96FB-2F6064C643DC}"/>
              </a:ext>
            </a:extLst>
          </p:cNvPr>
          <p:cNvSpPr/>
          <p:nvPr/>
        </p:nvSpPr>
        <p:spPr>
          <a:xfrm>
            <a:off x="3576420" y="1998674"/>
            <a:ext cx="0" cy="3968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D685735E-5431-4CF6-DE67-DCAA73713B85}"/>
              </a:ext>
            </a:extLst>
          </p:cNvPr>
          <p:cNvSpPr/>
          <p:nvPr/>
        </p:nvSpPr>
        <p:spPr>
          <a:xfrm>
            <a:off x="3576419" y="2404578"/>
            <a:ext cx="156909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E01ED898-8D22-0710-37C7-114B95F6AB7F}"/>
              </a:ext>
            </a:extLst>
          </p:cNvPr>
          <p:cNvSpPr/>
          <p:nvPr/>
        </p:nvSpPr>
        <p:spPr>
          <a:xfrm>
            <a:off x="4046196" y="1998674"/>
            <a:ext cx="0" cy="396876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5" name="Text Box 22">
            <a:extLst>
              <a:ext uri="{FF2B5EF4-FFF2-40B4-BE49-F238E27FC236}">
                <a16:creationId xmlns:a16="http://schemas.microsoft.com/office/drawing/2014/main" id="{D03C9F9F-1AD0-C1EB-CE7A-25FD89C640B0}"/>
              </a:ext>
            </a:extLst>
          </p:cNvPr>
          <p:cNvSpPr txBox="1"/>
          <p:nvPr/>
        </p:nvSpPr>
        <p:spPr>
          <a:xfrm>
            <a:off x="3576420" y="2052790"/>
            <a:ext cx="589249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标识</a:t>
            </a:r>
          </a:p>
        </p:txBody>
      </p:sp>
      <p:sp>
        <p:nvSpPr>
          <p:cNvPr id="16" name="Text Box 23">
            <a:extLst>
              <a:ext uri="{FF2B5EF4-FFF2-40B4-BE49-F238E27FC236}">
                <a16:creationId xmlns:a16="http://schemas.microsoft.com/office/drawing/2014/main" id="{BDEF2C07-5FB3-AAEC-B237-C0B40581526D}"/>
              </a:ext>
            </a:extLst>
          </p:cNvPr>
          <p:cNvSpPr txBox="1"/>
          <p:nvPr/>
        </p:nvSpPr>
        <p:spPr>
          <a:xfrm>
            <a:off x="3995936" y="2055463"/>
            <a:ext cx="134640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数据存储名称</a:t>
            </a:r>
          </a:p>
        </p:txBody>
      </p:sp>
      <p:sp>
        <p:nvSpPr>
          <p:cNvPr id="17" name="Line 10">
            <a:extLst>
              <a:ext uri="{FF2B5EF4-FFF2-40B4-BE49-F238E27FC236}">
                <a16:creationId xmlns:a16="http://schemas.microsoft.com/office/drawing/2014/main" id="{59C8FC8A-9A2A-342B-F189-2CAA5E9CA0C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830416" y="1994715"/>
            <a:ext cx="156909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8" name="Line 11">
            <a:extLst>
              <a:ext uri="{FF2B5EF4-FFF2-40B4-BE49-F238E27FC236}">
                <a16:creationId xmlns:a16="http://schemas.microsoft.com/office/drawing/2014/main" id="{C37D2493-60E5-7F71-36E3-7C84CE812E9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830416" y="1994715"/>
            <a:ext cx="0" cy="3968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9" name="Line 12">
            <a:extLst>
              <a:ext uri="{FF2B5EF4-FFF2-40B4-BE49-F238E27FC236}">
                <a16:creationId xmlns:a16="http://schemas.microsoft.com/office/drawing/2014/main" id="{BFDCD915-2A36-7179-0EEC-889F4F6FE14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830416" y="2391590"/>
            <a:ext cx="156909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" name="Line 13">
            <a:extLst>
              <a:ext uri="{FF2B5EF4-FFF2-40B4-BE49-F238E27FC236}">
                <a16:creationId xmlns:a16="http://schemas.microsoft.com/office/drawing/2014/main" id="{1D5C52E8-FBC9-00F2-2C3A-4F92A27DE3E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300192" y="1994715"/>
            <a:ext cx="0" cy="396876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DC00DDC6-3F8E-04AB-69E6-A4C1E5ABD20D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830416" y="2094128"/>
            <a:ext cx="589249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D1</a:t>
            </a:r>
            <a:endParaRPr lang="zh-CN" altLang="en-US" sz="1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B3F98A8A-34CE-4C8C-F6CF-9562ADF0FDC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6249932" y="2096801"/>
            <a:ext cx="134640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学生档案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49F5168-0CA5-8C23-7A04-307C1B70968D}"/>
              </a:ext>
            </a:extLst>
          </p:cNvPr>
          <p:cNvSpPr txBox="1"/>
          <p:nvPr/>
        </p:nvSpPr>
        <p:spPr>
          <a:xfrm>
            <a:off x="5101993" y="2013180"/>
            <a:ext cx="766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kumimoji="1" lang="zh-CN" altLang="en-US" sz="1600" b="1" dirty="0">
                <a:solidFill>
                  <a:srgbClr val="FF0000"/>
                </a:solidFill>
                <a:ea typeface="楷体" panose="02010609060101010101" charset="-122"/>
              </a:rPr>
              <a:t>举例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78325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263245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F7C4AB7B-EF13-5462-EFCC-DD4A86C5191B}"/>
              </a:ext>
            </a:extLst>
          </p:cNvPr>
          <p:cNvSpPr txBox="1"/>
          <p:nvPr/>
        </p:nvSpPr>
        <p:spPr>
          <a:xfrm>
            <a:off x="876299" y="2057106"/>
            <a:ext cx="8088189" cy="434477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</a:t>
            </a:r>
          </a:p>
          <a:p>
            <a:pPr lvl="1" eaLnBrk="1" hangingPunct="1">
              <a:spcBef>
                <a:spcPts val="24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表明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数据的流动方向及其名称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，是数据载体的表现形式之一。</a:t>
            </a:r>
          </a:p>
          <a:p>
            <a:pPr lvl="1" eaLnBrk="1" hangingPunct="1">
              <a:spcBef>
                <a:spcPts val="24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一般用一个带有箭头的直线来表示，箭头指出了数据的流动方向。</a:t>
            </a:r>
          </a:p>
          <a:p>
            <a:pPr lvl="1" eaLnBrk="1" hangingPunct="1">
              <a:spcBef>
                <a:spcPts val="24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数据流的名称及数据载体的名称，其名称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一定是名词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而不能出现动词。</a:t>
            </a:r>
          </a:p>
          <a:p>
            <a:pPr lvl="1" eaLnBrk="1" hangingPunct="1">
              <a:spcBef>
                <a:spcPts val="24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可以来自或流向一个外部项、数据存储、处理功能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等。</a:t>
            </a:r>
          </a:p>
          <a:p>
            <a:pPr lvl="1" eaLnBrk="1" hangingPunct="1">
              <a:spcBef>
                <a:spcPts val="24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除了与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数据存储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相关的数据流以外，数据流中的箭头只采用单箭头表示。</a:t>
            </a:r>
          </a:p>
        </p:txBody>
      </p:sp>
      <p:sp>
        <p:nvSpPr>
          <p:cNvPr id="5" name="Line 15">
            <a:extLst>
              <a:ext uri="{FF2B5EF4-FFF2-40B4-BE49-F238E27FC236}">
                <a16:creationId xmlns:a16="http://schemas.microsoft.com/office/drawing/2014/main" id="{3E8A4856-02FE-EC7D-62DE-37EDAB9E4072}"/>
              </a:ext>
            </a:extLst>
          </p:cNvPr>
          <p:cNvSpPr/>
          <p:nvPr/>
        </p:nvSpPr>
        <p:spPr>
          <a:xfrm>
            <a:off x="3532881" y="2394088"/>
            <a:ext cx="903089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" name="Text Box 23">
            <a:extLst>
              <a:ext uri="{FF2B5EF4-FFF2-40B4-BE49-F238E27FC236}">
                <a16:creationId xmlns:a16="http://schemas.microsoft.com/office/drawing/2014/main" id="{820FAB10-7AF1-ADBE-80CF-A8087C29CB09}"/>
              </a:ext>
            </a:extLst>
          </p:cNvPr>
          <p:cNvSpPr txBox="1"/>
          <p:nvPr/>
        </p:nvSpPr>
        <p:spPr>
          <a:xfrm>
            <a:off x="3419872" y="2057106"/>
            <a:ext cx="134640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数据流名称</a:t>
            </a: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0F44C51E-9C9E-7656-4E73-2795CD9F889B}"/>
              </a:ext>
            </a:extLst>
          </p:cNvPr>
          <p:cNvSpPr/>
          <p:nvPr/>
        </p:nvSpPr>
        <p:spPr>
          <a:xfrm>
            <a:off x="5039208" y="2400473"/>
            <a:ext cx="903089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Box 23">
            <a:extLst>
              <a:ext uri="{FF2B5EF4-FFF2-40B4-BE49-F238E27FC236}">
                <a16:creationId xmlns:a16="http://schemas.microsoft.com/office/drawing/2014/main" id="{8BC13189-4879-FA4B-4753-21D0A49B2263}"/>
              </a:ext>
            </a:extLst>
          </p:cNvPr>
          <p:cNvSpPr txBox="1"/>
          <p:nvPr/>
        </p:nvSpPr>
        <p:spPr>
          <a:xfrm>
            <a:off x="5076056" y="2086311"/>
            <a:ext cx="800072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成绩单</a:t>
            </a:r>
          </a:p>
        </p:txBody>
      </p:sp>
      <p:sp>
        <p:nvSpPr>
          <p:cNvPr id="19" name="文本框 14">
            <a:extLst>
              <a:ext uri="{FF2B5EF4-FFF2-40B4-BE49-F238E27FC236}">
                <a16:creationId xmlns:a16="http://schemas.microsoft.com/office/drawing/2014/main" id="{B6663511-4146-8D0B-743F-D959949E2E43}"/>
              </a:ext>
            </a:extLst>
          </p:cNvPr>
          <p:cNvSpPr txBox="1"/>
          <p:nvPr/>
        </p:nvSpPr>
        <p:spPr>
          <a:xfrm>
            <a:off x="4391362" y="2094695"/>
            <a:ext cx="766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1600" b="1" dirty="0">
                <a:solidFill>
                  <a:srgbClr val="FF0000"/>
                </a:solidFill>
                <a:ea typeface="楷体" panose="02010609060101010101" charset="-122"/>
              </a:rPr>
              <a:t>举例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13412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24" r:link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26" r:link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263245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30" name="Text Box 6">
            <a:extLst>
              <a:ext uri="{FF2B5EF4-FFF2-40B4-BE49-F238E27FC236}">
                <a16:creationId xmlns:a16="http://schemas.microsoft.com/office/drawing/2014/main" id="{5FBB362A-8E1B-C6CA-4D69-A4B0021EBD4A}"/>
              </a:ext>
            </a:extLst>
          </p:cNvPr>
          <p:cNvSpPr txBox="1"/>
          <p:nvPr/>
        </p:nvSpPr>
        <p:spPr>
          <a:xfrm>
            <a:off x="581186" y="3487761"/>
            <a:ext cx="1776325" cy="19389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本系统以外的</a:t>
            </a:r>
            <a:r>
              <a:rPr lang="zh-CN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人和单位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。与本系统</a:t>
            </a:r>
            <a:r>
              <a:rPr lang="zh-CN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有信息传递关系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，本系统数据的</a:t>
            </a:r>
            <a:r>
              <a:rPr lang="zh-CN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来源和去处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1" name="Text Box 10">
            <a:extLst>
              <a:ext uri="{FF2B5EF4-FFF2-40B4-BE49-F238E27FC236}">
                <a16:creationId xmlns:a16="http://schemas.microsoft.com/office/drawing/2014/main" id="{5E81E863-84ED-2751-248A-CC8178BFA584}"/>
              </a:ext>
            </a:extLst>
          </p:cNvPr>
          <p:cNvSpPr txBox="1"/>
          <p:nvPr/>
        </p:nvSpPr>
        <p:spPr>
          <a:xfrm>
            <a:off x="2749510" y="3493086"/>
            <a:ext cx="1940324" cy="18774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对信息进行</a:t>
            </a:r>
            <a:r>
              <a:rPr lang="zh-CN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逻辑加工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（变换数据格式，或生成新数据）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一个加工框应</a:t>
            </a:r>
            <a:r>
              <a:rPr lang="zh-CN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有输入、输出数据流</a:t>
            </a:r>
          </a:p>
        </p:txBody>
      </p:sp>
      <p:sp>
        <p:nvSpPr>
          <p:cNvPr id="32" name="Text Box 20">
            <a:extLst>
              <a:ext uri="{FF2B5EF4-FFF2-40B4-BE49-F238E27FC236}">
                <a16:creationId xmlns:a16="http://schemas.microsoft.com/office/drawing/2014/main" id="{7586F50F-9D00-523B-A195-D824C60BA051}"/>
              </a:ext>
            </a:extLst>
          </p:cNvPr>
          <p:cNvSpPr txBox="1"/>
          <p:nvPr/>
        </p:nvSpPr>
        <p:spPr>
          <a:xfrm>
            <a:off x="4906821" y="3440301"/>
            <a:ext cx="1776324" cy="18774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"/>
              </a:spcBef>
              <a:buClrTx/>
              <a:buSzTx/>
              <a:buFontTx/>
              <a:buNone/>
            </a:pPr>
            <a:r>
              <a:rPr lang="zh-CN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保存数据的地方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（数据文件、文件夹、账本）</a:t>
            </a:r>
            <a:r>
              <a:rPr lang="zh-CN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逻辑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上的存储，不考虑物理介质、手段</a:t>
            </a:r>
          </a:p>
        </p:txBody>
      </p:sp>
      <p:sp>
        <p:nvSpPr>
          <p:cNvPr id="33" name="Text Box 25">
            <a:extLst>
              <a:ext uri="{FF2B5EF4-FFF2-40B4-BE49-F238E27FC236}">
                <a16:creationId xmlns:a16="http://schemas.microsoft.com/office/drawing/2014/main" id="{F7889962-2943-48A1-6C5E-15B286D081BB}"/>
              </a:ext>
            </a:extLst>
          </p:cNvPr>
          <p:cNvSpPr txBox="1"/>
          <p:nvPr/>
        </p:nvSpPr>
        <p:spPr>
          <a:xfrm>
            <a:off x="6900132" y="3475551"/>
            <a:ext cx="1776324" cy="19389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流动的数据，可以是</a:t>
            </a:r>
            <a:r>
              <a:rPr lang="zh-CN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一项数据、一组数据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。各加工环节进行处理和输出的</a:t>
            </a:r>
            <a:r>
              <a:rPr lang="zh-CN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数据集合</a:t>
            </a:r>
            <a:endParaRPr lang="en-US" altLang="zh-CN" sz="2000" b="1" u="sng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E1BE8CA5-AE52-FABB-6B35-D834DBB4782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004762" y="5732115"/>
            <a:ext cx="927528" cy="46672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Line 4">
            <a:extLst>
              <a:ext uri="{FF2B5EF4-FFF2-40B4-BE49-F238E27FC236}">
                <a16:creationId xmlns:a16="http://schemas.microsoft.com/office/drawing/2014/main" id="{60F1450E-2626-B113-99BE-155557FDA55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933325" y="5589240"/>
            <a:ext cx="61753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6" name="Line 5">
            <a:extLst>
              <a:ext uri="{FF2B5EF4-FFF2-40B4-BE49-F238E27FC236}">
                <a16:creationId xmlns:a16="http://schemas.microsoft.com/office/drawing/2014/main" id="{00C1FF73-BAF7-8AF2-0541-5424867B1E3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33325" y="5589240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7" name="Rectangle 7">
            <a:extLst>
              <a:ext uri="{FF2B5EF4-FFF2-40B4-BE49-F238E27FC236}">
                <a16:creationId xmlns:a16="http://schemas.microsoft.com/office/drawing/2014/main" id="{9DC625E7-61C3-E0E9-CA0B-1B1645CE40C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179193" y="5505981"/>
            <a:ext cx="1248791" cy="94735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 8">
            <a:extLst>
              <a:ext uri="{FF2B5EF4-FFF2-40B4-BE49-F238E27FC236}">
                <a16:creationId xmlns:a16="http://schemas.microsoft.com/office/drawing/2014/main" id="{5F23CE3A-CA40-ED47-09E0-A0A4749D1B69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3179193" y="5669186"/>
            <a:ext cx="1248791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9" name="Line 9">
            <a:extLst>
              <a:ext uri="{FF2B5EF4-FFF2-40B4-BE49-F238E27FC236}">
                <a16:creationId xmlns:a16="http://schemas.microsoft.com/office/drawing/2014/main" id="{5DC43071-92A5-6439-C654-4CDE3A87965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 flipV="1">
            <a:off x="3179193" y="6021289"/>
            <a:ext cx="1248791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0" name="Line 10">
            <a:extLst>
              <a:ext uri="{FF2B5EF4-FFF2-40B4-BE49-F238E27FC236}">
                <a16:creationId xmlns:a16="http://schemas.microsoft.com/office/drawing/2014/main" id="{4FCD5874-430C-96F3-9C19-EB4541E6461A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029905" y="5770588"/>
            <a:ext cx="156909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" name="Line 11">
            <a:extLst>
              <a:ext uri="{FF2B5EF4-FFF2-40B4-BE49-F238E27FC236}">
                <a16:creationId xmlns:a16="http://schemas.microsoft.com/office/drawing/2014/main" id="{1D3EB848-AD0E-51AB-EABA-CA57BF496F3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029905" y="5770588"/>
            <a:ext cx="0" cy="3968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2" name="Line 12">
            <a:extLst>
              <a:ext uri="{FF2B5EF4-FFF2-40B4-BE49-F238E27FC236}">
                <a16:creationId xmlns:a16="http://schemas.microsoft.com/office/drawing/2014/main" id="{63A1D04E-A05D-09CD-4AD8-7CD1E854211B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029905" y="6167463"/>
            <a:ext cx="156909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3" name="Line 13">
            <a:extLst>
              <a:ext uri="{FF2B5EF4-FFF2-40B4-BE49-F238E27FC236}">
                <a16:creationId xmlns:a16="http://schemas.microsoft.com/office/drawing/2014/main" id="{D58B0E91-0AD0-D00D-0CDC-A5BC190455B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499681" y="5770588"/>
            <a:ext cx="0" cy="396876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4" name="Line 15">
            <a:extLst>
              <a:ext uri="{FF2B5EF4-FFF2-40B4-BE49-F238E27FC236}">
                <a16:creationId xmlns:a16="http://schemas.microsoft.com/office/drawing/2014/main" id="{0F44C51E-9C9E-7656-4E73-2795CD9F889B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404188" y="6119426"/>
            <a:ext cx="903089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45" name="Text Box 17">
            <a:extLst>
              <a:ext uri="{FF2B5EF4-FFF2-40B4-BE49-F238E27FC236}">
                <a16:creationId xmlns:a16="http://schemas.microsoft.com/office/drawing/2014/main" id="{E105D11C-B42C-FC8B-69DF-288D4A98AB41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78171" y="5805264"/>
            <a:ext cx="845418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学生</a:t>
            </a:r>
          </a:p>
        </p:txBody>
      </p:sp>
      <p:sp>
        <p:nvSpPr>
          <p:cNvPr id="46" name="Text Box 18">
            <a:extLst>
              <a:ext uri="{FF2B5EF4-FFF2-40B4-BE49-F238E27FC236}">
                <a16:creationId xmlns:a16="http://schemas.microsoft.com/office/drawing/2014/main" id="{2345450B-1F67-38DC-E717-1A79861905A5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3384394" y="5456525"/>
            <a:ext cx="825272" cy="2769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2.3</a:t>
            </a:r>
            <a:endParaRPr lang="zh-CN" altLang="en-US" sz="12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7" name="Text Box 19">
            <a:extLst>
              <a:ext uri="{FF2B5EF4-FFF2-40B4-BE49-F238E27FC236}">
                <a16:creationId xmlns:a16="http://schemas.microsoft.com/office/drawing/2014/main" id="{248559BB-A0A1-C864-01CC-606DA354D63D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3320655" y="5733256"/>
            <a:ext cx="1034635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登录成绩</a:t>
            </a:r>
          </a:p>
        </p:txBody>
      </p:sp>
      <p:sp>
        <p:nvSpPr>
          <p:cNvPr id="48" name="Text Box 20">
            <a:extLst>
              <a:ext uri="{FF2B5EF4-FFF2-40B4-BE49-F238E27FC236}">
                <a16:creationId xmlns:a16="http://schemas.microsoft.com/office/drawing/2014/main" id="{CA82E37B-760C-2B00-9CED-AE52C201BF8B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3176639" y="6082787"/>
            <a:ext cx="1100363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任课老师</a:t>
            </a:r>
          </a:p>
        </p:txBody>
      </p:sp>
      <p:sp>
        <p:nvSpPr>
          <p:cNvPr id="49" name="Text Box 22">
            <a:extLst>
              <a:ext uri="{FF2B5EF4-FFF2-40B4-BE49-F238E27FC236}">
                <a16:creationId xmlns:a16="http://schemas.microsoft.com/office/drawing/2014/main" id="{BD9CA322-D30F-280E-8A5A-5A9360E7EE0E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5062871" y="5805264"/>
            <a:ext cx="589249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D1</a:t>
            </a:r>
            <a:endParaRPr lang="zh-CN" altLang="en-US" sz="1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0" name="Text Box 23">
            <a:extLst>
              <a:ext uri="{FF2B5EF4-FFF2-40B4-BE49-F238E27FC236}">
                <a16:creationId xmlns:a16="http://schemas.microsoft.com/office/drawing/2014/main" id="{CC8AA678-E3AB-369A-597F-09B28AE2BC70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5449421" y="5805264"/>
            <a:ext cx="134640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学生档案</a:t>
            </a:r>
          </a:p>
        </p:txBody>
      </p:sp>
      <p:sp>
        <p:nvSpPr>
          <p:cNvPr id="53" name="Rectangle 3">
            <a:extLst>
              <a:ext uri="{FF2B5EF4-FFF2-40B4-BE49-F238E27FC236}">
                <a16:creationId xmlns:a16="http://schemas.microsoft.com/office/drawing/2014/main" id="{4EEF9E9C-20CD-B4BF-A8A1-C280A9153E66}"/>
              </a:ext>
            </a:extLst>
          </p:cNvPr>
          <p:cNvSpPr/>
          <p:nvPr/>
        </p:nvSpPr>
        <p:spPr>
          <a:xfrm>
            <a:off x="922897" y="2349808"/>
            <a:ext cx="1050158" cy="46672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Line 4">
            <a:extLst>
              <a:ext uri="{FF2B5EF4-FFF2-40B4-BE49-F238E27FC236}">
                <a16:creationId xmlns:a16="http://schemas.microsoft.com/office/drawing/2014/main" id="{A0F4499B-45B0-9757-70AE-85CE87754404}"/>
              </a:ext>
            </a:extLst>
          </p:cNvPr>
          <p:cNvSpPr/>
          <p:nvPr/>
        </p:nvSpPr>
        <p:spPr>
          <a:xfrm>
            <a:off x="851460" y="2206933"/>
            <a:ext cx="61753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Line 5">
            <a:extLst>
              <a:ext uri="{FF2B5EF4-FFF2-40B4-BE49-F238E27FC236}">
                <a16:creationId xmlns:a16="http://schemas.microsoft.com/office/drawing/2014/main" id="{6F2D0557-A8CD-41FA-7135-B060A2D675D9}"/>
              </a:ext>
            </a:extLst>
          </p:cNvPr>
          <p:cNvSpPr/>
          <p:nvPr/>
        </p:nvSpPr>
        <p:spPr>
          <a:xfrm>
            <a:off x="851460" y="2206933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Box 6">
            <a:extLst>
              <a:ext uri="{FF2B5EF4-FFF2-40B4-BE49-F238E27FC236}">
                <a16:creationId xmlns:a16="http://schemas.microsoft.com/office/drawing/2014/main" id="{2F7F174A-CBE5-92C7-6C14-63E148153795}"/>
              </a:ext>
            </a:extLst>
          </p:cNvPr>
          <p:cNvSpPr txBox="1"/>
          <p:nvPr/>
        </p:nvSpPr>
        <p:spPr>
          <a:xfrm>
            <a:off x="839032" y="2998961"/>
            <a:ext cx="1154538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外部实体</a:t>
            </a:r>
          </a:p>
        </p:txBody>
      </p:sp>
      <p:sp>
        <p:nvSpPr>
          <p:cNvPr id="57" name="Rectangle 7">
            <a:extLst>
              <a:ext uri="{FF2B5EF4-FFF2-40B4-BE49-F238E27FC236}">
                <a16:creationId xmlns:a16="http://schemas.microsoft.com/office/drawing/2014/main" id="{E1AA2C8D-B339-FBBE-5FBE-07B29AB3EDAA}"/>
              </a:ext>
            </a:extLst>
          </p:cNvPr>
          <p:cNvSpPr/>
          <p:nvPr/>
        </p:nvSpPr>
        <p:spPr>
          <a:xfrm>
            <a:off x="3113089" y="2054917"/>
            <a:ext cx="1248791" cy="94735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Line 8">
            <a:extLst>
              <a:ext uri="{FF2B5EF4-FFF2-40B4-BE49-F238E27FC236}">
                <a16:creationId xmlns:a16="http://schemas.microsoft.com/office/drawing/2014/main" id="{CF02A860-5DF5-6E01-1069-462C20FD531B}"/>
              </a:ext>
            </a:extLst>
          </p:cNvPr>
          <p:cNvSpPr/>
          <p:nvPr/>
        </p:nvSpPr>
        <p:spPr>
          <a:xfrm>
            <a:off x="3113089" y="2218122"/>
            <a:ext cx="1248791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Line 9">
            <a:extLst>
              <a:ext uri="{FF2B5EF4-FFF2-40B4-BE49-F238E27FC236}">
                <a16:creationId xmlns:a16="http://schemas.microsoft.com/office/drawing/2014/main" id="{2E09F369-A066-95C5-393C-C6A4821846F8}"/>
              </a:ext>
            </a:extLst>
          </p:cNvPr>
          <p:cNvSpPr/>
          <p:nvPr/>
        </p:nvSpPr>
        <p:spPr>
          <a:xfrm flipV="1">
            <a:off x="3113089" y="2570225"/>
            <a:ext cx="1248791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Line 10">
            <a:extLst>
              <a:ext uri="{FF2B5EF4-FFF2-40B4-BE49-F238E27FC236}">
                <a16:creationId xmlns:a16="http://schemas.microsoft.com/office/drawing/2014/main" id="{ED7C1C54-A8CF-1BB6-7246-105B9BBFBD03}"/>
              </a:ext>
            </a:extLst>
          </p:cNvPr>
          <p:cNvSpPr/>
          <p:nvPr/>
        </p:nvSpPr>
        <p:spPr>
          <a:xfrm>
            <a:off x="5065478" y="2386121"/>
            <a:ext cx="156909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Line 11">
            <a:extLst>
              <a:ext uri="{FF2B5EF4-FFF2-40B4-BE49-F238E27FC236}">
                <a16:creationId xmlns:a16="http://schemas.microsoft.com/office/drawing/2014/main" id="{A8F4F164-0BAB-756E-96FB-2F6064C643DC}"/>
              </a:ext>
            </a:extLst>
          </p:cNvPr>
          <p:cNvSpPr/>
          <p:nvPr/>
        </p:nvSpPr>
        <p:spPr>
          <a:xfrm>
            <a:off x="5065478" y="2386121"/>
            <a:ext cx="0" cy="3968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Line 12">
            <a:extLst>
              <a:ext uri="{FF2B5EF4-FFF2-40B4-BE49-F238E27FC236}">
                <a16:creationId xmlns:a16="http://schemas.microsoft.com/office/drawing/2014/main" id="{D685735E-5431-4CF6-DE67-DCAA73713B85}"/>
              </a:ext>
            </a:extLst>
          </p:cNvPr>
          <p:cNvSpPr/>
          <p:nvPr/>
        </p:nvSpPr>
        <p:spPr>
          <a:xfrm>
            <a:off x="5065477" y="2792025"/>
            <a:ext cx="156909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Line 13">
            <a:extLst>
              <a:ext uri="{FF2B5EF4-FFF2-40B4-BE49-F238E27FC236}">
                <a16:creationId xmlns:a16="http://schemas.microsoft.com/office/drawing/2014/main" id="{E01ED898-8D22-0710-37C7-114B95F6AB7F}"/>
              </a:ext>
            </a:extLst>
          </p:cNvPr>
          <p:cNvSpPr/>
          <p:nvPr/>
        </p:nvSpPr>
        <p:spPr>
          <a:xfrm>
            <a:off x="5535254" y="2386121"/>
            <a:ext cx="0" cy="396876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Box 14">
            <a:extLst>
              <a:ext uri="{FF2B5EF4-FFF2-40B4-BE49-F238E27FC236}">
                <a16:creationId xmlns:a16="http://schemas.microsoft.com/office/drawing/2014/main" id="{6FB07282-45DC-612E-25B2-A2C568B3BEAE}"/>
              </a:ext>
            </a:extLst>
          </p:cNvPr>
          <p:cNvSpPr txBox="1"/>
          <p:nvPr/>
        </p:nvSpPr>
        <p:spPr>
          <a:xfrm>
            <a:off x="5222300" y="2998961"/>
            <a:ext cx="145415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数据存储</a:t>
            </a:r>
          </a:p>
        </p:txBody>
      </p:sp>
      <p:sp>
        <p:nvSpPr>
          <p:cNvPr id="65" name="Line 15">
            <a:extLst>
              <a:ext uri="{FF2B5EF4-FFF2-40B4-BE49-F238E27FC236}">
                <a16:creationId xmlns:a16="http://schemas.microsoft.com/office/drawing/2014/main" id="{3E8A4856-02FE-EC7D-62DE-37EDAB9E4072}"/>
              </a:ext>
            </a:extLst>
          </p:cNvPr>
          <p:cNvSpPr/>
          <p:nvPr/>
        </p:nvSpPr>
        <p:spPr>
          <a:xfrm>
            <a:off x="7250913" y="2703052"/>
            <a:ext cx="903089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Box 17">
            <a:extLst>
              <a:ext uri="{FF2B5EF4-FFF2-40B4-BE49-F238E27FC236}">
                <a16:creationId xmlns:a16="http://schemas.microsoft.com/office/drawing/2014/main" id="{C7AF769F-CEE0-4707-5921-EFE4BB685DEF}"/>
              </a:ext>
            </a:extLst>
          </p:cNvPr>
          <p:cNvSpPr txBox="1"/>
          <p:nvPr/>
        </p:nvSpPr>
        <p:spPr>
          <a:xfrm>
            <a:off x="867908" y="2420277"/>
            <a:ext cx="115282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外部项名称</a:t>
            </a:r>
          </a:p>
        </p:txBody>
      </p:sp>
      <p:sp>
        <p:nvSpPr>
          <p:cNvPr id="67" name="Text Box 18">
            <a:extLst>
              <a:ext uri="{FF2B5EF4-FFF2-40B4-BE49-F238E27FC236}">
                <a16:creationId xmlns:a16="http://schemas.microsoft.com/office/drawing/2014/main" id="{7428291A-1F0A-C4AC-9EBA-CB6E9F3ACD8C}"/>
              </a:ext>
            </a:extLst>
          </p:cNvPr>
          <p:cNvSpPr txBox="1"/>
          <p:nvPr/>
        </p:nvSpPr>
        <p:spPr>
          <a:xfrm>
            <a:off x="3318290" y="2005461"/>
            <a:ext cx="825272" cy="2769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2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标识</a:t>
            </a:r>
          </a:p>
        </p:txBody>
      </p:sp>
      <p:sp>
        <p:nvSpPr>
          <p:cNvPr id="68" name="Text Box 19">
            <a:extLst>
              <a:ext uri="{FF2B5EF4-FFF2-40B4-BE49-F238E27FC236}">
                <a16:creationId xmlns:a16="http://schemas.microsoft.com/office/drawing/2014/main" id="{1977ED7E-00D3-7809-2699-87416FFC609C}"/>
              </a:ext>
            </a:extLst>
          </p:cNvPr>
          <p:cNvSpPr txBox="1"/>
          <p:nvPr/>
        </p:nvSpPr>
        <p:spPr>
          <a:xfrm>
            <a:off x="3274733" y="2309241"/>
            <a:ext cx="1034635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功能描述</a:t>
            </a:r>
          </a:p>
        </p:txBody>
      </p:sp>
      <p:sp>
        <p:nvSpPr>
          <p:cNvPr id="69" name="Text Box 20">
            <a:extLst>
              <a:ext uri="{FF2B5EF4-FFF2-40B4-BE49-F238E27FC236}">
                <a16:creationId xmlns:a16="http://schemas.microsoft.com/office/drawing/2014/main" id="{9BE9E6FC-8338-559C-04D4-D4342529B157}"/>
              </a:ext>
            </a:extLst>
          </p:cNvPr>
          <p:cNvSpPr txBox="1"/>
          <p:nvPr/>
        </p:nvSpPr>
        <p:spPr>
          <a:xfrm>
            <a:off x="3187302" y="2631723"/>
            <a:ext cx="1100363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功能完成者</a:t>
            </a:r>
          </a:p>
        </p:txBody>
      </p:sp>
      <p:sp>
        <p:nvSpPr>
          <p:cNvPr id="70" name="Text Box 21">
            <a:extLst>
              <a:ext uri="{FF2B5EF4-FFF2-40B4-BE49-F238E27FC236}">
                <a16:creationId xmlns:a16="http://schemas.microsoft.com/office/drawing/2014/main" id="{8B1EE8AF-7B07-C8F5-6EDB-7F60C37DE15C}"/>
              </a:ext>
            </a:extLst>
          </p:cNvPr>
          <p:cNvSpPr txBox="1"/>
          <p:nvPr/>
        </p:nvSpPr>
        <p:spPr>
          <a:xfrm>
            <a:off x="3202558" y="2998961"/>
            <a:ext cx="144145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处理功能</a:t>
            </a:r>
          </a:p>
        </p:txBody>
      </p:sp>
      <p:sp>
        <p:nvSpPr>
          <p:cNvPr id="71" name="Text Box 22">
            <a:extLst>
              <a:ext uri="{FF2B5EF4-FFF2-40B4-BE49-F238E27FC236}">
                <a16:creationId xmlns:a16="http://schemas.microsoft.com/office/drawing/2014/main" id="{D03C9F9F-1AD0-C1EB-CE7A-25FD89C640B0}"/>
              </a:ext>
            </a:extLst>
          </p:cNvPr>
          <p:cNvSpPr txBox="1"/>
          <p:nvPr/>
        </p:nvSpPr>
        <p:spPr>
          <a:xfrm>
            <a:off x="5065478" y="2440237"/>
            <a:ext cx="589249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标识</a:t>
            </a:r>
          </a:p>
        </p:txBody>
      </p:sp>
      <p:sp>
        <p:nvSpPr>
          <p:cNvPr id="72" name="Text Box 23">
            <a:extLst>
              <a:ext uri="{FF2B5EF4-FFF2-40B4-BE49-F238E27FC236}">
                <a16:creationId xmlns:a16="http://schemas.microsoft.com/office/drawing/2014/main" id="{BDEF2C07-5FB3-AAEC-B237-C0B40581526D}"/>
              </a:ext>
            </a:extLst>
          </p:cNvPr>
          <p:cNvSpPr txBox="1"/>
          <p:nvPr/>
        </p:nvSpPr>
        <p:spPr>
          <a:xfrm>
            <a:off x="5484994" y="2442910"/>
            <a:ext cx="134640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数据存储名称</a:t>
            </a:r>
          </a:p>
        </p:txBody>
      </p:sp>
      <p:sp>
        <p:nvSpPr>
          <p:cNvPr id="73" name="Text Box 24">
            <a:extLst>
              <a:ext uri="{FF2B5EF4-FFF2-40B4-BE49-F238E27FC236}">
                <a16:creationId xmlns:a16="http://schemas.microsoft.com/office/drawing/2014/main" id="{2DB10AFD-718B-8440-541A-248DE7E1F0BD}"/>
              </a:ext>
            </a:extLst>
          </p:cNvPr>
          <p:cNvSpPr txBox="1"/>
          <p:nvPr/>
        </p:nvSpPr>
        <p:spPr>
          <a:xfrm>
            <a:off x="7252514" y="2998961"/>
            <a:ext cx="9485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</a:t>
            </a:r>
          </a:p>
        </p:txBody>
      </p:sp>
      <p:sp>
        <p:nvSpPr>
          <p:cNvPr id="74" name="Text Box 23">
            <a:extLst>
              <a:ext uri="{FF2B5EF4-FFF2-40B4-BE49-F238E27FC236}">
                <a16:creationId xmlns:a16="http://schemas.microsoft.com/office/drawing/2014/main" id="{820FAB10-7AF1-ADBE-80CF-A8087C29CB09}"/>
              </a:ext>
            </a:extLst>
          </p:cNvPr>
          <p:cNvSpPr txBox="1"/>
          <p:nvPr/>
        </p:nvSpPr>
        <p:spPr>
          <a:xfrm>
            <a:off x="7137904" y="2366070"/>
            <a:ext cx="134640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数据流名称</a:t>
            </a:r>
          </a:p>
        </p:txBody>
      </p:sp>
      <p:sp>
        <p:nvSpPr>
          <p:cNvPr id="76" name="Text Box 23">
            <a:extLst>
              <a:ext uri="{FF2B5EF4-FFF2-40B4-BE49-F238E27FC236}">
                <a16:creationId xmlns:a16="http://schemas.microsoft.com/office/drawing/2014/main" id="{8BC13189-4879-FA4B-4753-21D0A49B2263}"/>
              </a:ext>
            </a:extLst>
          </p:cNvPr>
          <p:cNvSpPr txBox="1"/>
          <p:nvPr/>
        </p:nvSpPr>
        <p:spPr>
          <a:xfrm>
            <a:off x="7441036" y="5805264"/>
            <a:ext cx="800072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成绩单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1849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263245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4FDDE4-88D4-90C2-AC8F-B078408A3E59}"/>
              </a:ext>
            </a:extLst>
          </p:cNvPr>
          <p:cNvSpPr/>
          <p:nvPr/>
        </p:nvSpPr>
        <p:spPr>
          <a:xfrm>
            <a:off x="762000" y="2060848"/>
            <a:ext cx="8202488" cy="3733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-342900" eaLnBrk="1" hangingPunct="1">
              <a:lnSpc>
                <a:spcPct val="90000"/>
              </a:lnSpc>
              <a:buClr>
                <a:schemeClr val="folHlink"/>
              </a:buClr>
              <a:buSzPct val="75000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车间填写领料单给仓库要求领料，库长根据用料计划审批领料单，未批准的退回车间，已批准的领料单被送到仓库保管员处，由他查阅库存账。若账上有货，则填写提货通知，并通知车间前来领料，否则，填写缺货单，并通知采购人员。</a:t>
            </a:r>
          </a:p>
          <a:p>
            <a:pPr marL="0" lvl="0" indent="-342900" eaLnBrk="1" hangingPunct="1">
              <a:lnSpc>
                <a:spcPct val="90000"/>
              </a:lnSpc>
              <a:buClr>
                <a:schemeClr val="folHlink"/>
              </a:buClr>
              <a:buSzPct val="75000"/>
              <a:buNone/>
            </a:pP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-342900" eaLnBrk="1" hangingPunct="1">
              <a:lnSpc>
                <a:spcPct val="90000"/>
              </a:lnSpc>
              <a:buClr>
                <a:schemeClr val="folHlink"/>
              </a:buClr>
              <a:buSzPct val="75000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根据上述业务过程，画出</a:t>
            </a:r>
            <a:r>
              <a:rPr lang="zh-CN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库存管理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的数据流程图。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82415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82" r:link="rId8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4" r:link="rId8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0114" name="Line 4"/>
          <p:cNvSpPr/>
          <p:nvPr>
            <p:custDataLst>
              <p:tags r:id="rId4"/>
            </p:custDataLst>
          </p:nvPr>
        </p:nvSpPr>
        <p:spPr>
          <a:xfrm>
            <a:off x="2801938" y="1006475"/>
            <a:ext cx="0" cy="1439863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15" name="Line 5"/>
          <p:cNvSpPr/>
          <p:nvPr>
            <p:custDataLst>
              <p:tags r:id="rId5"/>
            </p:custDataLst>
          </p:nvPr>
        </p:nvSpPr>
        <p:spPr>
          <a:xfrm>
            <a:off x="2801938" y="2446338"/>
            <a:ext cx="1909762" cy="1587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16" name="Line 6"/>
          <p:cNvSpPr/>
          <p:nvPr>
            <p:custDataLst>
              <p:tags r:id="rId6"/>
            </p:custDataLst>
          </p:nvPr>
        </p:nvSpPr>
        <p:spPr>
          <a:xfrm>
            <a:off x="2801938" y="1006475"/>
            <a:ext cx="1909762" cy="1588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17" name="Line 7"/>
          <p:cNvSpPr/>
          <p:nvPr>
            <p:custDataLst>
              <p:tags r:id="rId7"/>
            </p:custDataLst>
          </p:nvPr>
        </p:nvSpPr>
        <p:spPr>
          <a:xfrm>
            <a:off x="4716016" y="1006475"/>
            <a:ext cx="0" cy="1439863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18" name="Line 8"/>
          <p:cNvSpPr/>
          <p:nvPr>
            <p:custDataLst>
              <p:tags r:id="rId8"/>
            </p:custDataLst>
          </p:nvPr>
        </p:nvSpPr>
        <p:spPr>
          <a:xfrm>
            <a:off x="2801938" y="1311275"/>
            <a:ext cx="1909762" cy="1588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19" name="Line 14"/>
          <p:cNvSpPr/>
          <p:nvPr>
            <p:custDataLst>
              <p:tags r:id="rId9"/>
            </p:custDataLst>
          </p:nvPr>
        </p:nvSpPr>
        <p:spPr>
          <a:xfrm>
            <a:off x="2873375" y="188913"/>
            <a:ext cx="22098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20" name="Line 15"/>
          <p:cNvSpPr/>
          <p:nvPr>
            <p:custDataLst>
              <p:tags r:id="rId10"/>
            </p:custDataLst>
          </p:nvPr>
        </p:nvSpPr>
        <p:spPr>
          <a:xfrm>
            <a:off x="2873375" y="188913"/>
            <a:ext cx="0" cy="457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21" name="Line 16"/>
          <p:cNvSpPr/>
          <p:nvPr>
            <p:custDataLst>
              <p:tags r:id="rId11"/>
            </p:custDataLst>
          </p:nvPr>
        </p:nvSpPr>
        <p:spPr>
          <a:xfrm>
            <a:off x="2873375" y="646113"/>
            <a:ext cx="22098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22" name="Line 17"/>
          <p:cNvSpPr/>
          <p:nvPr>
            <p:custDataLst>
              <p:tags r:id="rId12"/>
            </p:custDataLst>
          </p:nvPr>
        </p:nvSpPr>
        <p:spPr>
          <a:xfrm>
            <a:off x="3254375" y="188913"/>
            <a:ext cx="0" cy="457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23" name="Line 26"/>
          <p:cNvSpPr/>
          <p:nvPr>
            <p:custDataLst>
              <p:tags r:id="rId13"/>
            </p:custDataLst>
          </p:nvPr>
        </p:nvSpPr>
        <p:spPr>
          <a:xfrm>
            <a:off x="1289050" y="1727200"/>
            <a:ext cx="1512888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24" name="Text Box 34"/>
          <p:cNvSpPr txBox="1"/>
          <p:nvPr>
            <p:custDataLst>
              <p:tags r:id="rId14"/>
            </p:custDataLst>
          </p:nvPr>
        </p:nvSpPr>
        <p:spPr>
          <a:xfrm>
            <a:off x="1404939" y="1220789"/>
            <a:ext cx="1512887" cy="46166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领料单</a:t>
            </a:r>
          </a:p>
        </p:txBody>
      </p:sp>
      <p:sp>
        <p:nvSpPr>
          <p:cNvPr id="90125" name="Text Box 35"/>
          <p:cNvSpPr txBox="1"/>
          <p:nvPr/>
        </p:nvSpPr>
        <p:spPr>
          <a:xfrm>
            <a:off x="3406775" y="188913"/>
            <a:ext cx="1676400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</a:rPr>
              <a:t>用料计划</a:t>
            </a:r>
          </a:p>
        </p:txBody>
      </p:sp>
      <p:sp>
        <p:nvSpPr>
          <p:cNvPr id="90126" name="Text Box 36"/>
          <p:cNvSpPr txBox="1"/>
          <p:nvPr>
            <p:custDataLst>
              <p:tags r:id="rId15"/>
            </p:custDataLst>
          </p:nvPr>
        </p:nvSpPr>
        <p:spPr>
          <a:xfrm>
            <a:off x="2954338" y="1463675"/>
            <a:ext cx="1719262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审批领料单</a:t>
            </a:r>
          </a:p>
        </p:txBody>
      </p:sp>
      <p:sp>
        <p:nvSpPr>
          <p:cNvPr id="90127" name="Text Box 39"/>
          <p:cNvSpPr txBox="1"/>
          <p:nvPr>
            <p:custDataLst>
              <p:tags r:id="rId16"/>
            </p:custDataLst>
          </p:nvPr>
        </p:nvSpPr>
        <p:spPr>
          <a:xfrm>
            <a:off x="3736975" y="2517775"/>
            <a:ext cx="1524000" cy="830997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已批准的领料单</a:t>
            </a:r>
          </a:p>
        </p:txBody>
      </p:sp>
      <p:sp>
        <p:nvSpPr>
          <p:cNvPr id="90128" name="Text Box 42"/>
          <p:cNvSpPr txBox="1"/>
          <p:nvPr>
            <p:custDataLst>
              <p:tags r:id="rId17"/>
            </p:custDataLst>
          </p:nvPr>
        </p:nvSpPr>
        <p:spPr>
          <a:xfrm>
            <a:off x="425450" y="1438275"/>
            <a:ext cx="863600" cy="46037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车间</a:t>
            </a:r>
          </a:p>
        </p:txBody>
      </p:sp>
      <p:sp>
        <p:nvSpPr>
          <p:cNvPr id="90129" name="Line 43"/>
          <p:cNvSpPr/>
          <p:nvPr>
            <p:custDataLst>
              <p:tags r:id="rId18"/>
            </p:custDataLst>
          </p:nvPr>
        </p:nvSpPr>
        <p:spPr>
          <a:xfrm>
            <a:off x="352425" y="1368425"/>
            <a:ext cx="617538" cy="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0130" name="Line 44"/>
          <p:cNvSpPr/>
          <p:nvPr>
            <p:custDataLst>
              <p:tags r:id="rId19"/>
            </p:custDataLst>
          </p:nvPr>
        </p:nvSpPr>
        <p:spPr>
          <a:xfrm>
            <a:off x="352425" y="1368425"/>
            <a:ext cx="0" cy="358775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0131" name="Line 45"/>
          <p:cNvSpPr/>
          <p:nvPr>
            <p:custDataLst>
              <p:tags r:id="rId20"/>
            </p:custDataLst>
          </p:nvPr>
        </p:nvSpPr>
        <p:spPr>
          <a:xfrm>
            <a:off x="2801938" y="1941513"/>
            <a:ext cx="1909762" cy="1587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32" name="Rectangle 46"/>
          <p:cNvSpPr/>
          <p:nvPr>
            <p:custDataLst>
              <p:tags r:id="rId21"/>
            </p:custDataLst>
          </p:nvPr>
        </p:nvSpPr>
        <p:spPr>
          <a:xfrm>
            <a:off x="3305175" y="1943100"/>
            <a:ext cx="792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库长</a:t>
            </a:r>
          </a:p>
        </p:txBody>
      </p:sp>
      <p:sp>
        <p:nvSpPr>
          <p:cNvPr id="90133" name="Line 47"/>
          <p:cNvSpPr/>
          <p:nvPr>
            <p:custDataLst>
              <p:tags r:id="rId22"/>
            </p:custDataLst>
          </p:nvPr>
        </p:nvSpPr>
        <p:spPr>
          <a:xfrm>
            <a:off x="4716016" y="1727200"/>
            <a:ext cx="1728788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34" name="Text Box 48"/>
          <p:cNvSpPr txBox="1"/>
          <p:nvPr>
            <p:custDataLst>
              <p:tags r:id="rId23"/>
            </p:custDataLst>
          </p:nvPr>
        </p:nvSpPr>
        <p:spPr>
          <a:xfrm>
            <a:off x="4787305" y="1263650"/>
            <a:ext cx="1512887" cy="82994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未批准的领料单</a:t>
            </a:r>
          </a:p>
        </p:txBody>
      </p:sp>
      <p:sp>
        <p:nvSpPr>
          <p:cNvPr id="90135" name="Text Box 49"/>
          <p:cNvSpPr txBox="1"/>
          <p:nvPr>
            <p:custDataLst>
              <p:tags r:id="rId24"/>
            </p:custDataLst>
          </p:nvPr>
        </p:nvSpPr>
        <p:spPr>
          <a:xfrm>
            <a:off x="6588720" y="1438275"/>
            <a:ext cx="863600" cy="46037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车间</a:t>
            </a:r>
          </a:p>
        </p:txBody>
      </p:sp>
      <p:sp>
        <p:nvSpPr>
          <p:cNvPr id="90136" name="Line 50"/>
          <p:cNvSpPr/>
          <p:nvPr>
            <p:custDataLst>
              <p:tags r:id="rId25"/>
            </p:custDataLst>
          </p:nvPr>
        </p:nvSpPr>
        <p:spPr>
          <a:xfrm>
            <a:off x="6515695" y="1368425"/>
            <a:ext cx="617538" cy="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0137" name="Line 51"/>
          <p:cNvSpPr/>
          <p:nvPr>
            <p:custDataLst>
              <p:tags r:id="rId26"/>
            </p:custDataLst>
          </p:nvPr>
        </p:nvSpPr>
        <p:spPr>
          <a:xfrm>
            <a:off x="6515695" y="1368425"/>
            <a:ext cx="0" cy="358775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0138" name="Line 52"/>
          <p:cNvSpPr/>
          <p:nvPr>
            <p:custDataLst>
              <p:tags r:id="rId27"/>
            </p:custDataLst>
          </p:nvPr>
        </p:nvSpPr>
        <p:spPr>
          <a:xfrm>
            <a:off x="3665538" y="2446338"/>
            <a:ext cx="0" cy="936625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39" name="Line 53"/>
          <p:cNvSpPr/>
          <p:nvPr>
            <p:custDataLst>
              <p:tags r:id="rId28"/>
            </p:custDataLst>
          </p:nvPr>
        </p:nvSpPr>
        <p:spPr>
          <a:xfrm>
            <a:off x="2728913" y="3382963"/>
            <a:ext cx="0" cy="1439862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40" name="Line 54"/>
          <p:cNvSpPr/>
          <p:nvPr>
            <p:custDataLst>
              <p:tags r:id="rId29"/>
            </p:custDataLst>
          </p:nvPr>
        </p:nvSpPr>
        <p:spPr>
          <a:xfrm>
            <a:off x="2728913" y="4822825"/>
            <a:ext cx="1909762" cy="1588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41" name="Line 55"/>
          <p:cNvSpPr/>
          <p:nvPr>
            <p:custDataLst>
              <p:tags r:id="rId30"/>
            </p:custDataLst>
          </p:nvPr>
        </p:nvSpPr>
        <p:spPr>
          <a:xfrm>
            <a:off x="2728913" y="3382963"/>
            <a:ext cx="1909762" cy="1587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42" name="Line 56"/>
          <p:cNvSpPr/>
          <p:nvPr>
            <p:custDataLst>
              <p:tags r:id="rId31"/>
            </p:custDataLst>
          </p:nvPr>
        </p:nvSpPr>
        <p:spPr>
          <a:xfrm>
            <a:off x="4600575" y="3382963"/>
            <a:ext cx="0" cy="1439862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43" name="Line 57"/>
          <p:cNvSpPr/>
          <p:nvPr>
            <p:custDataLst>
              <p:tags r:id="rId32"/>
            </p:custDataLst>
          </p:nvPr>
        </p:nvSpPr>
        <p:spPr>
          <a:xfrm>
            <a:off x="2728913" y="3687763"/>
            <a:ext cx="1909762" cy="1587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44" name="Text Box 58"/>
          <p:cNvSpPr txBox="1"/>
          <p:nvPr>
            <p:custDataLst>
              <p:tags r:id="rId33"/>
            </p:custDataLst>
          </p:nvPr>
        </p:nvSpPr>
        <p:spPr>
          <a:xfrm>
            <a:off x="2881313" y="3840163"/>
            <a:ext cx="1719262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查询库存账</a:t>
            </a:r>
          </a:p>
        </p:txBody>
      </p:sp>
      <p:sp>
        <p:nvSpPr>
          <p:cNvPr id="90145" name="Line 59"/>
          <p:cNvSpPr/>
          <p:nvPr>
            <p:custDataLst>
              <p:tags r:id="rId34"/>
            </p:custDataLst>
          </p:nvPr>
        </p:nvSpPr>
        <p:spPr>
          <a:xfrm>
            <a:off x="2728913" y="4318000"/>
            <a:ext cx="1909762" cy="1588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46" name="Rectangle 60"/>
          <p:cNvSpPr/>
          <p:nvPr>
            <p:custDataLst>
              <p:tags r:id="rId35"/>
            </p:custDataLst>
          </p:nvPr>
        </p:nvSpPr>
        <p:spPr>
          <a:xfrm>
            <a:off x="2861390" y="4332585"/>
            <a:ext cx="1723549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仓库保管员</a:t>
            </a:r>
          </a:p>
        </p:txBody>
      </p:sp>
      <p:sp>
        <p:nvSpPr>
          <p:cNvPr id="90147" name="Line 62"/>
          <p:cNvSpPr/>
          <p:nvPr>
            <p:custDataLst>
              <p:tags r:id="rId36"/>
            </p:custDataLst>
          </p:nvPr>
        </p:nvSpPr>
        <p:spPr>
          <a:xfrm flipV="1">
            <a:off x="4602163" y="4102100"/>
            <a:ext cx="863600" cy="1588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48" name="Text Box 63"/>
          <p:cNvSpPr txBox="1"/>
          <p:nvPr>
            <p:custDataLst>
              <p:tags r:id="rId37"/>
            </p:custDataLst>
          </p:nvPr>
        </p:nvSpPr>
        <p:spPr>
          <a:xfrm>
            <a:off x="4673600" y="3598863"/>
            <a:ext cx="1512888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缺货</a:t>
            </a:r>
          </a:p>
        </p:txBody>
      </p:sp>
      <p:sp>
        <p:nvSpPr>
          <p:cNvPr id="90149" name="Line 64"/>
          <p:cNvSpPr/>
          <p:nvPr>
            <p:custDataLst>
              <p:tags r:id="rId38"/>
            </p:custDataLst>
          </p:nvPr>
        </p:nvSpPr>
        <p:spPr>
          <a:xfrm>
            <a:off x="5427663" y="3382963"/>
            <a:ext cx="0" cy="1439862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50" name="Line 65"/>
          <p:cNvSpPr/>
          <p:nvPr>
            <p:custDataLst>
              <p:tags r:id="rId39"/>
            </p:custDataLst>
          </p:nvPr>
        </p:nvSpPr>
        <p:spPr>
          <a:xfrm>
            <a:off x="5427663" y="4822825"/>
            <a:ext cx="2112962" cy="1588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51" name="Line 66"/>
          <p:cNvSpPr/>
          <p:nvPr>
            <p:custDataLst>
              <p:tags r:id="rId40"/>
            </p:custDataLst>
          </p:nvPr>
        </p:nvSpPr>
        <p:spPr>
          <a:xfrm>
            <a:off x="5427663" y="3382963"/>
            <a:ext cx="2112962" cy="1587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52" name="Line 67"/>
          <p:cNvSpPr/>
          <p:nvPr>
            <p:custDataLst>
              <p:tags r:id="rId41"/>
            </p:custDataLst>
          </p:nvPr>
        </p:nvSpPr>
        <p:spPr>
          <a:xfrm>
            <a:off x="7553325" y="3382963"/>
            <a:ext cx="0" cy="1439862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53" name="Line 68"/>
          <p:cNvSpPr/>
          <p:nvPr>
            <p:custDataLst>
              <p:tags r:id="rId42"/>
            </p:custDataLst>
          </p:nvPr>
        </p:nvSpPr>
        <p:spPr>
          <a:xfrm>
            <a:off x="5427663" y="3687763"/>
            <a:ext cx="2112962" cy="1587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54" name="Text Box 69"/>
          <p:cNvSpPr txBox="1"/>
          <p:nvPr>
            <p:custDataLst>
              <p:tags r:id="rId43"/>
            </p:custDataLst>
          </p:nvPr>
        </p:nvSpPr>
        <p:spPr>
          <a:xfrm>
            <a:off x="5465763" y="3840163"/>
            <a:ext cx="2016125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填写缺货通知</a:t>
            </a:r>
          </a:p>
        </p:txBody>
      </p:sp>
      <p:sp>
        <p:nvSpPr>
          <p:cNvPr id="90155" name="Line 70"/>
          <p:cNvSpPr/>
          <p:nvPr>
            <p:custDataLst>
              <p:tags r:id="rId44"/>
            </p:custDataLst>
          </p:nvPr>
        </p:nvSpPr>
        <p:spPr>
          <a:xfrm>
            <a:off x="5427663" y="4318000"/>
            <a:ext cx="2112962" cy="1588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56" name="Rectangle 71"/>
          <p:cNvSpPr/>
          <p:nvPr>
            <p:custDataLst>
              <p:tags r:id="rId45"/>
            </p:custDataLst>
          </p:nvPr>
        </p:nvSpPr>
        <p:spPr>
          <a:xfrm>
            <a:off x="5621813" y="4342497"/>
            <a:ext cx="1723549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仓库保管员</a:t>
            </a:r>
          </a:p>
        </p:txBody>
      </p:sp>
      <p:sp>
        <p:nvSpPr>
          <p:cNvPr id="90157" name="Line 72"/>
          <p:cNvSpPr/>
          <p:nvPr>
            <p:custDataLst>
              <p:tags r:id="rId46"/>
            </p:custDataLst>
          </p:nvPr>
        </p:nvSpPr>
        <p:spPr>
          <a:xfrm>
            <a:off x="3592513" y="719138"/>
            <a:ext cx="0" cy="287337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90158" name="Line 73"/>
          <p:cNvSpPr/>
          <p:nvPr>
            <p:custDataLst>
              <p:tags r:id="rId47"/>
            </p:custDataLst>
          </p:nvPr>
        </p:nvSpPr>
        <p:spPr>
          <a:xfrm>
            <a:off x="323850" y="3382963"/>
            <a:ext cx="1519238" cy="1587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59" name="Line 74"/>
          <p:cNvSpPr/>
          <p:nvPr>
            <p:custDataLst>
              <p:tags r:id="rId48"/>
            </p:custDataLst>
          </p:nvPr>
        </p:nvSpPr>
        <p:spPr>
          <a:xfrm>
            <a:off x="323850" y="3382963"/>
            <a:ext cx="0" cy="457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60" name="Line 75"/>
          <p:cNvSpPr/>
          <p:nvPr>
            <p:custDataLst>
              <p:tags r:id="rId49"/>
            </p:custDataLst>
          </p:nvPr>
        </p:nvSpPr>
        <p:spPr>
          <a:xfrm>
            <a:off x="323850" y="3840163"/>
            <a:ext cx="1519238" cy="1587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61" name="Line 76"/>
          <p:cNvSpPr/>
          <p:nvPr>
            <p:custDataLst>
              <p:tags r:id="rId50"/>
            </p:custDataLst>
          </p:nvPr>
        </p:nvSpPr>
        <p:spPr>
          <a:xfrm>
            <a:off x="704850" y="3382963"/>
            <a:ext cx="0" cy="457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62" name="Text Box 77"/>
          <p:cNvSpPr txBox="1"/>
          <p:nvPr>
            <p:custDataLst>
              <p:tags r:id="rId51"/>
            </p:custDataLst>
          </p:nvPr>
        </p:nvSpPr>
        <p:spPr>
          <a:xfrm>
            <a:off x="857250" y="3382963"/>
            <a:ext cx="1152525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库存账</a:t>
            </a:r>
          </a:p>
        </p:txBody>
      </p:sp>
      <p:sp>
        <p:nvSpPr>
          <p:cNvPr id="90163" name="Line 78"/>
          <p:cNvSpPr/>
          <p:nvPr>
            <p:custDataLst>
              <p:tags r:id="rId52"/>
            </p:custDataLst>
          </p:nvPr>
        </p:nvSpPr>
        <p:spPr>
          <a:xfrm>
            <a:off x="1217613" y="4102100"/>
            <a:ext cx="1512887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64" name="Line 79"/>
          <p:cNvSpPr/>
          <p:nvPr>
            <p:custDataLst>
              <p:tags r:id="rId53"/>
            </p:custDataLst>
          </p:nvPr>
        </p:nvSpPr>
        <p:spPr>
          <a:xfrm>
            <a:off x="1217613" y="3886200"/>
            <a:ext cx="0" cy="192088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0165" name="Line 80"/>
          <p:cNvSpPr/>
          <p:nvPr>
            <p:custDataLst>
              <p:tags r:id="rId54"/>
            </p:custDataLst>
          </p:nvPr>
        </p:nvSpPr>
        <p:spPr>
          <a:xfrm>
            <a:off x="2801938" y="5300663"/>
            <a:ext cx="0" cy="1439862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66" name="Line 81"/>
          <p:cNvSpPr/>
          <p:nvPr>
            <p:custDataLst>
              <p:tags r:id="rId55"/>
            </p:custDataLst>
          </p:nvPr>
        </p:nvSpPr>
        <p:spPr>
          <a:xfrm>
            <a:off x="2801938" y="6740525"/>
            <a:ext cx="1909762" cy="1588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67" name="Line 82"/>
          <p:cNvSpPr/>
          <p:nvPr>
            <p:custDataLst>
              <p:tags r:id="rId56"/>
            </p:custDataLst>
          </p:nvPr>
        </p:nvSpPr>
        <p:spPr>
          <a:xfrm>
            <a:off x="2801938" y="5300663"/>
            <a:ext cx="1909762" cy="1587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68" name="Line 83"/>
          <p:cNvSpPr/>
          <p:nvPr>
            <p:custDataLst>
              <p:tags r:id="rId57"/>
            </p:custDataLst>
          </p:nvPr>
        </p:nvSpPr>
        <p:spPr>
          <a:xfrm>
            <a:off x="4673600" y="5300663"/>
            <a:ext cx="0" cy="1439862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69" name="Line 84"/>
          <p:cNvSpPr/>
          <p:nvPr>
            <p:custDataLst>
              <p:tags r:id="rId58"/>
            </p:custDataLst>
          </p:nvPr>
        </p:nvSpPr>
        <p:spPr>
          <a:xfrm>
            <a:off x="2801938" y="5605463"/>
            <a:ext cx="1909762" cy="1587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70" name="Text Box 85"/>
          <p:cNvSpPr txBox="1"/>
          <p:nvPr>
            <p:custDataLst>
              <p:tags r:id="rId59"/>
            </p:custDataLst>
          </p:nvPr>
        </p:nvSpPr>
        <p:spPr>
          <a:xfrm>
            <a:off x="2771775" y="5757863"/>
            <a:ext cx="2016125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生成提货通知</a:t>
            </a:r>
          </a:p>
        </p:txBody>
      </p:sp>
      <p:sp>
        <p:nvSpPr>
          <p:cNvPr id="90171" name="Line 86"/>
          <p:cNvSpPr/>
          <p:nvPr>
            <p:custDataLst>
              <p:tags r:id="rId60"/>
            </p:custDataLst>
          </p:nvPr>
        </p:nvSpPr>
        <p:spPr>
          <a:xfrm>
            <a:off x="2801938" y="6235700"/>
            <a:ext cx="1909762" cy="1588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72" name="Rectangle 87"/>
          <p:cNvSpPr/>
          <p:nvPr>
            <p:custDataLst>
              <p:tags r:id="rId61"/>
            </p:custDataLst>
          </p:nvPr>
        </p:nvSpPr>
        <p:spPr>
          <a:xfrm>
            <a:off x="2947654" y="6262688"/>
            <a:ext cx="1723549" cy="83099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仓库保管员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90173" name="Line 88"/>
          <p:cNvSpPr/>
          <p:nvPr>
            <p:custDataLst>
              <p:tags r:id="rId62"/>
            </p:custDataLst>
          </p:nvPr>
        </p:nvSpPr>
        <p:spPr>
          <a:xfrm>
            <a:off x="3665538" y="4797425"/>
            <a:ext cx="0" cy="504825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74" name="Text Box 89"/>
          <p:cNvSpPr txBox="1"/>
          <p:nvPr>
            <p:custDataLst>
              <p:tags r:id="rId63"/>
            </p:custDataLst>
          </p:nvPr>
        </p:nvSpPr>
        <p:spPr>
          <a:xfrm>
            <a:off x="3665538" y="4870450"/>
            <a:ext cx="1512887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有货</a:t>
            </a:r>
          </a:p>
        </p:txBody>
      </p:sp>
      <p:sp>
        <p:nvSpPr>
          <p:cNvPr id="90175" name="Text Box 90"/>
          <p:cNvSpPr txBox="1"/>
          <p:nvPr>
            <p:custDataLst>
              <p:tags r:id="rId64"/>
            </p:custDataLst>
          </p:nvPr>
        </p:nvSpPr>
        <p:spPr>
          <a:xfrm>
            <a:off x="6228680" y="5734050"/>
            <a:ext cx="863600" cy="46037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车间</a:t>
            </a:r>
          </a:p>
        </p:txBody>
      </p:sp>
      <p:sp>
        <p:nvSpPr>
          <p:cNvPr id="90176" name="Line 91"/>
          <p:cNvSpPr/>
          <p:nvPr>
            <p:custDataLst>
              <p:tags r:id="rId65"/>
            </p:custDataLst>
          </p:nvPr>
        </p:nvSpPr>
        <p:spPr>
          <a:xfrm>
            <a:off x="6155655" y="5664200"/>
            <a:ext cx="617538" cy="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0177" name="Line 92"/>
          <p:cNvSpPr/>
          <p:nvPr>
            <p:custDataLst>
              <p:tags r:id="rId66"/>
            </p:custDataLst>
          </p:nvPr>
        </p:nvSpPr>
        <p:spPr>
          <a:xfrm>
            <a:off x="6155655" y="5664200"/>
            <a:ext cx="0" cy="358775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0178" name="Line 93"/>
          <p:cNvSpPr/>
          <p:nvPr>
            <p:custDataLst>
              <p:tags r:id="rId67"/>
            </p:custDataLst>
          </p:nvPr>
        </p:nvSpPr>
        <p:spPr>
          <a:xfrm>
            <a:off x="4643438" y="5949950"/>
            <a:ext cx="1512887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79" name="Text Box 94"/>
          <p:cNvSpPr txBox="1"/>
          <p:nvPr>
            <p:custDataLst>
              <p:tags r:id="rId68"/>
            </p:custDataLst>
          </p:nvPr>
        </p:nvSpPr>
        <p:spPr>
          <a:xfrm>
            <a:off x="4714875" y="5445125"/>
            <a:ext cx="1512888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提货通知</a:t>
            </a:r>
          </a:p>
        </p:txBody>
      </p:sp>
      <p:sp>
        <p:nvSpPr>
          <p:cNvPr id="90180" name="Line 95"/>
          <p:cNvSpPr/>
          <p:nvPr>
            <p:custDataLst>
              <p:tags r:id="rId69"/>
            </p:custDataLst>
          </p:nvPr>
        </p:nvSpPr>
        <p:spPr>
          <a:xfrm flipV="1">
            <a:off x="7596188" y="4078288"/>
            <a:ext cx="576262" cy="1587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81" name="Line 96"/>
          <p:cNvSpPr/>
          <p:nvPr>
            <p:custDataLst>
              <p:tags r:id="rId70"/>
            </p:custDataLst>
          </p:nvPr>
        </p:nvSpPr>
        <p:spPr>
          <a:xfrm>
            <a:off x="8172450" y="4078288"/>
            <a:ext cx="0" cy="936625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82" name="Text Box 97"/>
          <p:cNvSpPr txBox="1"/>
          <p:nvPr>
            <p:custDataLst>
              <p:tags r:id="rId71"/>
            </p:custDataLst>
          </p:nvPr>
        </p:nvSpPr>
        <p:spPr>
          <a:xfrm>
            <a:off x="7667625" y="5086350"/>
            <a:ext cx="1152525" cy="46037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采购员</a:t>
            </a:r>
          </a:p>
        </p:txBody>
      </p:sp>
      <p:sp>
        <p:nvSpPr>
          <p:cNvPr id="90183" name="Line 98"/>
          <p:cNvSpPr/>
          <p:nvPr>
            <p:custDataLst>
              <p:tags r:id="rId72"/>
            </p:custDataLst>
          </p:nvPr>
        </p:nvSpPr>
        <p:spPr>
          <a:xfrm>
            <a:off x="7521575" y="5021263"/>
            <a:ext cx="720725" cy="1587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0184" name="Line 99"/>
          <p:cNvSpPr/>
          <p:nvPr>
            <p:custDataLst>
              <p:tags r:id="rId73"/>
            </p:custDataLst>
          </p:nvPr>
        </p:nvSpPr>
        <p:spPr>
          <a:xfrm>
            <a:off x="7537450" y="5016500"/>
            <a:ext cx="0" cy="358775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0185" name="Text Box 100"/>
          <p:cNvSpPr txBox="1"/>
          <p:nvPr>
            <p:custDataLst>
              <p:tags r:id="rId74"/>
            </p:custDataLst>
          </p:nvPr>
        </p:nvSpPr>
        <p:spPr>
          <a:xfrm>
            <a:off x="7667625" y="3644900"/>
            <a:ext cx="1512888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缺货通知</a:t>
            </a:r>
          </a:p>
        </p:txBody>
      </p:sp>
      <p:sp>
        <p:nvSpPr>
          <p:cNvPr id="2" name="Text Box 36">
            <a:extLst>
              <a:ext uri="{FF2B5EF4-FFF2-40B4-BE49-F238E27FC236}">
                <a16:creationId xmlns:a16="http://schemas.microsoft.com/office/drawing/2014/main" id="{4A51D68E-D399-C6AC-C1B8-47E4BDFE9178}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3455194" y="980728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1.1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" name="Text Box 36">
            <a:extLst>
              <a:ext uri="{FF2B5EF4-FFF2-40B4-BE49-F238E27FC236}">
                <a16:creationId xmlns:a16="http://schemas.microsoft.com/office/drawing/2014/main" id="{B5A0D95A-478A-CFAD-7FCF-7D31FBB6677C}"/>
              </a:ext>
            </a:extLst>
          </p:cNvPr>
          <p:cNvSpPr txBox="1"/>
          <p:nvPr>
            <p:custDataLst>
              <p:tags r:id="rId76"/>
            </p:custDataLst>
          </p:nvPr>
        </p:nvSpPr>
        <p:spPr>
          <a:xfrm>
            <a:off x="3448052" y="3330576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1.2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Text Box 36">
            <a:extLst>
              <a:ext uri="{FF2B5EF4-FFF2-40B4-BE49-F238E27FC236}">
                <a16:creationId xmlns:a16="http://schemas.microsoft.com/office/drawing/2014/main" id="{49607608-FEC0-DD8A-6B7D-7FA23C61F88D}"/>
              </a:ext>
            </a:extLst>
          </p:cNvPr>
          <p:cNvSpPr txBox="1"/>
          <p:nvPr>
            <p:custDataLst>
              <p:tags r:id="rId77"/>
            </p:custDataLst>
          </p:nvPr>
        </p:nvSpPr>
        <p:spPr>
          <a:xfrm>
            <a:off x="6152357" y="3350697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1.3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" name="Text Box 36">
            <a:extLst>
              <a:ext uri="{FF2B5EF4-FFF2-40B4-BE49-F238E27FC236}">
                <a16:creationId xmlns:a16="http://schemas.microsoft.com/office/drawing/2014/main" id="{4A51D68E-D399-C6AC-C1B8-47E4BDFE9178}"/>
              </a:ext>
            </a:extLst>
          </p:cNvPr>
          <p:cNvSpPr txBox="1"/>
          <p:nvPr/>
        </p:nvSpPr>
        <p:spPr>
          <a:xfrm>
            <a:off x="3439320" y="5284272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1.4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8" name="Text Box 36">
            <a:extLst>
              <a:ext uri="{FF2B5EF4-FFF2-40B4-BE49-F238E27FC236}">
                <a16:creationId xmlns:a16="http://schemas.microsoft.com/office/drawing/2014/main" id="{7F86819B-4CE4-48F0-67AF-47D22C5097FF}"/>
              </a:ext>
            </a:extLst>
          </p:cNvPr>
          <p:cNvSpPr txBox="1"/>
          <p:nvPr>
            <p:custDataLst>
              <p:tags r:id="rId78"/>
            </p:custDataLst>
          </p:nvPr>
        </p:nvSpPr>
        <p:spPr>
          <a:xfrm>
            <a:off x="2805907" y="250857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D1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9" name="Text Box 36">
            <a:extLst>
              <a:ext uri="{FF2B5EF4-FFF2-40B4-BE49-F238E27FC236}">
                <a16:creationId xmlns:a16="http://schemas.microsoft.com/office/drawing/2014/main" id="{F86B3F48-925A-3ED8-2C13-A57438563824}"/>
              </a:ext>
            </a:extLst>
          </p:cNvPr>
          <p:cNvSpPr txBox="1"/>
          <p:nvPr>
            <p:custDataLst>
              <p:tags r:id="rId79"/>
            </p:custDataLst>
          </p:nvPr>
        </p:nvSpPr>
        <p:spPr>
          <a:xfrm>
            <a:off x="254794" y="3449400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D2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07CFBE32-5DD6-1CF6-8D16-E1003203990E}"/>
              </a:ext>
            </a:extLst>
          </p:cNvPr>
          <p:cNvSpPr txBox="1"/>
          <p:nvPr>
            <p:custDataLst>
              <p:tags r:id="rId80"/>
            </p:custDataLst>
          </p:nvPr>
        </p:nvSpPr>
        <p:spPr>
          <a:xfrm>
            <a:off x="538163" y="4209315"/>
            <a:ext cx="2093676" cy="461665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库存账数据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51668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263245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66650A-A8EC-B3D7-FFF4-DFB22AD646B9}"/>
              </a:ext>
            </a:extLst>
          </p:cNvPr>
          <p:cNvSpPr txBox="1"/>
          <p:nvPr/>
        </p:nvSpPr>
        <p:spPr>
          <a:xfrm>
            <a:off x="813996" y="2060848"/>
            <a:ext cx="7646436" cy="2419124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defRPr kumimoji="1" sz="2800" b="1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latin typeface="+mn-lt"/>
                <a:ea typeface="+mn-ea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>
                <a:latin typeface="+mn-lt"/>
                <a:ea typeface="+mn-ea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latin typeface="+mn-lt"/>
                <a:ea typeface="+mn-ea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latin typeface="+mn-lt"/>
                <a:ea typeface="+mn-ea"/>
              </a:defRPr>
            </a:lvl5pPr>
          </a:lstStyle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：仓库根据车间发来的产品入库单，作登入库帐处理后，存入库存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账</a:t>
            </a:r>
            <a:r>
              <a:rPr lang="zh-CN" altLang="en-US" dirty="0"/>
              <a:t>。对销售科发来的产品出库单，在查阅库存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账</a:t>
            </a:r>
            <a:r>
              <a:rPr lang="zh-CN" altLang="en-US" dirty="0"/>
              <a:t>后，如果库存数量足够，则作登出库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账</a:t>
            </a:r>
            <a:r>
              <a:rPr lang="zh-CN" altLang="en-US" dirty="0"/>
              <a:t>处理，否则将出库单退回销售科，并向采购科发出缺货通知。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根据上述业务过程，画出</a:t>
            </a:r>
            <a:r>
              <a:rPr lang="zh-CN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库存管理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的数据流程图。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r>
              <a:rPr lang="zh-CN" altLang="en-US" dirty="0"/>
              <a:t>    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60868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55" r:link="rId5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57" r:link="rId5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2162" name="Line 5"/>
          <p:cNvSpPr/>
          <p:nvPr>
            <p:custDataLst>
              <p:tags r:id="rId4"/>
            </p:custDataLst>
          </p:nvPr>
        </p:nvSpPr>
        <p:spPr>
          <a:xfrm>
            <a:off x="609600" y="38100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3" name="Line 6"/>
          <p:cNvSpPr/>
          <p:nvPr>
            <p:custDataLst>
              <p:tags r:id="rId5"/>
            </p:custDataLst>
          </p:nvPr>
        </p:nvSpPr>
        <p:spPr>
          <a:xfrm>
            <a:off x="609600" y="50292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4" name="Line 7"/>
          <p:cNvSpPr/>
          <p:nvPr>
            <p:custDataLst>
              <p:tags r:id="rId6"/>
            </p:custDataLst>
          </p:nvPr>
        </p:nvSpPr>
        <p:spPr>
          <a:xfrm>
            <a:off x="609600" y="38100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5" name="Line 8"/>
          <p:cNvSpPr/>
          <p:nvPr>
            <p:custDataLst>
              <p:tags r:id="rId7"/>
            </p:custDataLst>
          </p:nvPr>
        </p:nvSpPr>
        <p:spPr>
          <a:xfrm>
            <a:off x="2209800" y="38100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6" name="Line 9"/>
          <p:cNvSpPr/>
          <p:nvPr>
            <p:custDataLst>
              <p:tags r:id="rId8"/>
            </p:custDataLst>
          </p:nvPr>
        </p:nvSpPr>
        <p:spPr>
          <a:xfrm>
            <a:off x="609600" y="41148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7" name="Text Box 10"/>
          <p:cNvSpPr txBox="1"/>
          <p:nvPr>
            <p:custDataLst>
              <p:tags r:id="rId9"/>
            </p:custDataLst>
          </p:nvPr>
        </p:nvSpPr>
        <p:spPr>
          <a:xfrm>
            <a:off x="838200" y="4191000"/>
            <a:ext cx="1600200" cy="82994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登入库账处理</a:t>
            </a:r>
          </a:p>
        </p:txBody>
      </p:sp>
      <p:sp>
        <p:nvSpPr>
          <p:cNvPr id="92168" name="Line 11"/>
          <p:cNvSpPr/>
          <p:nvPr>
            <p:custDataLst>
              <p:tags r:id="rId10"/>
            </p:custDataLst>
          </p:nvPr>
        </p:nvSpPr>
        <p:spPr>
          <a:xfrm>
            <a:off x="3733800" y="41148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9" name="Line 12"/>
          <p:cNvSpPr/>
          <p:nvPr>
            <p:custDataLst>
              <p:tags r:id="rId11"/>
            </p:custDataLst>
          </p:nvPr>
        </p:nvSpPr>
        <p:spPr>
          <a:xfrm>
            <a:off x="3733800" y="53340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0" name="Line 13"/>
          <p:cNvSpPr/>
          <p:nvPr>
            <p:custDataLst>
              <p:tags r:id="rId12"/>
            </p:custDataLst>
          </p:nvPr>
        </p:nvSpPr>
        <p:spPr>
          <a:xfrm>
            <a:off x="3733800" y="41148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1" name="Line 14"/>
          <p:cNvSpPr/>
          <p:nvPr>
            <p:custDataLst>
              <p:tags r:id="rId13"/>
            </p:custDataLst>
          </p:nvPr>
        </p:nvSpPr>
        <p:spPr>
          <a:xfrm>
            <a:off x="5334000" y="41148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2" name="Line 15"/>
          <p:cNvSpPr/>
          <p:nvPr>
            <p:custDataLst>
              <p:tags r:id="rId14"/>
            </p:custDataLst>
          </p:nvPr>
        </p:nvSpPr>
        <p:spPr>
          <a:xfrm>
            <a:off x="3733800" y="44196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3" name="Line 16"/>
          <p:cNvSpPr/>
          <p:nvPr>
            <p:custDataLst>
              <p:tags r:id="rId15"/>
            </p:custDataLst>
          </p:nvPr>
        </p:nvSpPr>
        <p:spPr>
          <a:xfrm>
            <a:off x="6934200" y="35814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4" name="Line 17"/>
          <p:cNvSpPr/>
          <p:nvPr>
            <p:custDataLst>
              <p:tags r:id="rId16"/>
            </p:custDataLst>
          </p:nvPr>
        </p:nvSpPr>
        <p:spPr>
          <a:xfrm>
            <a:off x="6934200" y="48006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5" name="Line 18"/>
          <p:cNvSpPr/>
          <p:nvPr>
            <p:custDataLst>
              <p:tags r:id="rId17"/>
            </p:custDataLst>
          </p:nvPr>
        </p:nvSpPr>
        <p:spPr>
          <a:xfrm>
            <a:off x="6934200" y="35814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6" name="Line 19"/>
          <p:cNvSpPr/>
          <p:nvPr>
            <p:custDataLst>
              <p:tags r:id="rId18"/>
            </p:custDataLst>
          </p:nvPr>
        </p:nvSpPr>
        <p:spPr>
          <a:xfrm>
            <a:off x="8534400" y="35814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7" name="Line 20"/>
          <p:cNvSpPr/>
          <p:nvPr>
            <p:custDataLst>
              <p:tags r:id="rId19"/>
            </p:custDataLst>
          </p:nvPr>
        </p:nvSpPr>
        <p:spPr>
          <a:xfrm>
            <a:off x="6934200" y="38862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8" name="Line 21"/>
          <p:cNvSpPr/>
          <p:nvPr>
            <p:custDataLst>
              <p:tags r:id="rId20"/>
            </p:custDataLst>
          </p:nvPr>
        </p:nvSpPr>
        <p:spPr>
          <a:xfrm>
            <a:off x="2971800" y="6172200"/>
            <a:ext cx="22098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9" name="Line 22"/>
          <p:cNvSpPr/>
          <p:nvPr>
            <p:custDataLst>
              <p:tags r:id="rId21"/>
            </p:custDataLst>
          </p:nvPr>
        </p:nvSpPr>
        <p:spPr>
          <a:xfrm>
            <a:off x="2971800" y="6172200"/>
            <a:ext cx="0" cy="457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80" name="Line 23"/>
          <p:cNvSpPr/>
          <p:nvPr>
            <p:custDataLst>
              <p:tags r:id="rId22"/>
            </p:custDataLst>
          </p:nvPr>
        </p:nvSpPr>
        <p:spPr>
          <a:xfrm>
            <a:off x="2971800" y="6629400"/>
            <a:ext cx="22098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81" name="Line 24"/>
          <p:cNvSpPr/>
          <p:nvPr>
            <p:custDataLst>
              <p:tags r:id="rId23"/>
            </p:custDataLst>
          </p:nvPr>
        </p:nvSpPr>
        <p:spPr>
          <a:xfrm>
            <a:off x="3352800" y="6172200"/>
            <a:ext cx="0" cy="457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82" name="Text Box 25"/>
          <p:cNvSpPr txBox="1"/>
          <p:nvPr>
            <p:custDataLst>
              <p:tags r:id="rId24"/>
            </p:custDataLst>
          </p:nvPr>
        </p:nvSpPr>
        <p:spPr>
          <a:xfrm>
            <a:off x="3581400" y="6172200"/>
            <a:ext cx="1524000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账</a:t>
            </a:r>
            <a:endParaRPr lang="zh-CN" altLang="en-US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92183" name="Text Box 26"/>
          <p:cNvSpPr txBox="1"/>
          <p:nvPr>
            <p:custDataLst>
              <p:tags r:id="rId25"/>
            </p:custDataLst>
          </p:nvPr>
        </p:nvSpPr>
        <p:spPr>
          <a:xfrm>
            <a:off x="3886200" y="4495800"/>
            <a:ext cx="1447800" cy="138366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登出库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账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处理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92184" name="Text Box 27"/>
          <p:cNvSpPr txBox="1"/>
          <p:nvPr>
            <p:custDataLst>
              <p:tags r:id="rId26"/>
            </p:custDataLst>
          </p:nvPr>
        </p:nvSpPr>
        <p:spPr>
          <a:xfrm>
            <a:off x="7086600" y="3962400"/>
            <a:ext cx="1447800" cy="82994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查阅库存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账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处理</a:t>
            </a:r>
          </a:p>
        </p:txBody>
      </p:sp>
      <p:sp>
        <p:nvSpPr>
          <p:cNvPr id="92185" name="Line 28"/>
          <p:cNvSpPr/>
          <p:nvPr>
            <p:custDataLst>
              <p:tags r:id="rId27"/>
            </p:custDataLst>
          </p:nvPr>
        </p:nvSpPr>
        <p:spPr>
          <a:xfrm>
            <a:off x="1371600" y="1752600"/>
            <a:ext cx="0" cy="20574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86" name="Line 29"/>
          <p:cNvSpPr/>
          <p:nvPr>
            <p:custDataLst>
              <p:tags r:id="rId28"/>
            </p:custDataLst>
          </p:nvPr>
        </p:nvSpPr>
        <p:spPr>
          <a:xfrm>
            <a:off x="1371600" y="5029200"/>
            <a:ext cx="0" cy="13716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87" name="Line 30"/>
          <p:cNvSpPr/>
          <p:nvPr>
            <p:custDataLst>
              <p:tags r:id="rId29"/>
            </p:custDataLst>
          </p:nvPr>
        </p:nvSpPr>
        <p:spPr>
          <a:xfrm>
            <a:off x="1371600" y="64008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88" name="Line 31"/>
          <p:cNvSpPr/>
          <p:nvPr>
            <p:custDataLst>
              <p:tags r:id="rId30"/>
            </p:custDataLst>
          </p:nvPr>
        </p:nvSpPr>
        <p:spPr>
          <a:xfrm flipH="1">
            <a:off x="5486400" y="3733800"/>
            <a:ext cx="14478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89" name="Line 32"/>
          <p:cNvSpPr/>
          <p:nvPr>
            <p:custDataLst>
              <p:tags r:id="rId31"/>
            </p:custDataLst>
          </p:nvPr>
        </p:nvSpPr>
        <p:spPr>
          <a:xfrm flipV="1">
            <a:off x="5486400" y="1143000"/>
            <a:ext cx="0" cy="25908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90" name="Line 33"/>
          <p:cNvSpPr/>
          <p:nvPr>
            <p:custDataLst>
              <p:tags r:id="rId32"/>
            </p:custDataLst>
          </p:nvPr>
        </p:nvSpPr>
        <p:spPr>
          <a:xfrm flipH="1">
            <a:off x="5029200" y="1143000"/>
            <a:ext cx="457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1" name="Line 34"/>
          <p:cNvSpPr/>
          <p:nvPr>
            <p:custDataLst>
              <p:tags r:id="rId33"/>
            </p:custDataLst>
          </p:nvPr>
        </p:nvSpPr>
        <p:spPr>
          <a:xfrm>
            <a:off x="7543800" y="1828800"/>
            <a:ext cx="0" cy="17526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2" name="Line 35"/>
          <p:cNvSpPr/>
          <p:nvPr>
            <p:custDataLst>
              <p:tags r:id="rId34"/>
            </p:custDataLst>
          </p:nvPr>
        </p:nvSpPr>
        <p:spPr>
          <a:xfrm flipV="1">
            <a:off x="7772400" y="1828800"/>
            <a:ext cx="0" cy="17526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3" name="Line 36"/>
          <p:cNvSpPr/>
          <p:nvPr>
            <p:custDataLst>
              <p:tags r:id="rId35"/>
            </p:custDataLst>
          </p:nvPr>
        </p:nvSpPr>
        <p:spPr>
          <a:xfrm>
            <a:off x="4495800" y="5334000"/>
            <a:ext cx="0" cy="838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4" name="Line 37"/>
          <p:cNvSpPr/>
          <p:nvPr>
            <p:custDataLst>
              <p:tags r:id="rId36"/>
            </p:custDataLst>
          </p:nvPr>
        </p:nvSpPr>
        <p:spPr>
          <a:xfrm>
            <a:off x="7315200" y="4800600"/>
            <a:ext cx="0" cy="2286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95" name="Line 38"/>
          <p:cNvSpPr/>
          <p:nvPr>
            <p:custDataLst>
              <p:tags r:id="rId37"/>
            </p:custDataLst>
          </p:nvPr>
        </p:nvSpPr>
        <p:spPr>
          <a:xfrm flipH="1">
            <a:off x="5334000" y="5029200"/>
            <a:ext cx="1981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6" name="Line 39"/>
          <p:cNvSpPr/>
          <p:nvPr>
            <p:custDataLst>
              <p:tags r:id="rId38"/>
            </p:custDataLst>
          </p:nvPr>
        </p:nvSpPr>
        <p:spPr>
          <a:xfrm>
            <a:off x="5181600" y="6400800"/>
            <a:ext cx="25908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97" name="Line 40"/>
          <p:cNvSpPr/>
          <p:nvPr>
            <p:custDataLst>
              <p:tags r:id="rId39"/>
            </p:custDataLst>
          </p:nvPr>
        </p:nvSpPr>
        <p:spPr>
          <a:xfrm flipV="1">
            <a:off x="7772400" y="4800600"/>
            <a:ext cx="0" cy="1600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8" name="Text Box 41"/>
          <p:cNvSpPr txBox="1"/>
          <p:nvPr>
            <p:custDataLst>
              <p:tags r:id="rId40"/>
            </p:custDataLst>
          </p:nvPr>
        </p:nvSpPr>
        <p:spPr>
          <a:xfrm>
            <a:off x="1505585" y="1905000"/>
            <a:ext cx="551815" cy="1676400"/>
          </a:xfrm>
          <a:prstGeom prst="rect">
            <a:avLst/>
          </a:prstGeom>
          <a:noFill/>
          <a:ln w="57150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产品入库单</a:t>
            </a:r>
          </a:p>
        </p:txBody>
      </p:sp>
      <p:sp>
        <p:nvSpPr>
          <p:cNvPr id="92199" name="Text Box 42"/>
          <p:cNvSpPr txBox="1"/>
          <p:nvPr>
            <p:custDataLst>
              <p:tags r:id="rId41"/>
            </p:custDataLst>
          </p:nvPr>
        </p:nvSpPr>
        <p:spPr>
          <a:xfrm>
            <a:off x="4874260" y="1905000"/>
            <a:ext cx="551815" cy="1600200"/>
          </a:xfrm>
          <a:prstGeom prst="rect">
            <a:avLst/>
          </a:prstGeom>
          <a:noFill/>
          <a:ln w="57150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缺货通知</a:t>
            </a:r>
          </a:p>
        </p:txBody>
      </p:sp>
      <p:sp>
        <p:nvSpPr>
          <p:cNvPr id="92200" name="Text Box 43"/>
          <p:cNvSpPr txBox="1"/>
          <p:nvPr>
            <p:custDataLst>
              <p:tags r:id="rId42"/>
            </p:custDataLst>
          </p:nvPr>
        </p:nvSpPr>
        <p:spPr>
          <a:xfrm>
            <a:off x="7084060" y="1905000"/>
            <a:ext cx="551815" cy="1752600"/>
          </a:xfrm>
          <a:prstGeom prst="rect">
            <a:avLst/>
          </a:prstGeom>
          <a:noFill/>
          <a:ln w="57150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产品出库单</a:t>
            </a:r>
          </a:p>
        </p:txBody>
      </p:sp>
      <p:sp>
        <p:nvSpPr>
          <p:cNvPr id="92201" name="Text Box 44"/>
          <p:cNvSpPr txBox="1"/>
          <p:nvPr>
            <p:custDataLst>
              <p:tags r:id="rId43"/>
            </p:custDataLst>
          </p:nvPr>
        </p:nvSpPr>
        <p:spPr>
          <a:xfrm>
            <a:off x="7769860" y="1905000"/>
            <a:ext cx="551815" cy="1676400"/>
          </a:xfrm>
          <a:prstGeom prst="rect">
            <a:avLst/>
          </a:prstGeom>
          <a:noFill/>
          <a:ln w="57150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退回出库单</a:t>
            </a:r>
          </a:p>
        </p:txBody>
      </p:sp>
      <p:sp>
        <p:nvSpPr>
          <p:cNvPr id="92202" name="Text Box 42"/>
          <p:cNvSpPr txBox="1"/>
          <p:nvPr>
            <p:custDataLst>
              <p:tags r:id="rId44"/>
            </p:custDataLst>
          </p:nvPr>
        </p:nvSpPr>
        <p:spPr>
          <a:xfrm>
            <a:off x="977900" y="1025525"/>
            <a:ext cx="1079500" cy="46037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车间</a:t>
            </a:r>
          </a:p>
        </p:txBody>
      </p:sp>
      <p:sp>
        <p:nvSpPr>
          <p:cNvPr id="92203" name="Line 43"/>
          <p:cNvSpPr/>
          <p:nvPr>
            <p:custDataLst>
              <p:tags r:id="rId45"/>
            </p:custDataLst>
          </p:nvPr>
        </p:nvSpPr>
        <p:spPr>
          <a:xfrm>
            <a:off x="904875" y="955675"/>
            <a:ext cx="771525" cy="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04" name="Line 44"/>
          <p:cNvSpPr/>
          <p:nvPr>
            <p:custDataLst>
              <p:tags r:id="rId46"/>
            </p:custDataLst>
          </p:nvPr>
        </p:nvSpPr>
        <p:spPr>
          <a:xfrm>
            <a:off x="904875" y="955675"/>
            <a:ext cx="0" cy="48895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05" name="Text Box 42"/>
          <p:cNvSpPr txBox="1"/>
          <p:nvPr>
            <p:custDataLst>
              <p:tags r:id="rId47"/>
            </p:custDataLst>
          </p:nvPr>
        </p:nvSpPr>
        <p:spPr>
          <a:xfrm>
            <a:off x="3949700" y="890588"/>
            <a:ext cx="1079500" cy="82994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采购科</a:t>
            </a:r>
          </a:p>
        </p:txBody>
      </p:sp>
      <p:sp>
        <p:nvSpPr>
          <p:cNvPr id="92206" name="Line 43"/>
          <p:cNvSpPr/>
          <p:nvPr>
            <p:custDataLst>
              <p:tags r:id="rId48"/>
            </p:custDataLst>
          </p:nvPr>
        </p:nvSpPr>
        <p:spPr>
          <a:xfrm>
            <a:off x="3876675" y="820738"/>
            <a:ext cx="771525" cy="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07" name="Line 44"/>
          <p:cNvSpPr/>
          <p:nvPr>
            <p:custDataLst>
              <p:tags r:id="rId49"/>
            </p:custDataLst>
          </p:nvPr>
        </p:nvSpPr>
        <p:spPr>
          <a:xfrm>
            <a:off x="3876675" y="820738"/>
            <a:ext cx="0" cy="48895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08" name="Text Box 42"/>
          <p:cNvSpPr txBox="1"/>
          <p:nvPr>
            <p:custDataLst>
              <p:tags r:id="rId50"/>
            </p:custDataLst>
          </p:nvPr>
        </p:nvSpPr>
        <p:spPr>
          <a:xfrm>
            <a:off x="7129463" y="820738"/>
            <a:ext cx="1079500" cy="82994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销售科</a:t>
            </a:r>
          </a:p>
        </p:txBody>
      </p:sp>
      <p:sp>
        <p:nvSpPr>
          <p:cNvPr id="92209" name="Line 43"/>
          <p:cNvSpPr/>
          <p:nvPr>
            <p:custDataLst>
              <p:tags r:id="rId51"/>
            </p:custDataLst>
          </p:nvPr>
        </p:nvSpPr>
        <p:spPr>
          <a:xfrm>
            <a:off x="7056438" y="750888"/>
            <a:ext cx="773112" cy="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10" name="Line 44"/>
          <p:cNvSpPr/>
          <p:nvPr>
            <p:custDataLst>
              <p:tags r:id="rId52"/>
            </p:custDataLst>
          </p:nvPr>
        </p:nvSpPr>
        <p:spPr>
          <a:xfrm>
            <a:off x="7056438" y="750888"/>
            <a:ext cx="0" cy="48895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CE945212-30DB-7FF2-D8EF-F332235240BE}"/>
              </a:ext>
            </a:extLst>
          </p:cNvPr>
          <p:cNvSpPr/>
          <p:nvPr>
            <p:custDataLst>
              <p:tags r:id="rId53"/>
            </p:custDataLst>
          </p:nvPr>
        </p:nvSpPr>
        <p:spPr>
          <a:xfrm>
            <a:off x="540068" y="271288"/>
            <a:ext cx="2730235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大家来找茬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……</a:t>
            </a: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9" r:link="rId8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1" r:link="rId8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2162" name="Line 5"/>
          <p:cNvSpPr/>
          <p:nvPr>
            <p:custDataLst>
              <p:tags r:id="rId4"/>
            </p:custDataLst>
          </p:nvPr>
        </p:nvSpPr>
        <p:spPr>
          <a:xfrm>
            <a:off x="107504" y="38100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3" name="Line 6"/>
          <p:cNvSpPr/>
          <p:nvPr>
            <p:custDataLst>
              <p:tags r:id="rId5"/>
            </p:custDataLst>
          </p:nvPr>
        </p:nvSpPr>
        <p:spPr>
          <a:xfrm>
            <a:off x="107504" y="5029200"/>
            <a:ext cx="182116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4" name="Line 7"/>
          <p:cNvSpPr/>
          <p:nvPr>
            <p:custDataLst>
              <p:tags r:id="rId6"/>
            </p:custDataLst>
          </p:nvPr>
        </p:nvSpPr>
        <p:spPr>
          <a:xfrm>
            <a:off x="107504" y="3810000"/>
            <a:ext cx="182116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5" name="Line 8"/>
          <p:cNvSpPr/>
          <p:nvPr>
            <p:custDataLst>
              <p:tags r:id="rId7"/>
            </p:custDataLst>
          </p:nvPr>
        </p:nvSpPr>
        <p:spPr>
          <a:xfrm>
            <a:off x="1907704" y="38100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6" name="Line 9"/>
          <p:cNvSpPr/>
          <p:nvPr>
            <p:custDataLst>
              <p:tags r:id="rId8"/>
            </p:custDataLst>
          </p:nvPr>
        </p:nvSpPr>
        <p:spPr>
          <a:xfrm>
            <a:off x="107503" y="4114799"/>
            <a:ext cx="1807519" cy="8875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7" name="Text Box 10"/>
          <p:cNvSpPr txBox="1"/>
          <p:nvPr>
            <p:custDataLst>
              <p:tags r:id="rId9"/>
            </p:custDataLst>
          </p:nvPr>
        </p:nvSpPr>
        <p:spPr>
          <a:xfrm>
            <a:off x="107503" y="4191000"/>
            <a:ext cx="2372599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登入库存帐处理</a:t>
            </a:r>
          </a:p>
        </p:txBody>
      </p:sp>
      <p:sp>
        <p:nvSpPr>
          <p:cNvPr id="92168" name="Line 11"/>
          <p:cNvSpPr/>
          <p:nvPr>
            <p:custDataLst>
              <p:tags r:id="rId10"/>
            </p:custDataLst>
          </p:nvPr>
        </p:nvSpPr>
        <p:spPr>
          <a:xfrm>
            <a:off x="2309664" y="41148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9" name="Line 12"/>
          <p:cNvSpPr/>
          <p:nvPr>
            <p:custDataLst>
              <p:tags r:id="rId11"/>
            </p:custDataLst>
          </p:nvPr>
        </p:nvSpPr>
        <p:spPr>
          <a:xfrm>
            <a:off x="2309664" y="53340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0" name="Line 13"/>
          <p:cNvSpPr/>
          <p:nvPr>
            <p:custDataLst>
              <p:tags r:id="rId12"/>
            </p:custDataLst>
          </p:nvPr>
        </p:nvSpPr>
        <p:spPr>
          <a:xfrm>
            <a:off x="2309664" y="41148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1" name="Line 14"/>
          <p:cNvSpPr/>
          <p:nvPr>
            <p:custDataLst>
              <p:tags r:id="rId13"/>
            </p:custDataLst>
          </p:nvPr>
        </p:nvSpPr>
        <p:spPr>
          <a:xfrm>
            <a:off x="3909864" y="41148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2" name="Line 15"/>
          <p:cNvSpPr/>
          <p:nvPr>
            <p:custDataLst>
              <p:tags r:id="rId14"/>
            </p:custDataLst>
          </p:nvPr>
        </p:nvSpPr>
        <p:spPr>
          <a:xfrm>
            <a:off x="2309664" y="44196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3" name="Line 16"/>
          <p:cNvSpPr/>
          <p:nvPr>
            <p:custDataLst>
              <p:tags r:id="rId15"/>
            </p:custDataLst>
          </p:nvPr>
        </p:nvSpPr>
        <p:spPr>
          <a:xfrm>
            <a:off x="5510064" y="35814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4" name="Line 17"/>
          <p:cNvSpPr/>
          <p:nvPr>
            <p:custDataLst>
              <p:tags r:id="rId16"/>
            </p:custDataLst>
          </p:nvPr>
        </p:nvSpPr>
        <p:spPr>
          <a:xfrm>
            <a:off x="5510064" y="48006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5" name="Line 18"/>
          <p:cNvSpPr/>
          <p:nvPr>
            <p:custDataLst>
              <p:tags r:id="rId17"/>
            </p:custDataLst>
          </p:nvPr>
        </p:nvSpPr>
        <p:spPr>
          <a:xfrm>
            <a:off x="5510064" y="35814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6" name="Line 19"/>
          <p:cNvSpPr/>
          <p:nvPr>
            <p:custDataLst>
              <p:tags r:id="rId18"/>
            </p:custDataLst>
          </p:nvPr>
        </p:nvSpPr>
        <p:spPr>
          <a:xfrm>
            <a:off x="7110264" y="35814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7" name="Line 20"/>
          <p:cNvSpPr/>
          <p:nvPr>
            <p:custDataLst>
              <p:tags r:id="rId19"/>
            </p:custDataLst>
          </p:nvPr>
        </p:nvSpPr>
        <p:spPr>
          <a:xfrm>
            <a:off x="5510064" y="38862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8" name="Line 21"/>
          <p:cNvSpPr/>
          <p:nvPr>
            <p:custDataLst>
              <p:tags r:id="rId20"/>
            </p:custDataLst>
          </p:nvPr>
        </p:nvSpPr>
        <p:spPr>
          <a:xfrm>
            <a:off x="1547664" y="6172200"/>
            <a:ext cx="22098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9" name="Line 22"/>
          <p:cNvSpPr/>
          <p:nvPr>
            <p:custDataLst>
              <p:tags r:id="rId21"/>
            </p:custDataLst>
          </p:nvPr>
        </p:nvSpPr>
        <p:spPr>
          <a:xfrm>
            <a:off x="1547664" y="6172200"/>
            <a:ext cx="0" cy="457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80" name="Line 23"/>
          <p:cNvSpPr/>
          <p:nvPr>
            <p:custDataLst>
              <p:tags r:id="rId22"/>
            </p:custDataLst>
          </p:nvPr>
        </p:nvSpPr>
        <p:spPr>
          <a:xfrm>
            <a:off x="1547664" y="6629400"/>
            <a:ext cx="22098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81" name="Line 24"/>
          <p:cNvSpPr/>
          <p:nvPr>
            <p:custDataLst>
              <p:tags r:id="rId23"/>
            </p:custDataLst>
          </p:nvPr>
        </p:nvSpPr>
        <p:spPr>
          <a:xfrm>
            <a:off x="1928664" y="6172200"/>
            <a:ext cx="0" cy="457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82" name="Text Box 25"/>
          <p:cNvSpPr txBox="1"/>
          <p:nvPr>
            <p:custDataLst>
              <p:tags r:id="rId24"/>
            </p:custDataLst>
          </p:nvPr>
        </p:nvSpPr>
        <p:spPr>
          <a:xfrm>
            <a:off x="2157264" y="6172200"/>
            <a:ext cx="1524000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库存帐</a:t>
            </a:r>
          </a:p>
        </p:txBody>
      </p:sp>
      <p:sp>
        <p:nvSpPr>
          <p:cNvPr id="92183" name="Text Box 26"/>
          <p:cNvSpPr txBox="1"/>
          <p:nvPr>
            <p:custDataLst>
              <p:tags r:id="rId25"/>
            </p:custDataLst>
          </p:nvPr>
        </p:nvSpPr>
        <p:spPr>
          <a:xfrm>
            <a:off x="2302343" y="4475944"/>
            <a:ext cx="2053633" cy="754053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登出库存账处理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1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92184" name="Text Box 27"/>
          <p:cNvSpPr txBox="1"/>
          <p:nvPr>
            <p:custDataLst>
              <p:tags r:id="rId26"/>
            </p:custDataLst>
          </p:nvPr>
        </p:nvSpPr>
        <p:spPr>
          <a:xfrm>
            <a:off x="5540700" y="3931229"/>
            <a:ext cx="2024539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查阅库存处理</a:t>
            </a:r>
          </a:p>
        </p:txBody>
      </p:sp>
      <p:sp>
        <p:nvSpPr>
          <p:cNvPr id="92185" name="Line 28"/>
          <p:cNvSpPr/>
          <p:nvPr>
            <p:custDataLst>
              <p:tags r:id="rId27"/>
            </p:custDataLst>
          </p:nvPr>
        </p:nvSpPr>
        <p:spPr>
          <a:xfrm>
            <a:off x="869504" y="1752600"/>
            <a:ext cx="0" cy="20574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86" name="Line 29"/>
          <p:cNvSpPr/>
          <p:nvPr>
            <p:custDataLst>
              <p:tags r:id="rId28"/>
            </p:custDataLst>
          </p:nvPr>
        </p:nvSpPr>
        <p:spPr>
          <a:xfrm>
            <a:off x="869504" y="5029200"/>
            <a:ext cx="0" cy="13716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87" name="Line 30"/>
          <p:cNvSpPr/>
          <p:nvPr>
            <p:custDataLst>
              <p:tags r:id="rId29"/>
            </p:custDataLst>
          </p:nvPr>
        </p:nvSpPr>
        <p:spPr>
          <a:xfrm>
            <a:off x="869504" y="6400800"/>
            <a:ext cx="67816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88" name="Line 31"/>
          <p:cNvSpPr/>
          <p:nvPr>
            <p:custDataLst>
              <p:tags r:id="rId30"/>
            </p:custDataLst>
          </p:nvPr>
        </p:nvSpPr>
        <p:spPr>
          <a:xfrm flipH="1">
            <a:off x="3003848" y="3733799"/>
            <a:ext cx="2506216" cy="7451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90" name="Line 33"/>
          <p:cNvSpPr/>
          <p:nvPr>
            <p:custDataLst>
              <p:tags r:id="rId31"/>
            </p:custDataLst>
          </p:nvPr>
        </p:nvSpPr>
        <p:spPr>
          <a:xfrm flipV="1">
            <a:off x="3003837" y="1368774"/>
            <a:ext cx="2" cy="627863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1" name="Line 34"/>
          <p:cNvSpPr/>
          <p:nvPr>
            <p:custDataLst>
              <p:tags r:id="rId32"/>
            </p:custDataLst>
          </p:nvPr>
        </p:nvSpPr>
        <p:spPr>
          <a:xfrm>
            <a:off x="6119664" y="1828800"/>
            <a:ext cx="0" cy="17526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2" name="Line 35"/>
          <p:cNvSpPr/>
          <p:nvPr>
            <p:custDataLst>
              <p:tags r:id="rId33"/>
            </p:custDataLst>
          </p:nvPr>
        </p:nvSpPr>
        <p:spPr>
          <a:xfrm flipH="1">
            <a:off x="7023581" y="1501513"/>
            <a:ext cx="1083317" cy="2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3" name="Line 36"/>
          <p:cNvSpPr/>
          <p:nvPr>
            <p:custDataLst>
              <p:tags r:id="rId34"/>
            </p:custDataLst>
          </p:nvPr>
        </p:nvSpPr>
        <p:spPr>
          <a:xfrm>
            <a:off x="3071664" y="5334000"/>
            <a:ext cx="0" cy="838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4" name="Line 37"/>
          <p:cNvSpPr/>
          <p:nvPr>
            <p:custDataLst>
              <p:tags r:id="rId35"/>
            </p:custDataLst>
          </p:nvPr>
        </p:nvSpPr>
        <p:spPr>
          <a:xfrm>
            <a:off x="5891064" y="4800600"/>
            <a:ext cx="0" cy="2286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95" name="Line 38"/>
          <p:cNvSpPr/>
          <p:nvPr>
            <p:custDataLst>
              <p:tags r:id="rId36"/>
            </p:custDataLst>
          </p:nvPr>
        </p:nvSpPr>
        <p:spPr>
          <a:xfrm flipH="1">
            <a:off x="3909864" y="5029200"/>
            <a:ext cx="1981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6" name="Line 39"/>
          <p:cNvSpPr/>
          <p:nvPr>
            <p:custDataLst>
              <p:tags r:id="rId37"/>
            </p:custDataLst>
          </p:nvPr>
        </p:nvSpPr>
        <p:spPr>
          <a:xfrm>
            <a:off x="3757464" y="6400800"/>
            <a:ext cx="25908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97" name="Line 40"/>
          <p:cNvSpPr/>
          <p:nvPr>
            <p:custDataLst>
              <p:tags r:id="rId38"/>
            </p:custDataLst>
          </p:nvPr>
        </p:nvSpPr>
        <p:spPr>
          <a:xfrm flipV="1">
            <a:off x="6348264" y="4800600"/>
            <a:ext cx="0" cy="1600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8" name="Text Box 41"/>
          <p:cNvSpPr txBox="1"/>
          <p:nvPr>
            <p:custDataLst>
              <p:tags r:id="rId39"/>
            </p:custDataLst>
          </p:nvPr>
        </p:nvSpPr>
        <p:spPr>
          <a:xfrm>
            <a:off x="888917" y="1905000"/>
            <a:ext cx="492443" cy="1676400"/>
          </a:xfrm>
          <a:prstGeom prst="rect">
            <a:avLst/>
          </a:prstGeom>
          <a:noFill/>
          <a:ln w="57150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产品入库单</a:t>
            </a:r>
          </a:p>
        </p:txBody>
      </p:sp>
      <p:sp>
        <p:nvSpPr>
          <p:cNvPr id="92200" name="Text Box 43"/>
          <p:cNvSpPr txBox="1"/>
          <p:nvPr>
            <p:custDataLst>
              <p:tags r:id="rId40"/>
            </p:custDataLst>
          </p:nvPr>
        </p:nvSpPr>
        <p:spPr>
          <a:xfrm>
            <a:off x="5652120" y="1905000"/>
            <a:ext cx="492443" cy="1752600"/>
          </a:xfrm>
          <a:prstGeom prst="rect">
            <a:avLst/>
          </a:prstGeom>
          <a:noFill/>
          <a:ln w="57150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产品出库单</a:t>
            </a:r>
          </a:p>
        </p:txBody>
      </p:sp>
      <p:sp>
        <p:nvSpPr>
          <p:cNvPr id="92202" name="Text Box 42"/>
          <p:cNvSpPr txBox="1"/>
          <p:nvPr>
            <p:custDataLst>
              <p:tags r:id="rId41"/>
            </p:custDataLst>
          </p:nvPr>
        </p:nvSpPr>
        <p:spPr>
          <a:xfrm>
            <a:off x="475804" y="1312441"/>
            <a:ext cx="1079500" cy="46037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车间</a:t>
            </a:r>
          </a:p>
        </p:txBody>
      </p:sp>
      <p:sp>
        <p:nvSpPr>
          <p:cNvPr id="92203" name="Line 43"/>
          <p:cNvSpPr/>
          <p:nvPr>
            <p:custDataLst>
              <p:tags r:id="rId42"/>
            </p:custDataLst>
          </p:nvPr>
        </p:nvSpPr>
        <p:spPr>
          <a:xfrm>
            <a:off x="402779" y="1242591"/>
            <a:ext cx="771525" cy="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04" name="Line 44"/>
          <p:cNvSpPr/>
          <p:nvPr>
            <p:custDataLst>
              <p:tags r:id="rId43"/>
            </p:custDataLst>
          </p:nvPr>
        </p:nvSpPr>
        <p:spPr>
          <a:xfrm>
            <a:off x="402779" y="1242591"/>
            <a:ext cx="0" cy="48895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05" name="Text Box 42"/>
          <p:cNvSpPr txBox="1"/>
          <p:nvPr>
            <p:custDataLst>
              <p:tags r:id="rId44"/>
            </p:custDataLst>
          </p:nvPr>
        </p:nvSpPr>
        <p:spPr>
          <a:xfrm>
            <a:off x="2309664" y="890588"/>
            <a:ext cx="1295400" cy="46166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采购科</a:t>
            </a:r>
          </a:p>
        </p:txBody>
      </p:sp>
      <p:sp>
        <p:nvSpPr>
          <p:cNvPr id="92206" name="Line 43"/>
          <p:cNvSpPr/>
          <p:nvPr>
            <p:custDataLst>
              <p:tags r:id="rId45"/>
            </p:custDataLst>
          </p:nvPr>
        </p:nvSpPr>
        <p:spPr>
          <a:xfrm>
            <a:off x="2232323" y="820738"/>
            <a:ext cx="771525" cy="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07" name="Line 44"/>
          <p:cNvSpPr/>
          <p:nvPr>
            <p:custDataLst>
              <p:tags r:id="rId46"/>
            </p:custDataLst>
          </p:nvPr>
        </p:nvSpPr>
        <p:spPr>
          <a:xfrm>
            <a:off x="2232323" y="820738"/>
            <a:ext cx="0" cy="48895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08" name="Text Box 42"/>
          <p:cNvSpPr txBox="1"/>
          <p:nvPr>
            <p:custDataLst>
              <p:tags r:id="rId47"/>
            </p:custDataLst>
          </p:nvPr>
        </p:nvSpPr>
        <p:spPr>
          <a:xfrm>
            <a:off x="5681357" y="1321924"/>
            <a:ext cx="1328733" cy="46166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销售科</a:t>
            </a:r>
          </a:p>
        </p:txBody>
      </p:sp>
      <p:sp>
        <p:nvSpPr>
          <p:cNvPr id="92209" name="Line 43"/>
          <p:cNvSpPr/>
          <p:nvPr>
            <p:custDataLst>
              <p:tags r:id="rId48"/>
            </p:custDataLst>
          </p:nvPr>
        </p:nvSpPr>
        <p:spPr>
          <a:xfrm>
            <a:off x="5608333" y="1252074"/>
            <a:ext cx="773112" cy="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10" name="Line 44"/>
          <p:cNvSpPr/>
          <p:nvPr>
            <p:custDataLst>
              <p:tags r:id="rId49"/>
            </p:custDataLst>
          </p:nvPr>
        </p:nvSpPr>
        <p:spPr>
          <a:xfrm>
            <a:off x="5608333" y="1252074"/>
            <a:ext cx="0" cy="48895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" name="Text Box 63">
            <a:extLst>
              <a:ext uri="{FF2B5EF4-FFF2-40B4-BE49-F238E27FC236}">
                <a16:creationId xmlns:a16="http://schemas.microsoft.com/office/drawing/2014/main" id="{8DE367E7-9EE2-B176-B540-8FF093AA42BD}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4080303" y="4607679"/>
            <a:ext cx="1858904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库存量足够</a:t>
            </a:r>
          </a:p>
        </p:txBody>
      </p:sp>
      <p:sp>
        <p:nvSpPr>
          <p:cNvPr id="3" name="Text Box 63">
            <a:extLst>
              <a:ext uri="{FF2B5EF4-FFF2-40B4-BE49-F238E27FC236}">
                <a16:creationId xmlns:a16="http://schemas.microsoft.com/office/drawing/2014/main" id="{272EC798-EFFE-68DF-A8A4-242F04F1312B}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7221312" y="3791634"/>
            <a:ext cx="1069056" cy="646331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库存量不足</a:t>
            </a:r>
          </a:p>
        </p:txBody>
      </p:sp>
      <p:sp>
        <p:nvSpPr>
          <p:cNvPr id="4" name="Line 16">
            <a:extLst>
              <a:ext uri="{FF2B5EF4-FFF2-40B4-BE49-F238E27FC236}">
                <a16:creationId xmlns:a16="http://schemas.microsoft.com/office/drawing/2014/main" id="{5A4BA41E-ED6B-2ACA-82D4-AD2EF622C27F}"/>
              </a:ext>
            </a:extLst>
          </p:cNvPr>
          <p:cNvSpPr/>
          <p:nvPr/>
        </p:nvSpPr>
        <p:spPr>
          <a:xfrm>
            <a:off x="2260791" y="1964677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Line 17">
            <a:extLst>
              <a:ext uri="{FF2B5EF4-FFF2-40B4-BE49-F238E27FC236}">
                <a16:creationId xmlns:a16="http://schemas.microsoft.com/office/drawing/2014/main" id="{E042BB2F-5F77-4F9E-6A5F-548D25DF38D7}"/>
              </a:ext>
            </a:extLst>
          </p:cNvPr>
          <p:cNvSpPr/>
          <p:nvPr/>
        </p:nvSpPr>
        <p:spPr>
          <a:xfrm>
            <a:off x="2260791" y="3183877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Line 18">
            <a:extLst>
              <a:ext uri="{FF2B5EF4-FFF2-40B4-BE49-F238E27FC236}">
                <a16:creationId xmlns:a16="http://schemas.microsoft.com/office/drawing/2014/main" id="{BA1DC6EF-8F7A-EF5A-0D23-BA49BEB69914}"/>
              </a:ext>
            </a:extLst>
          </p:cNvPr>
          <p:cNvSpPr/>
          <p:nvPr/>
        </p:nvSpPr>
        <p:spPr>
          <a:xfrm>
            <a:off x="2260791" y="1964677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Line 19">
            <a:extLst>
              <a:ext uri="{FF2B5EF4-FFF2-40B4-BE49-F238E27FC236}">
                <a16:creationId xmlns:a16="http://schemas.microsoft.com/office/drawing/2014/main" id="{DD7077B9-561D-ADE5-3F3F-62FE0553B683}"/>
              </a:ext>
            </a:extLst>
          </p:cNvPr>
          <p:cNvSpPr/>
          <p:nvPr/>
        </p:nvSpPr>
        <p:spPr>
          <a:xfrm>
            <a:off x="3860991" y="1964677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Line 20">
            <a:extLst>
              <a:ext uri="{FF2B5EF4-FFF2-40B4-BE49-F238E27FC236}">
                <a16:creationId xmlns:a16="http://schemas.microsoft.com/office/drawing/2014/main" id="{B8868D27-3E2B-96AC-AD56-609DE02D75E6}"/>
              </a:ext>
            </a:extLst>
          </p:cNvPr>
          <p:cNvSpPr/>
          <p:nvPr/>
        </p:nvSpPr>
        <p:spPr>
          <a:xfrm>
            <a:off x="2260791" y="2269477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Box 27">
            <a:extLst>
              <a:ext uri="{FF2B5EF4-FFF2-40B4-BE49-F238E27FC236}">
                <a16:creationId xmlns:a16="http://schemas.microsoft.com/office/drawing/2014/main" id="{8B5DE99F-21DE-D09E-DDF0-C73E2FCBCD42}"/>
              </a:ext>
            </a:extLst>
          </p:cNvPr>
          <p:cNvSpPr txBox="1"/>
          <p:nvPr/>
        </p:nvSpPr>
        <p:spPr>
          <a:xfrm>
            <a:off x="2205641" y="2292804"/>
            <a:ext cx="2158807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填写缺货通知</a:t>
            </a:r>
          </a:p>
        </p:txBody>
      </p:sp>
      <p:sp>
        <p:nvSpPr>
          <p:cNvPr id="13" name="Line 33">
            <a:extLst>
              <a:ext uri="{FF2B5EF4-FFF2-40B4-BE49-F238E27FC236}">
                <a16:creationId xmlns:a16="http://schemas.microsoft.com/office/drawing/2014/main" id="{C39F986F-9F25-9045-A853-F6E72993A1FC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 flipH="1" flipV="1">
            <a:off x="3003840" y="3200400"/>
            <a:ext cx="0" cy="565364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" name="Text Box 63">
            <a:extLst>
              <a:ext uri="{FF2B5EF4-FFF2-40B4-BE49-F238E27FC236}">
                <a16:creationId xmlns:a16="http://schemas.microsoft.com/office/drawing/2014/main" id="{6D241450-D938-A72B-74B3-43D6D8A8CB84}"/>
              </a:ext>
            </a:extLst>
          </p:cNvPr>
          <p:cNvSpPr txBox="1"/>
          <p:nvPr>
            <p:custDataLst>
              <p:tags r:id="rId53"/>
            </p:custDataLst>
          </p:nvPr>
        </p:nvSpPr>
        <p:spPr>
          <a:xfrm>
            <a:off x="3173127" y="1448779"/>
            <a:ext cx="1512888" cy="400110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缺货通知</a:t>
            </a:r>
          </a:p>
        </p:txBody>
      </p:sp>
      <p:sp>
        <p:nvSpPr>
          <p:cNvPr id="16" name="Text Box 63">
            <a:extLst>
              <a:ext uri="{FF2B5EF4-FFF2-40B4-BE49-F238E27FC236}">
                <a16:creationId xmlns:a16="http://schemas.microsoft.com/office/drawing/2014/main" id="{5E8AAD91-4520-0AF3-3A5E-E6960B8FA793}"/>
              </a:ext>
            </a:extLst>
          </p:cNvPr>
          <p:cNvSpPr txBox="1"/>
          <p:nvPr>
            <p:custDataLst>
              <p:tags r:id="rId54"/>
            </p:custDataLst>
          </p:nvPr>
        </p:nvSpPr>
        <p:spPr>
          <a:xfrm>
            <a:off x="3776489" y="3358634"/>
            <a:ext cx="1751718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库存量不足</a:t>
            </a:r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8F6AECC4-C001-98A0-098C-B3A8178A22AF}"/>
              </a:ext>
            </a:extLst>
          </p:cNvPr>
          <p:cNvSpPr/>
          <p:nvPr>
            <p:custDataLst>
              <p:tags r:id="rId55"/>
            </p:custDataLst>
          </p:nvPr>
        </p:nvSpPr>
        <p:spPr>
          <a:xfrm>
            <a:off x="7292280" y="2154614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7DA77ED2-2DC2-05A5-4228-B48CC5ACC8B8}"/>
              </a:ext>
            </a:extLst>
          </p:cNvPr>
          <p:cNvSpPr/>
          <p:nvPr>
            <p:custDataLst>
              <p:tags r:id="rId56"/>
            </p:custDataLst>
          </p:nvPr>
        </p:nvSpPr>
        <p:spPr>
          <a:xfrm>
            <a:off x="7292280" y="3373814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ECDCE1C6-08A4-F746-6AEF-F70F67C4D032}"/>
              </a:ext>
            </a:extLst>
          </p:cNvPr>
          <p:cNvSpPr/>
          <p:nvPr>
            <p:custDataLst>
              <p:tags r:id="rId57"/>
            </p:custDataLst>
          </p:nvPr>
        </p:nvSpPr>
        <p:spPr>
          <a:xfrm>
            <a:off x="7292280" y="2154614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9AC74B35-3335-B667-254F-5F72D2C7531B}"/>
              </a:ext>
            </a:extLst>
          </p:cNvPr>
          <p:cNvSpPr/>
          <p:nvPr>
            <p:custDataLst>
              <p:tags r:id="rId58"/>
            </p:custDataLst>
          </p:nvPr>
        </p:nvSpPr>
        <p:spPr>
          <a:xfrm>
            <a:off x="8892480" y="2154614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1E26F0EE-F719-4566-2CBE-B656EACA3613}"/>
              </a:ext>
            </a:extLst>
          </p:cNvPr>
          <p:cNvSpPr/>
          <p:nvPr>
            <p:custDataLst>
              <p:tags r:id="rId59"/>
            </p:custDataLst>
          </p:nvPr>
        </p:nvSpPr>
        <p:spPr>
          <a:xfrm>
            <a:off x="7292280" y="2459414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" name="Text Box 27">
            <a:extLst>
              <a:ext uri="{FF2B5EF4-FFF2-40B4-BE49-F238E27FC236}">
                <a16:creationId xmlns:a16="http://schemas.microsoft.com/office/drawing/2014/main" id="{A401DBD6-6146-E693-E3FF-FE6A6EF14940}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7328293" y="2515065"/>
            <a:ext cx="1815707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退回出库单</a:t>
            </a:r>
          </a:p>
        </p:txBody>
      </p:sp>
      <p:sp>
        <p:nvSpPr>
          <p:cNvPr id="23" name="Line 39">
            <a:extLst>
              <a:ext uri="{FF2B5EF4-FFF2-40B4-BE49-F238E27FC236}">
                <a16:creationId xmlns:a16="http://schemas.microsoft.com/office/drawing/2014/main" id="{6BC942F4-5C91-6B16-A73A-78A13FAA642A}"/>
              </a:ext>
            </a:extLst>
          </p:cNvPr>
          <p:cNvSpPr/>
          <p:nvPr>
            <p:custDataLst>
              <p:tags r:id="rId61"/>
            </p:custDataLst>
          </p:nvPr>
        </p:nvSpPr>
        <p:spPr>
          <a:xfrm>
            <a:off x="7110264" y="4411361"/>
            <a:ext cx="990126" cy="8193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" name="Line 40">
            <a:extLst>
              <a:ext uri="{FF2B5EF4-FFF2-40B4-BE49-F238E27FC236}">
                <a16:creationId xmlns:a16="http://schemas.microsoft.com/office/drawing/2014/main" id="{D3BE0585-2500-85E6-8F50-44125D2274A7}"/>
              </a:ext>
            </a:extLst>
          </p:cNvPr>
          <p:cNvSpPr/>
          <p:nvPr>
            <p:custDataLst>
              <p:tags r:id="rId62"/>
            </p:custDataLst>
          </p:nvPr>
        </p:nvSpPr>
        <p:spPr>
          <a:xfrm flipV="1">
            <a:off x="8100390" y="3384169"/>
            <a:ext cx="0" cy="1052943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" name="Line 39">
            <a:extLst>
              <a:ext uri="{FF2B5EF4-FFF2-40B4-BE49-F238E27FC236}">
                <a16:creationId xmlns:a16="http://schemas.microsoft.com/office/drawing/2014/main" id="{9714D27D-3B05-31CE-EDCE-7B4CC2641042}"/>
              </a:ext>
            </a:extLst>
          </p:cNvPr>
          <p:cNvSpPr/>
          <p:nvPr>
            <p:custDataLst>
              <p:tags r:id="rId63"/>
            </p:custDataLst>
          </p:nvPr>
        </p:nvSpPr>
        <p:spPr>
          <a:xfrm>
            <a:off x="8106898" y="1501513"/>
            <a:ext cx="0" cy="660301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" name="Text Box 63">
            <a:extLst>
              <a:ext uri="{FF2B5EF4-FFF2-40B4-BE49-F238E27FC236}">
                <a16:creationId xmlns:a16="http://schemas.microsoft.com/office/drawing/2014/main" id="{3102BDDA-0E68-55A0-35A6-0F25E97F7B50}"/>
              </a:ext>
            </a:extLst>
          </p:cNvPr>
          <p:cNvSpPr txBox="1"/>
          <p:nvPr>
            <p:custDataLst>
              <p:tags r:id="rId64"/>
            </p:custDataLst>
          </p:nvPr>
        </p:nvSpPr>
        <p:spPr>
          <a:xfrm>
            <a:off x="8166434" y="1415690"/>
            <a:ext cx="1069056" cy="646331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产品出库单</a:t>
            </a:r>
          </a:p>
        </p:txBody>
      </p:sp>
      <p:sp>
        <p:nvSpPr>
          <p:cNvPr id="12" name="Text Box 36">
            <a:extLst>
              <a:ext uri="{FF2B5EF4-FFF2-40B4-BE49-F238E27FC236}">
                <a16:creationId xmlns:a16="http://schemas.microsoft.com/office/drawing/2014/main" id="{4A51D68E-D399-C6AC-C1B8-47E4BDFE9178}"/>
              </a:ext>
            </a:extLst>
          </p:cNvPr>
          <p:cNvSpPr txBox="1"/>
          <p:nvPr/>
        </p:nvSpPr>
        <p:spPr>
          <a:xfrm>
            <a:off x="611834" y="3780211"/>
            <a:ext cx="769526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1.1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E8462AAA-2EB9-CFE2-AE28-D54292AC09C8}"/>
              </a:ext>
            </a:extLst>
          </p:cNvPr>
          <p:cNvSpPr/>
          <p:nvPr>
            <p:custDataLst>
              <p:tags r:id="rId65"/>
            </p:custDataLst>
          </p:nvPr>
        </p:nvSpPr>
        <p:spPr>
          <a:xfrm>
            <a:off x="107503" y="4607679"/>
            <a:ext cx="1834132" cy="19978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9FBF95AF-01DE-EE78-796A-60A7A1DA21D6}"/>
              </a:ext>
            </a:extLst>
          </p:cNvPr>
          <p:cNvSpPr txBox="1"/>
          <p:nvPr>
            <p:custDataLst>
              <p:tags r:id="rId66"/>
            </p:custDataLst>
          </p:nvPr>
        </p:nvSpPr>
        <p:spPr>
          <a:xfrm>
            <a:off x="536797" y="4615195"/>
            <a:ext cx="2372599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仓库</a:t>
            </a:r>
          </a:p>
        </p:txBody>
      </p:sp>
      <p:sp>
        <p:nvSpPr>
          <p:cNvPr id="28" name="Text Box 36">
            <a:extLst>
              <a:ext uri="{FF2B5EF4-FFF2-40B4-BE49-F238E27FC236}">
                <a16:creationId xmlns:a16="http://schemas.microsoft.com/office/drawing/2014/main" id="{109FEFDB-7D99-33D7-B618-AB804FE5630A}"/>
              </a:ext>
            </a:extLst>
          </p:cNvPr>
          <p:cNvSpPr txBox="1"/>
          <p:nvPr/>
        </p:nvSpPr>
        <p:spPr>
          <a:xfrm>
            <a:off x="5967746" y="3575510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1.2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9" name="Line 20">
            <a:extLst>
              <a:ext uri="{FF2B5EF4-FFF2-40B4-BE49-F238E27FC236}">
                <a16:creationId xmlns:a16="http://schemas.microsoft.com/office/drawing/2014/main" id="{BB32F5F3-5C33-9F4B-CC0F-698984C51C78}"/>
              </a:ext>
            </a:extLst>
          </p:cNvPr>
          <p:cNvSpPr/>
          <p:nvPr>
            <p:custDataLst>
              <p:tags r:id="rId67"/>
            </p:custDataLst>
          </p:nvPr>
        </p:nvSpPr>
        <p:spPr>
          <a:xfrm>
            <a:off x="5540700" y="4357273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" name="Text Box 10">
            <a:extLst>
              <a:ext uri="{FF2B5EF4-FFF2-40B4-BE49-F238E27FC236}">
                <a16:creationId xmlns:a16="http://schemas.microsoft.com/office/drawing/2014/main" id="{2E05EB84-A572-A860-7C46-85B264BE2ECB}"/>
              </a:ext>
            </a:extLst>
          </p:cNvPr>
          <p:cNvSpPr txBox="1"/>
          <p:nvPr>
            <p:custDataLst>
              <p:tags r:id="rId68"/>
            </p:custDataLst>
          </p:nvPr>
        </p:nvSpPr>
        <p:spPr>
          <a:xfrm>
            <a:off x="5954600" y="4408946"/>
            <a:ext cx="2372599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仓库</a:t>
            </a:r>
          </a:p>
        </p:txBody>
      </p:sp>
      <p:sp>
        <p:nvSpPr>
          <p:cNvPr id="31" name="Text Box 36">
            <a:extLst>
              <a:ext uri="{FF2B5EF4-FFF2-40B4-BE49-F238E27FC236}">
                <a16:creationId xmlns:a16="http://schemas.microsoft.com/office/drawing/2014/main" id="{D5CAED5E-4F92-AA89-7850-6A0178AB4D39}"/>
              </a:ext>
            </a:extLst>
          </p:cNvPr>
          <p:cNvSpPr txBox="1"/>
          <p:nvPr/>
        </p:nvSpPr>
        <p:spPr>
          <a:xfrm>
            <a:off x="2785141" y="1952908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1.5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2" name="Line 9">
            <a:extLst>
              <a:ext uri="{FF2B5EF4-FFF2-40B4-BE49-F238E27FC236}">
                <a16:creationId xmlns:a16="http://schemas.microsoft.com/office/drawing/2014/main" id="{52979346-8E7C-1D1A-09DD-1B01FC3EDCBD}"/>
              </a:ext>
            </a:extLst>
          </p:cNvPr>
          <p:cNvSpPr/>
          <p:nvPr>
            <p:custDataLst>
              <p:tags r:id="rId69"/>
            </p:custDataLst>
          </p:nvPr>
        </p:nvSpPr>
        <p:spPr>
          <a:xfrm>
            <a:off x="2309664" y="486916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" name="Text Box 10">
            <a:extLst>
              <a:ext uri="{FF2B5EF4-FFF2-40B4-BE49-F238E27FC236}">
                <a16:creationId xmlns:a16="http://schemas.microsoft.com/office/drawing/2014/main" id="{B30068CE-3F5B-DAAC-F053-669837EADB66}"/>
              </a:ext>
            </a:extLst>
          </p:cNvPr>
          <p:cNvSpPr txBox="1"/>
          <p:nvPr>
            <p:custDataLst>
              <p:tags r:id="rId70"/>
            </p:custDataLst>
          </p:nvPr>
        </p:nvSpPr>
        <p:spPr>
          <a:xfrm>
            <a:off x="2766864" y="4894454"/>
            <a:ext cx="2372599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仓库</a:t>
            </a:r>
          </a:p>
        </p:txBody>
      </p:sp>
      <p:sp>
        <p:nvSpPr>
          <p:cNvPr id="34" name="Text Box 36">
            <a:extLst>
              <a:ext uri="{FF2B5EF4-FFF2-40B4-BE49-F238E27FC236}">
                <a16:creationId xmlns:a16="http://schemas.microsoft.com/office/drawing/2014/main" id="{7F86819B-4CE4-48F0-67AF-47D22C5097FF}"/>
              </a:ext>
            </a:extLst>
          </p:cNvPr>
          <p:cNvSpPr txBox="1"/>
          <p:nvPr/>
        </p:nvSpPr>
        <p:spPr>
          <a:xfrm>
            <a:off x="1475656" y="6192743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D1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5" name="Line 20">
            <a:extLst>
              <a:ext uri="{FF2B5EF4-FFF2-40B4-BE49-F238E27FC236}">
                <a16:creationId xmlns:a16="http://schemas.microsoft.com/office/drawing/2014/main" id="{C8849109-AAB3-972E-0B51-2CF684875F18}"/>
              </a:ext>
            </a:extLst>
          </p:cNvPr>
          <p:cNvSpPr/>
          <p:nvPr>
            <p:custDataLst>
              <p:tags r:id="rId71"/>
            </p:custDataLst>
          </p:nvPr>
        </p:nvSpPr>
        <p:spPr>
          <a:xfrm>
            <a:off x="7328293" y="2915175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" name="Line 20">
            <a:extLst>
              <a:ext uri="{FF2B5EF4-FFF2-40B4-BE49-F238E27FC236}">
                <a16:creationId xmlns:a16="http://schemas.microsoft.com/office/drawing/2014/main" id="{AFF845BF-9CC1-DF2D-187D-C59CB6E09F17}"/>
              </a:ext>
            </a:extLst>
          </p:cNvPr>
          <p:cNvSpPr/>
          <p:nvPr>
            <p:custDataLst>
              <p:tags r:id="rId72"/>
            </p:custDataLst>
          </p:nvPr>
        </p:nvSpPr>
        <p:spPr>
          <a:xfrm>
            <a:off x="2271564" y="27432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" name="Text Box 36">
            <a:extLst>
              <a:ext uri="{FF2B5EF4-FFF2-40B4-BE49-F238E27FC236}">
                <a16:creationId xmlns:a16="http://schemas.microsoft.com/office/drawing/2014/main" id="{9B859959-59F2-A77F-F2C9-0BFFBCC2CD93}"/>
              </a:ext>
            </a:extLst>
          </p:cNvPr>
          <p:cNvSpPr txBox="1"/>
          <p:nvPr/>
        </p:nvSpPr>
        <p:spPr>
          <a:xfrm>
            <a:off x="2848126" y="4089303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1.3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8" name="Text Box 36">
            <a:extLst>
              <a:ext uri="{FF2B5EF4-FFF2-40B4-BE49-F238E27FC236}">
                <a16:creationId xmlns:a16="http://schemas.microsoft.com/office/drawing/2014/main" id="{B85B4B34-FC67-4AB3-641C-6E4B3C77A319}"/>
              </a:ext>
            </a:extLst>
          </p:cNvPr>
          <p:cNvSpPr txBox="1"/>
          <p:nvPr/>
        </p:nvSpPr>
        <p:spPr>
          <a:xfrm>
            <a:off x="7775577" y="2118156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1.4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9" name="Text Box 10">
            <a:extLst>
              <a:ext uri="{FF2B5EF4-FFF2-40B4-BE49-F238E27FC236}">
                <a16:creationId xmlns:a16="http://schemas.microsoft.com/office/drawing/2014/main" id="{8E5A1758-781B-FE07-F762-87F7E43B29F3}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7681156" y="2974188"/>
            <a:ext cx="2372599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仓库</a:t>
            </a:r>
          </a:p>
        </p:txBody>
      </p:sp>
      <p:sp>
        <p:nvSpPr>
          <p:cNvPr id="40" name="Text Box 10">
            <a:extLst>
              <a:ext uri="{FF2B5EF4-FFF2-40B4-BE49-F238E27FC236}">
                <a16:creationId xmlns:a16="http://schemas.microsoft.com/office/drawing/2014/main" id="{A2C37D7D-8282-268E-FF47-4D2B763F1D29}"/>
              </a:ext>
            </a:extLst>
          </p:cNvPr>
          <p:cNvSpPr txBox="1"/>
          <p:nvPr>
            <p:custDataLst>
              <p:tags r:id="rId74"/>
            </p:custDataLst>
          </p:nvPr>
        </p:nvSpPr>
        <p:spPr>
          <a:xfrm>
            <a:off x="2682363" y="2780928"/>
            <a:ext cx="2372599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仓库</a:t>
            </a:r>
          </a:p>
        </p:txBody>
      </p:sp>
      <p:sp>
        <p:nvSpPr>
          <p:cNvPr id="41" name="Text Box 41">
            <a:extLst>
              <a:ext uri="{FF2B5EF4-FFF2-40B4-BE49-F238E27FC236}">
                <a16:creationId xmlns:a16="http://schemas.microsoft.com/office/drawing/2014/main" id="{2A784284-E271-3CF7-7EEC-1A976300D7A1}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363114" y="5163528"/>
            <a:ext cx="492443" cy="1449861"/>
          </a:xfrm>
          <a:prstGeom prst="rect">
            <a:avLst/>
          </a:prstGeom>
          <a:noFill/>
          <a:ln w="57150">
            <a:noFill/>
          </a:ln>
        </p:spPr>
        <p:txBody>
          <a:bodyPr vert="eaVert"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登入账数据</a:t>
            </a:r>
          </a:p>
        </p:txBody>
      </p:sp>
      <p:sp>
        <p:nvSpPr>
          <p:cNvPr id="43" name="Text Box 63">
            <a:extLst>
              <a:ext uri="{FF2B5EF4-FFF2-40B4-BE49-F238E27FC236}">
                <a16:creationId xmlns:a16="http://schemas.microsoft.com/office/drawing/2014/main" id="{C6EC2EF9-0ACB-C2B2-F34F-DEDE3CB1F074}"/>
              </a:ext>
            </a:extLst>
          </p:cNvPr>
          <p:cNvSpPr txBox="1"/>
          <p:nvPr>
            <p:custDataLst>
              <p:tags r:id="rId76"/>
            </p:custDataLst>
          </p:nvPr>
        </p:nvSpPr>
        <p:spPr>
          <a:xfrm>
            <a:off x="4751905" y="6025366"/>
            <a:ext cx="1858904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库存账数据</a:t>
            </a:r>
          </a:p>
        </p:txBody>
      </p:sp>
      <p:sp>
        <p:nvSpPr>
          <p:cNvPr id="42" name="Text Box 63">
            <a:extLst>
              <a:ext uri="{FF2B5EF4-FFF2-40B4-BE49-F238E27FC236}">
                <a16:creationId xmlns:a16="http://schemas.microsoft.com/office/drawing/2014/main" id="{57A5C340-6D5B-BBA6-7C9F-6FBCD511DCD9}"/>
              </a:ext>
            </a:extLst>
          </p:cNvPr>
          <p:cNvSpPr txBox="1"/>
          <p:nvPr>
            <p:custDataLst>
              <p:tags r:id="rId77"/>
            </p:custDataLst>
          </p:nvPr>
        </p:nvSpPr>
        <p:spPr>
          <a:xfrm>
            <a:off x="3071664" y="5530334"/>
            <a:ext cx="1858904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登出账数据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993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263245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55152A-CC73-374C-B6FC-39ACCC90608F}"/>
              </a:ext>
            </a:extLst>
          </p:cNvPr>
          <p:cNvSpPr/>
          <p:nvPr/>
        </p:nvSpPr>
        <p:spPr>
          <a:xfrm>
            <a:off x="495300" y="1918097"/>
            <a:ext cx="8153400" cy="426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-342900" eaLnBrk="1" hangingPunct="1">
              <a:buClr>
                <a:schemeClr val="folHlink"/>
              </a:buClr>
              <a:buSzPct val="75000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：某仓库管理系统按以下步骤进行信息处理：</a:t>
            </a:r>
          </a:p>
          <a:p>
            <a:pPr marL="0" lvl="1" indent="-285750" eaLnBrk="1" hangingPunct="1"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）保管员根据当日的出库单和入库单，通过出入库处理去修改库存台帐。</a:t>
            </a:r>
          </a:p>
          <a:p>
            <a:pPr marL="0" lvl="1" indent="-285750" eaLnBrk="1" hangingPunct="1"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）根据库存台帐，由统计打印程序输出库存月报表。</a:t>
            </a:r>
          </a:p>
          <a:p>
            <a:pPr marL="0" lvl="1" indent="-285750" eaLnBrk="1" hangingPunct="1"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）必要进行查询时，可利用查询程序，在输入查询条件后，到库存台帐去查找，并显示出查询结果。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1" indent="-285750" eaLnBrk="1" hangingPunct="1"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-342900" eaLnBrk="1" hangingPunct="1">
              <a:buClr>
                <a:schemeClr val="folHlink"/>
              </a:buClr>
              <a:buSzPct val="75000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请画出仓库管理系统的数据流程图。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39747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48" r:link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50" r:link="rId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4210" name="Line 2"/>
          <p:cNvSpPr/>
          <p:nvPr>
            <p:custDataLst>
              <p:tags r:id="rId4"/>
            </p:custDataLst>
          </p:nvPr>
        </p:nvSpPr>
        <p:spPr>
          <a:xfrm>
            <a:off x="4307160" y="4572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1" name="Line 3"/>
          <p:cNvSpPr/>
          <p:nvPr>
            <p:custDataLst>
              <p:tags r:id="rId5"/>
            </p:custDataLst>
          </p:nvPr>
        </p:nvSpPr>
        <p:spPr>
          <a:xfrm>
            <a:off x="4307160" y="1676400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2" name="Line 4"/>
          <p:cNvSpPr/>
          <p:nvPr>
            <p:custDataLst>
              <p:tags r:id="rId6"/>
            </p:custDataLst>
          </p:nvPr>
        </p:nvSpPr>
        <p:spPr>
          <a:xfrm>
            <a:off x="4307160" y="476672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3" name="Line 5"/>
          <p:cNvSpPr/>
          <p:nvPr>
            <p:custDataLst>
              <p:tags r:id="rId7"/>
            </p:custDataLst>
          </p:nvPr>
        </p:nvSpPr>
        <p:spPr>
          <a:xfrm>
            <a:off x="6212160" y="476672"/>
            <a:ext cx="0" cy="1199728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4" name="Line 6"/>
          <p:cNvSpPr/>
          <p:nvPr>
            <p:custDataLst>
              <p:tags r:id="rId8"/>
            </p:custDataLst>
          </p:nvPr>
        </p:nvSpPr>
        <p:spPr>
          <a:xfrm>
            <a:off x="4307160" y="853480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5" name="Text Box 7"/>
          <p:cNvSpPr txBox="1"/>
          <p:nvPr>
            <p:custDataLst>
              <p:tags r:id="rId9"/>
            </p:custDataLst>
          </p:nvPr>
        </p:nvSpPr>
        <p:spPr>
          <a:xfrm>
            <a:off x="4427984" y="808385"/>
            <a:ext cx="1752600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出入库处理</a:t>
            </a:r>
          </a:p>
        </p:txBody>
      </p:sp>
      <p:sp>
        <p:nvSpPr>
          <p:cNvPr id="94216" name="Line 8"/>
          <p:cNvSpPr/>
          <p:nvPr>
            <p:custDataLst>
              <p:tags r:id="rId10"/>
            </p:custDataLst>
          </p:nvPr>
        </p:nvSpPr>
        <p:spPr>
          <a:xfrm>
            <a:off x="2097360" y="4190999"/>
            <a:ext cx="0" cy="1138301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7" name="Line 9"/>
          <p:cNvSpPr/>
          <p:nvPr>
            <p:custDataLst>
              <p:tags r:id="rId11"/>
            </p:custDataLst>
          </p:nvPr>
        </p:nvSpPr>
        <p:spPr>
          <a:xfrm>
            <a:off x="2097360" y="4869160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8" name="Line 10"/>
          <p:cNvSpPr/>
          <p:nvPr>
            <p:custDataLst>
              <p:tags r:id="rId12"/>
            </p:custDataLst>
          </p:nvPr>
        </p:nvSpPr>
        <p:spPr>
          <a:xfrm>
            <a:off x="2097360" y="4191000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9" name="Line 11"/>
          <p:cNvSpPr/>
          <p:nvPr>
            <p:custDataLst>
              <p:tags r:id="rId13"/>
            </p:custDataLst>
          </p:nvPr>
        </p:nvSpPr>
        <p:spPr>
          <a:xfrm flipH="1">
            <a:off x="4002359" y="4149080"/>
            <a:ext cx="1" cy="1170379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0" name="Line 12"/>
          <p:cNvSpPr/>
          <p:nvPr>
            <p:custDataLst>
              <p:tags r:id="rId14"/>
            </p:custDataLst>
          </p:nvPr>
        </p:nvSpPr>
        <p:spPr>
          <a:xfrm>
            <a:off x="2097360" y="4495800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1" name="Text Box 13"/>
          <p:cNvSpPr txBox="1"/>
          <p:nvPr>
            <p:custDataLst>
              <p:tags r:id="rId15"/>
            </p:custDataLst>
          </p:nvPr>
        </p:nvSpPr>
        <p:spPr>
          <a:xfrm>
            <a:off x="2325960" y="4480793"/>
            <a:ext cx="1752600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查询处理</a:t>
            </a:r>
          </a:p>
        </p:txBody>
      </p:sp>
      <p:sp>
        <p:nvSpPr>
          <p:cNvPr id="94222" name="Line 14"/>
          <p:cNvSpPr/>
          <p:nvPr>
            <p:custDataLst>
              <p:tags r:id="rId16"/>
            </p:custDataLst>
          </p:nvPr>
        </p:nvSpPr>
        <p:spPr>
          <a:xfrm>
            <a:off x="5831160" y="3581400"/>
            <a:ext cx="0" cy="11430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3" name="Line 15"/>
          <p:cNvSpPr/>
          <p:nvPr>
            <p:custDataLst>
              <p:tags r:id="rId17"/>
            </p:custDataLst>
          </p:nvPr>
        </p:nvSpPr>
        <p:spPr>
          <a:xfrm>
            <a:off x="5831160" y="4293096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4" name="Line 16"/>
          <p:cNvSpPr/>
          <p:nvPr>
            <p:custDataLst>
              <p:tags r:id="rId18"/>
            </p:custDataLst>
          </p:nvPr>
        </p:nvSpPr>
        <p:spPr>
          <a:xfrm>
            <a:off x="5831160" y="3581400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5" name="Line 17"/>
          <p:cNvSpPr/>
          <p:nvPr>
            <p:custDataLst>
              <p:tags r:id="rId19"/>
            </p:custDataLst>
          </p:nvPr>
        </p:nvSpPr>
        <p:spPr>
          <a:xfrm flipH="1">
            <a:off x="7736159" y="3581399"/>
            <a:ext cx="1" cy="1178745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6" name="Line 18"/>
          <p:cNvSpPr/>
          <p:nvPr>
            <p:custDataLst>
              <p:tags r:id="rId20"/>
            </p:custDataLst>
          </p:nvPr>
        </p:nvSpPr>
        <p:spPr>
          <a:xfrm>
            <a:off x="5831160" y="3886200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7" name="Text Box 19"/>
          <p:cNvSpPr txBox="1"/>
          <p:nvPr>
            <p:custDataLst>
              <p:tags r:id="rId21"/>
            </p:custDataLst>
          </p:nvPr>
        </p:nvSpPr>
        <p:spPr>
          <a:xfrm>
            <a:off x="6043885" y="3866850"/>
            <a:ext cx="1752600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统计打印</a:t>
            </a:r>
          </a:p>
        </p:txBody>
      </p:sp>
      <p:sp>
        <p:nvSpPr>
          <p:cNvPr id="94228" name="Line 20"/>
          <p:cNvSpPr/>
          <p:nvPr>
            <p:custDataLst>
              <p:tags r:id="rId22"/>
            </p:custDataLst>
          </p:nvPr>
        </p:nvSpPr>
        <p:spPr>
          <a:xfrm>
            <a:off x="4307160" y="2362200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9" name="Line 21"/>
          <p:cNvSpPr/>
          <p:nvPr>
            <p:custDataLst>
              <p:tags r:id="rId23"/>
            </p:custDataLst>
          </p:nvPr>
        </p:nvSpPr>
        <p:spPr>
          <a:xfrm>
            <a:off x="4307160" y="2362200"/>
            <a:ext cx="0" cy="457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30" name="Line 22"/>
          <p:cNvSpPr/>
          <p:nvPr>
            <p:custDataLst>
              <p:tags r:id="rId24"/>
            </p:custDataLst>
          </p:nvPr>
        </p:nvSpPr>
        <p:spPr>
          <a:xfrm>
            <a:off x="4307160" y="2819400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31" name="Line 23"/>
          <p:cNvSpPr/>
          <p:nvPr>
            <p:custDataLst>
              <p:tags r:id="rId25"/>
            </p:custDataLst>
          </p:nvPr>
        </p:nvSpPr>
        <p:spPr>
          <a:xfrm>
            <a:off x="4688160" y="2362200"/>
            <a:ext cx="0" cy="457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32" name="Text Box 24"/>
          <p:cNvSpPr txBox="1"/>
          <p:nvPr>
            <p:custDataLst>
              <p:tags r:id="rId26"/>
            </p:custDataLst>
          </p:nvPr>
        </p:nvSpPr>
        <p:spPr>
          <a:xfrm>
            <a:off x="4769138" y="2353280"/>
            <a:ext cx="1524000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库存台帐</a:t>
            </a:r>
          </a:p>
        </p:txBody>
      </p:sp>
      <p:sp>
        <p:nvSpPr>
          <p:cNvPr id="94233" name="Line 25"/>
          <p:cNvSpPr/>
          <p:nvPr>
            <p:custDataLst>
              <p:tags r:id="rId27"/>
            </p:custDataLst>
          </p:nvPr>
        </p:nvSpPr>
        <p:spPr>
          <a:xfrm>
            <a:off x="2097360" y="914400"/>
            <a:ext cx="22098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4234" name="Line 26"/>
          <p:cNvSpPr/>
          <p:nvPr>
            <p:custDataLst>
              <p:tags r:id="rId28"/>
            </p:custDataLst>
          </p:nvPr>
        </p:nvSpPr>
        <p:spPr>
          <a:xfrm>
            <a:off x="2097360" y="1371600"/>
            <a:ext cx="22098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4235" name="Text Box 27"/>
          <p:cNvSpPr txBox="1"/>
          <p:nvPr/>
        </p:nvSpPr>
        <p:spPr>
          <a:xfrm>
            <a:off x="2402160" y="457200"/>
            <a:ext cx="1219200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</a:rPr>
              <a:t>入库单</a:t>
            </a:r>
          </a:p>
        </p:txBody>
      </p:sp>
      <p:sp>
        <p:nvSpPr>
          <p:cNvPr id="94236" name="Text Box 28"/>
          <p:cNvSpPr txBox="1"/>
          <p:nvPr>
            <p:custDataLst>
              <p:tags r:id="rId29"/>
            </p:custDataLst>
          </p:nvPr>
        </p:nvSpPr>
        <p:spPr>
          <a:xfrm>
            <a:off x="2402160" y="1371600"/>
            <a:ext cx="1219200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出库单</a:t>
            </a:r>
          </a:p>
        </p:txBody>
      </p:sp>
      <p:sp>
        <p:nvSpPr>
          <p:cNvPr id="94237" name="Line 29"/>
          <p:cNvSpPr/>
          <p:nvPr>
            <p:custDataLst>
              <p:tags r:id="rId30"/>
            </p:custDataLst>
          </p:nvPr>
        </p:nvSpPr>
        <p:spPr>
          <a:xfrm>
            <a:off x="5221560" y="1676400"/>
            <a:ext cx="0" cy="6858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4238" name="Line 30"/>
          <p:cNvSpPr/>
          <p:nvPr>
            <p:custDataLst>
              <p:tags r:id="rId31"/>
            </p:custDataLst>
          </p:nvPr>
        </p:nvSpPr>
        <p:spPr>
          <a:xfrm>
            <a:off x="6059760" y="2819400"/>
            <a:ext cx="0" cy="7620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4239" name="Line 31"/>
          <p:cNvSpPr/>
          <p:nvPr>
            <p:custDataLst>
              <p:tags r:id="rId32"/>
            </p:custDataLst>
          </p:nvPr>
        </p:nvSpPr>
        <p:spPr>
          <a:xfrm>
            <a:off x="5221560" y="2819400"/>
            <a:ext cx="0" cy="19050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40" name="Line 32"/>
          <p:cNvSpPr/>
          <p:nvPr>
            <p:custDataLst>
              <p:tags r:id="rId33"/>
            </p:custDataLst>
          </p:nvPr>
        </p:nvSpPr>
        <p:spPr>
          <a:xfrm flipH="1">
            <a:off x="4002360" y="4724400"/>
            <a:ext cx="1219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4241" name="Line 33"/>
          <p:cNvSpPr/>
          <p:nvPr>
            <p:custDataLst>
              <p:tags r:id="rId34"/>
            </p:custDataLst>
          </p:nvPr>
        </p:nvSpPr>
        <p:spPr>
          <a:xfrm>
            <a:off x="3087960" y="2209800"/>
            <a:ext cx="0" cy="1981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4242" name="Line 34"/>
          <p:cNvSpPr/>
          <p:nvPr>
            <p:custDataLst>
              <p:tags r:id="rId35"/>
            </p:custDataLst>
          </p:nvPr>
        </p:nvSpPr>
        <p:spPr>
          <a:xfrm>
            <a:off x="3087960" y="5329301"/>
            <a:ext cx="0" cy="13716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4243" name="Line 35"/>
          <p:cNvSpPr/>
          <p:nvPr>
            <p:custDataLst>
              <p:tags r:id="rId36"/>
            </p:custDataLst>
          </p:nvPr>
        </p:nvSpPr>
        <p:spPr>
          <a:xfrm>
            <a:off x="6821760" y="4764360"/>
            <a:ext cx="0" cy="19050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4244" name="Text Box 36"/>
          <p:cNvSpPr txBox="1"/>
          <p:nvPr>
            <p:custDataLst>
              <p:tags r:id="rId37"/>
            </p:custDataLst>
          </p:nvPr>
        </p:nvSpPr>
        <p:spPr>
          <a:xfrm>
            <a:off x="2628220" y="2514600"/>
            <a:ext cx="551815" cy="1524000"/>
          </a:xfrm>
          <a:prstGeom prst="rect">
            <a:avLst/>
          </a:prstGeom>
          <a:noFill/>
          <a:ln w="57150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查询条件</a:t>
            </a:r>
          </a:p>
        </p:txBody>
      </p:sp>
      <p:sp>
        <p:nvSpPr>
          <p:cNvPr id="94245" name="Text Box 37"/>
          <p:cNvSpPr txBox="1"/>
          <p:nvPr>
            <p:custDataLst>
              <p:tags r:id="rId38"/>
            </p:custDataLst>
          </p:nvPr>
        </p:nvSpPr>
        <p:spPr>
          <a:xfrm>
            <a:off x="6879545" y="4840560"/>
            <a:ext cx="551815" cy="1676400"/>
          </a:xfrm>
          <a:prstGeom prst="rect">
            <a:avLst/>
          </a:prstGeom>
          <a:noFill/>
          <a:ln w="57150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库存月报表</a:t>
            </a:r>
          </a:p>
        </p:txBody>
      </p:sp>
      <p:sp>
        <p:nvSpPr>
          <p:cNvPr id="2" name="Text Box 36">
            <a:extLst>
              <a:ext uri="{FF2B5EF4-FFF2-40B4-BE49-F238E27FC236}">
                <a16:creationId xmlns:a16="http://schemas.microsoft.com/office/drawing/2014/main" id="{1B7853A5-8987-5353-7613-1F0898776EEE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2581754" y="5361384"/>
            <a:ext cx="553998" cy="1524000"/>
          </a:xfrm>
          <a:prstGeom prst="rect">
            <a:avLst/>
          </a:prstGeom>
          <a:noFill/>
          <a:ln w="57150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查询结果</a:t>
            </a:r>
          </a:p>
        </p:txBody>
      </p:sp>
      <p:sp>
        <p:nvSpPr>
          <p:cNvPr id="3" name="Text Box 36">
            <a:extLst>
              <a:ext uri="{FF2B5EF4-FFF2-40B4-BE49-F238E27FC236}">
                <a16:creationId xmlns:a16="http://schemas.microsoft.com/office/drawing/2014/main" id="{8E5237F7-0491-49F7-3E8D-BEA7647DC8A4}"/>
              </a:ext>
            </a:extLst>
          </p:cNvPr>
          <p:cNvSpPr txBox="1"/>
          <p:nvPr/>
        </p:nvSpPr>
        <p:spPr>
          <a:xfrm>
            <a:off x="4285077" y="2381290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D1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Text Box 36">
            <a:extLst>
              <a:ext uri="{FF2B5EF4-FFF2-40B4-BE49-F238E27FC236}">
                <a16:creationId xmlns:a16="http://schemas.microsoft.com/office/drawing/2014/main" id="{69CB186A-6CBB-5870-A092-09963CE0C703}"/>
              </a:ext>
            </a:extLst>
          </p:cNvPr>
          <p:cNvSpPr txBox="1"/>
          <p:nvPr/>
        </p:nvSpPr>
        <p:spPr>
          <a:xfrm>
            <a:off x="4916759" y="476672"/>
            <a:ext cx="605879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1.1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" name="Text Box 36">
            <a:extLst>
              <a:ext uri="{FF2B5EF4-FFF2-40B4-BE49-F238E27FC236}">
                <a16:creationId xmlns:a16="http://schemas.microsoft.com/office/drawing/2014/main" id="{C4006576-4A04-C3AA-1853-9036CF3B3104}"/>
              </a:ext>
            </a:extLst>
          </p:cNvPr>
          <p:cNvSpPr txBox="1"/>
          <p:nvPr/>
        </p:nvSpPr>
        <p:spPr>
          <a:xfrm>
            <a:off x="2734470" y="4149080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1.2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8" name="Text Box 36">
            <a:extLst>
              <a:ext uri="{FF2B5EF4-FFF2-40B4-BE49-F238E27FC236}">
                <a16:creationId xmlns:a16="http://schemas.microsoft.com/office/drawing/2014/main" id="{712CF89F-8AF0-4464-4188-0F88FFEEFF67}"/>
              </a:ext>
            </a:extLst>
          </p:cNvPr>
          <p:cNvSpPr txBox="1"/>
          <p:nvPr/>
        </p:nvSpPr>
        <p:spPr>
          <a:xfrm>
            <a:off x="6495529" y="3552224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1.3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9" name="Line 4">
            <a:extLst>
              <a:ext uri="{FF2B5EF4-FFF2-40B4-BE49-F238E27FC236}">
                <a16:creationId xmlns:a16="http://schemas.microsoft.com/office/drawing/2014/main" id="{AD86D7B8-7932-0411-3B76-2CC455AC46BD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4307160" y="1196752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12675F2F-2815-C742-B53F-A761039A7044}"/>
              </a:ext>
            </a:extLst>
          </p:cNvPr>
          <p:cNvSpPr txBox="1"/>
          <p:nvPr>
            <p:custDataLst>
              <p:tags r:id="rId41"/>
            </p:custDataLst>
          </p:nvPr>
        </p:nvSpPr>
        <p:spPr>
          <a:xfrm>
            <a:off x="4802460" y="1218588"/>
            <a:ext cx="1752600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3E68DD3B-0749-0422-F367-2B6B3383D5C1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2117306" y="5301207"/>
            <a:ext cx="1905000" cy="2808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" name="Text Box 13">
            <a:extLst>
              <a:ext uri="{FF2B5EF4-FFF2-40B4-BE49-F238E27FC236}">
                <a16:creationId xmlns:a16="http://schemas.microsoft.com/office/drawing/2014/main" id="{1D0162F1-7F1F-E87E-2174-94E577F460EE}"/>
              </a:ext>
            </a:extLst>
          </p:cNvPr>
          <p:cNvSpPr txBox="1"/>
          <p:nvPr>
            <p:custDataLst>
              <p:tags r:id="rId43"/>
            </p:custDataLst>
          </p:nvPr>
        </p:nvSpPr>
        <p:spPr>
          <a:xfrm>
            <a:off x="2669592" y="4891000"/>
            <a:ext cx="1752600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</a:t>
            </a:r>
          </a:p>
        </p:txBody>
      </p:sp>
      <p:sp>
        <p:nvSpPr>
          <p:cNvPr id="13" name="Line 15">
            <a:extLst>
              <a:ext uri="{FF2B5EF4-FFF2-40B4-BE49-F238E27FC236}">
                <a16:creationId xmlns:a16="http://schemas.microsoft.com/office/drawing/2014/main" id="{94D7E2F0-2C27-CDAF-3833-9E7AA3009A2D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5869260" y="4710980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0726DACF-A673-4E60-51FD-D08324A03452}"/>
              </a:ext>
            </a:extLst>
          </p:cNvPr>
          <p:cNvSpPr txBox="1"/>
          <p:nvPr>
            <p:custDataLst>
              <p:tags r:id="rId45"/>
            </p:custDataLst>
          </p:nvPr>
        </p:nvSpPr>
        <p:spPr>
          <a:xfrm>
            <a:off x="6364560" y="4299774"/>
            <a:ext cx="953292" cy="460375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</a:t>
            </a:r>
          </a:p>
        </p:txBody>
      </p:sp>
      <p:sp>
        <p:nvSpPr>
          <p:cNvPr id="15" name="Text Box 28">
            <a:extLst>
              <a:ext uri="{FF2B5EF4-FFF2-40B4-BE49-F238E27FC236}">
                <a16:creationId xmlns:a16="http://schemas.microsoft.com/office/drawing/2014/main" id="{0D2E7464-B51A-3844-B153-AD4D886D64F5}"/>
              </a:ext>
            </a:extLst>
          </p:cNvPr>
          <p:cNvSpPr txBox="1"/>
          <p:nvPr>
            <p:custDataLst>
              <p:tags r:id="rId46"/>
            </p:custDataLst>
          </p:nvPr>
        </p:nvSpPr>
        <p:spPr>
          <a:xfrm>
            <a:off x="5335859" y="1771895"/>
            <a:ext cx="2802078" cy="461665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登入、登出账数据</a:t>
            </a:r>
          </a:p>
        </p:txBody>
      </p:sp>
      <p:sp>
        <p:nvSpPr>
          <p:cNvPr id="16" name="Text Box 28">
            <a:extLst>
              <a:ext uri="{FF2B5EF4-FFF2-40B4-BE49-F238E27FC236}">
                <a16:creationId xmlns:a16="http://schemas.microsoft.com/office/drawing/2014/main" id="{15204F5F-EE1C-449C-1EEC-D35E9B2A9DC0}"/>
              </a:ext>
            </a:extLst>
          </p:cNvPr>
          <p:cNvSpPr txBox="1"/>
          <p:nvPr/>
        </p:nvSpPr>
        <p:spPr>
          <a:xfrm>
            <a:off x="4296204" y="3213655"/>
            <a:ext cx="1087166" cy="830997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台账数据</a:t>
            </a:r>
          </a:p>
        </p:txBody>
      </p:sp>
      <p:sp>
        <p:nvSpPr>
          <p:cNvPr id="17" name="Text Box 28">
            <a:extLst>
              <a:ext uri="{FF2B5EF4-FFF2-40B4-BE49-F238E27FC236}">
                <a16:creationId xmlns:a16="http://schemas.microsoft.com/office/drawing/2014/main" id="{D60A7AE7-2A6D-25DF-9374-041642387DED}"/>
              </a:ext>
            </a:extLst>
          </p:cNvPr>
          <p:cNvSpPr txBox="1"/>
          <p:nvPr/>
        </p:nvSpPr>
        <p:spPr>
          <a:xfrm>
            <a:off x="6058986" y="2935796"/>
            <a:ext cx="2078939" cy="461665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台账数据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97411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3714478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3.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数据流程图的层次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3" name="Text Box 2050">
            <a:extLst>
              <a:ext uri="{FF2B5EF4-FFF2-40B4-BE49-F238E27FC236}">
                <a16:creationId xmlns:a16="http://schemas.microsoft.com/office/drawing/2014/main" id="{C205D9FF-6AA8-6836-62D3-51B48CFDC73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71600" y="1951284"/>
            <a:ext cx="2951812" cy="473360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Clr>
                <a:srgbClr val="FF0000"/>
              </a:buClr>
              <a:buSz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数据流程图是分层次的，绘制时采取“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自顶向下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”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逐层分解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的方法。</a:t>
            </a:r>
            <a:endParaRPr lang="en-US" altLang="zh-CN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eaLnBrk="1" hangingPunct="1">
              <a:buClr>
                <a:schemeClr val="tx1"/>
              </a:buClr>
              <a:buSzTx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首先，画顶层（第一层）数据流程图，说明系统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总的处理功能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输入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和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输出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；</a:t>
            </a:r>
            <a:endParaRPr lang="en-US" altLang="zh-CN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eaLnBrk="1" hangingPunct="1">
              <a:buClr>
                <a:schemeClr val="tx1"/>
              </a:buClr>
              <a:buSzTx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然后，对顶层中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“处理”进行分解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，得到第二层数据流程图。</a:t>
            </a:r>
            <a:endParaRPr lang="en-US" altLang="zh-CN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eaLnBrk="1" hangingPunct="1">
              <a:buClr>
                <a:schemeClr val="tx1"/>
              </a:buClr>
              <a:buSzTx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然后，</a:t>
            </a: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……</a:t>
            </a:r>
          </a:p>
          <a:p>
            <a:pPr marL="0" lvl="0" indent="0" eaLnBrk="1" hangingPunct="1">
              <a:buClr>
                <a:srgbClr val="FF0000"/>
              </a:buClr>
              <a:buSzTx/>
              <a:buNone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pic>
        <p:nvPicPr>
          <p:cNvPr id="5" name="Picture 24">
            <a:extLst>
              <a:ext uri="{FF2B5EF4-FFF2-40B4-BE49-F238E27FC236}">
                <a16:creationId xmlns:a16="http://schemas.microsoft.com/office/drawing/2014/main" id="{CE7E6ECB-8DD9-D100-B31D-9FB4D9454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6382" y="1951284"/>
            <a:ext cx="4463548" cy="4120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886699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3714478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3.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数据流程图的层次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75491136-79B8-26AD-B9E1-3B7E9587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349" y="2126628"/>
            <a:ext cx="544513" cy="4048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</a:extLst>
        </p:spPr>
        <p:txBody>
          <a:bodyPr lIns="53035" tIns="26518" rIns="53035" bIns="26518"/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b="1" dirty="0"/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087E7B6F-FED4-A458-5E32-9AFFC69B6E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8874" y="2218703"/>
            <a:ext cx="6175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682D83C8-971B-C14B-BE32-F2FA996EA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4924" y="2133896"/>
            <a:ext cx="249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b</a:t>
            </a:r>
            <a:endParaRPr lang="en-US" altLang="zh-CN" sz="2000" b="1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C0CB6C33-5BCE-AB5B-E0B6-DE5C2A212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944038"/>
            <a:ext cx="978025" cy="523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ctr"/>
            <a:r>
              <a:rPr lang="zh-CN" altLang="en-US" sz="22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顶层</a:t>
            </a:r>
            <a:endParaRPr lang="en-US" altLang="zh-CN" sz="1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/>
            <a:r>
              <a:rPr lang="en-US" altLang="zh-CN" sz="1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(1</a:t>
            </a:r>
            <a:r>
              <a:rPr lang="zh-CN" altLang="en-US" sz="1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层</a:t>
            </a:r>
            <a:r>
              <a:rPr lang="en-US" altLang="zh-CN" sz="1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sz="22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6A64DFA1-B775-7FB8-A239-4E43E63620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453506" y="2420888"/>
            <a:ext cx="6175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433C3AC4-8B42-6C5D-A561-64804F5B7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0312" y="2021853"/>
            <a:ext cx="2397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e</a:t>
            </a:r>
            <a:endParaRPr lang="en-US" altLang="zh-CN" sz="2000" b="1"/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364A960C-6603-CD5B-6E1E-F449039F42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8894" y="2348880"/>
            <a:ext cx="6175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EF473515-82DB-F63D-0594-497568667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2781" y="3162349"/>
            <a:ext cx="520700" cy="344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ctr"/>
            <a:r>
              <a:rPr lang="en-US" altLang="zh-CN" sz="20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3399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baseline="-25000" dirty="0">
                <a:solidFill>
                  <a:srgbClr val="FF3399"/>
                </a:solidFill>
              </a:rPr>
              <a:t>1</a:t>
            </a:r>
            <a:endParaRPr lang="en-US" altLang="zh-CN" b="1" dirty="0">
              <a:solidFill>
                <a:srgbClr val="FF3399"/>
              </a:solidFill>
            </a:endParaRP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8D0B6173-7D85-B527-3E02-232124803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106" y="3162349"/>
            <a:ext cx="577850" cy="344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ctr"/>
            <a:r>
              <a:rPr lang="en-US" altLang="zh-CN" sz="1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16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600" b="1" baseline="-25000" dirty="0">
                <a:solidFill>
                  <a:srgbClr val="FF3300"/>
                </a:solidFill>
              </a:rPr>
              <a:t>3</a:t>
            </a:r>
            <a:endParaRPr lang="en-US" altLang="zh-CN" sz="1600" b="1" dirty="0"/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4ADE0393-9912-0C1B-E31A-762510C3F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8656" y="3784649"/>
            <a:ext cx="520700" cy="344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ctr"/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baseline="-25000" dirty="0">
                <a:solidFill>
                  <a:schemeClr val="hlink"/>
                </a:solidFill>
              </a:rPr>
              <a:t>2</a:t>
            </a:r>
            <a:endParaRPr lang="en-US" altLang="zh-CN" sz="2000" b="1" dirty="0">
              <a:solidFill>
                <a:schemeClr val="hlink"/>
              </a:solidFill>
            </a:endParaRPr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1E4140DE-FAE8-CB69-F2FC-8CC5BC5C42D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3481" y="3335387"/>
            <a:ext cx="7508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FD094AC0-20B1-76B8-F1FD-FE63A4C2FD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9356" y="3956099"/>
            <a:ext cx="10985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B36E7C80-4CA6-43E6-2810-FD7C219369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7906" y="3525887"/>
            <a:ext cx="0" cy="430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6507161F-9755-D0FA-9CDC-B036DCF56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0181" y="3654474"/>
            <a:ext cx="24765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d</a:t>
            </a:r>
            <a:endParaRPr lang="en-US" altLang="zh-CN" sz="2000" b="1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83ED342C-BC84-3952-3B5B-053ACA15CF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56669" y="3314749"/>
            <a:ext cx="6175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Box 21">
            <a:extLst>
              <a:ext uri="{FF2B5EF4-FFF2-40B4-BE49-F238E27FC236}">
                <a16:creationId xmlns:a16="http://schemas.microsoft.com/office/drawing/2014/main" id="{4B8C3114-7803-3C6C-901F-6D2ADB690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2881" y="2979117"/>
            <a:ext cx="236538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latin typeface="Times New Roman" panose="02020603050405020304" pitchFamily="18" charset="0"/>
              </a:rPr>
              <a:t>a</a:t>
            </a:r>
            <a:endParaRPr lang="en-US" altLang="zh-CN" sz="2000" b="1" dirty="0"/>
          </a:p>
        </p:txBody>
      </p:sp>
      <p:sp>
        <p:nvSpPr>
          <p:cNvPr id="24" name="Text Box 22">
            <a:extLst>
              <a:ext uri="{FF2B5EF4-FFF2-40B4-BE49-F238E27FC236}">
                <a16:creationId xmlns:a16="http://schemas.microsoft.com/office/drawing/2014/main" id="{8A1CDAAE-3F99-ABE7-F921-EF10A2338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2719" y="3647455"/>
            <a:ext cx="24765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latin typeface="Times New Roman" panose="02020603050405020304" pitchFamily="18" charset="0"/>
              </a:rPr>
              <a:t>b</a:t>
            </a:r>
            <a:endParaRPr lang="en-US" altLang="zh-CN" sz="2000" b="1" dirty="0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94CF0BBC-6896-5A1D-28D8-2539DD4C2F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56669" y="3983087"/>
            <a:ext cx="6175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Box 24">
            <a:extLst>
              <a:ext uri="{FF2B5EF4-FFF2-40B4-BE49-F238E27FC236}">
                <a16:creationId xmlns:a16="http://schemas.microsoft.com/office/drawing/2014/main" id="{BA217E90-AB91-9925-27EA-70B431B37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847" y="4955554"/>
            <a:ext cx="923925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2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2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层</a:t>
            </a:r>
          </a:p>
        </p:txBody>
      </p:sp>
      <p:sp>
        <p:nvSpPr>
          <p:cNvPr id="27" name="Text Box 25">
            <a:extLst>
              <a:ext uri="{FF2B5EF4-FFF2-40B4-BE49-F238E27FC236}">
                <a16:creationId xmlns:a16="http://schemas.microsoft.com/office/drawing/2014/main" id="{EC4706A6-7598-4B15-68B7-0313E5A66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5581" y="3006774"/>
            <a:ext cx="239713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e</a:t>
            </a:r>
            <a:endParaRPr lang="en-US" altLang="zh-CN" sz="2000" b="1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6982F5A7-A373-229E-3733-D9D87D60BB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9531" y="3305224"/>
            <a:ext cx="6191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7B4A33D1-FCDB-6CED-BE54-23EB8F45A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3356" y="3006774"/>
            <a:ext cx="239713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c</a:t>
            </a:r>
            <a:endParaRPr lang="en-US" altLang="zh-CN" sz="2000" b="1"/>
          </a:p>
        </p:txBody>
      </p:sp>
      <p:sp>
        <p:nvSpPr>
          <p:cNvPr id="30" name="Text Box 28">
            <a:extLst>
              <a:ext uri="{FF2B5EF4-FFF2-40B4-BE49-F238E27FC236}">
                <a16:creationId xmlns:a16="http://schemas.microsoft.com/office/drawing/2014/main" id="{5C6757BB-F7DD-7A20-4285-A280B9464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8773" y="4951114"/>
            <a:ext cx="577850" cy="344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3399"/>
                </a:solidFill>
                <a:latin typeface="Times New Roman" panose="02020603050405020304" pitchFamily="18" charset="0"/>
              </a:rPr>
              <a:t>111</a:t>
            </a:r>
            <a:endParaRPr lang="en-US" altLang="zh-CN" sz="2000" b="1" dirty="0">
              <a:solidFill>
                <a:srgbClr val="FF3399"/>
              </a:solidFill>
            </a:endParaRPr>
          </a:p>
        </p:txBody>
      </p:sp>
      <p:sp>
        <p:nvSpPr>
          <p:cNvPr id="31" name="Text Box 29">
            <a:extLst>
              <a:ext uri="{FF2B5EF4-FFF2-40B4-BE49-F238E27FC236}">
                <a16:creationId xmlns:a16="http://schemas.microsoft.com/office/drawing/2014/main" id="{6678ED3C-A71D-9096-5196-172639D86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773" y="4951114"/>
            <a:ext cx="577850" cy="344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3399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baseline="-25000" dirty="0">
                <a:solidFill>
                  <a:srgbClr val="FF3399"/>
                </a:solidFill>
              </a:rPr>
              <a:t>12</a:t>
            </a:r>
            <a:endParaRPr lang="en-US" altLang="zh-CN" sz="2000" b="1" baseline="-25000" dirty="0">
              <a:solidFill>
                <a:srgbClr val="FF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39797B37-4F53-584E-37C9-6F558BBB3A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5623" y="5319414"/>
            <a:ext cx="0" cy="4365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AF87A1B8-5CBE-B930-8535-0D1E243A67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5623" y="5755977"/>
            <a:ext cx="5651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34" name="Text Box 32">
            <a:extLst>
              <a:ext uri="{FF2B5EF4-FFF2-40B4-BE49-F238E27FC236}">
                <a16:creationId xmlns:a16="http://schemas.microsoft.com/office/drawing/2014/main" id="{85413424-D8B8-EDC9-8459-3F5959D5B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773" y="5560714"/>
            <a:ext cx="5778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3399"/>
                </a:solidFill>
                <a:latin typeface="Times New Roman" panose="02020603050405020304" pitchFamily="18" charset="0"/>
              </a:rPr>
              <a:t>113</a:t>
            </a:r>
          </a:p>
        </p:txBody>
      </p:sp>
      <p:sp>
        <p:nvSpPr>
          <p:cNvPr id="35" name="Line 33">
            <a:extLst>
              <a:ext uri="{FF2B5EF4-FFF2-40B4-BE49-F238E27FC236}">
                <a16:creationId xmlns:a16="http://schemas.microsoft.com/office/drawing/2014/main" id="{6381865E-AA78-B2A4-15CE-725C712720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0010" y="5295602"/>
            <a:ext cx="0" cy="273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36" name="Text Box 34">
            <a:extLst>
              <a:ext uri="{FF2B5EF4-FFF2-40B4-BE49-F238E27FC236}">
                <a16:creationId xmlns:a16="http://schemas.microsoft.com/office/drawing/2014/main" id="{424BE526-576F-932F-0179-5ED75BF1A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8260" y="4794943"/>
            <a:ext cx="2381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latin typeface="Times New Roman" panose="02020603050405020304" pitchFamily="18" charset="0"/>
              </a:rPr>
              <a:t>a</a:t>
            </a:r>
          </a:p>
          <a:p>
            <a:pPr algn="just"/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7" name="Text Box 35">
            <a:extLst>
              <a:ext uri="{FF2B5EF4-FFF2-40B4-BE49-F238E27FC236}">
                <a16:creationId xmlns:a16="http://schemas.microsoft.com/office/drawing/2014/main" id="{44A44BC1-BAD7-D759-94BB-4F5C8397D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1160" y="4804468"/>
            <a:ext cx="239713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c</a:t>
            </a:r>
            <a:endParaRPr lang="en-US" altLang="zh-CN" sz="2000" b="1"/>
          </a:p>
        </p:txBody>
      </p:sp>
      <p:sp>
        <p:nvSpPr>
          <p:cNvPr id="38" name="Text Box 36">
            <a:extLst>
              <a:ext uri="{FF2B5EF4-FFF2-40B4-BE49-F238E27FC236}">
                <a16:creationId xmlns:a16="http://schemas.microsoft.com/office/drawing/2014/main" id="{07378662-8661-96E9-6F3A-995DBC8E8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3861" y="5021163"/>
            <a:ext cx="592137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3300"/>
                </a:solidFill>
              </a:rPr>
              <a:t>131</a:t>
            </a:r>
            <a:endParaRPr lang="en-US" altLang="zh-CN" sz="2000" b="1" dirty="0"/>
          </a:p>
        </p:txBody>
      </p:sp>
      <p:sp>
        <p:nvSpPr>
          <p:cNvPr id="39" name="Text Box 37">
            <a:extLst>
              <a:ext uri="{FF2B5EF4-FFF2-40B4-BE49-F238E27FC236}">
                <a16:creationId xmlns:a16="http://schemas.microsoft.com/office/drawing/2014/main" id="{79B3117B-5F54-A46F-83C8-0BE7163CC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3861" y="5676801"/>
            <a:ext cx="592137" cy="3444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3300"/>
                </a:solidFill>
              </a:rPr>
              <a:t>13</a:t>
            </a:r>
            <a:r>
              <a:rPr lang="en-US" altLang="zh-CN" sz="20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endParaRPr lang="en-US" altLang="zh-CN" sz="2000" b="1" dirty="0"/>
          </a:p>
        </p:txBody>
      </p:sp>
      <p:sp>
        <p:nvSpPr>
          <p:cNvPr id="40" name="Text Box 38">
            <a:extLst>
              <a:ext uri="{FF2B5EF4-FFF2-40B4-BE49-F238E27FC236}">
                <a16:creationId xmlns:a16="http://schemas.microsoft.com/office/drawing/2014/main" id="{32BF8F0A-50E1-0A52-98CC-DEB1662F6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236" y="5364063"/>
            <a:ext cx="601662" cy="344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baseline="-25000" dirty="0">
                <a:solidFill>
                  <a:srgbClr val="FF3300"/>
                </a:solidFill>
              </a:rPr>
              <a:t>3</a:t>
            </a:r>
            <a:r>
              <a:rPr lang="en-US" altLang="zh-CN" sz="20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3</a:t>
            </a:r>
            <a:endParaRPr lang="en-US" altLang="zh-CN" sz="2000" b="1" dirty="0"/>
          </a:p>
        </p:txBody>
      </p:sp>
      <p:sp>
        <p:nvSpPr>
          <p:cNvPr id="41" name="Line 39">
            <a:extLst>
              <a:ext uri="{FF2B5EF4-FFF2-40B4-BE49-F238E27FC236}">
                <a16:creationId xmlns:a16="http://schemas.microsoft.com/office/drawing/2014/main" id="{0E22D0AB-E339-16F5-4B91-B8581932E3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39036" y="5230713"/>
            <a:ext cx="471487" cy="7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Line 40">
            <a:extLst>
              <a:ext uri="{FF2B5EF4-FFF2-40B4-BE49-F238E27FC236}">
                <a16:creationId xmlns:a16="http://schemas.microsoft.com/office/drawing/2014/main" id="{7CF4039F-4C75-9EEB-5DDF-E8CD92A8B7E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5998" y="5175151"/>
            <a:ext cx="5000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43" name="Line 41">
            <a:extLst>
              <a:ext uri="{FF2B5EF4-FFF2-40B4-BE49-F238E27FC236}">
                <a16:creationId xmlns:a16="http://schemas.microsoft.com/office/drawing/2014/main" id="{6194CAF8-0C0F-6CB3-6F95-4D6FDDD89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0711" y="5551388"/>
            <a:ext cx="4635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Text Box 42">
            <a:extLst>
              <a:ext uri="{FF2B5EF4-FFF2-40B4-BE49-F238E27FC236}">
                <a16:creationId xmlns:a16="http://schemas.microsoft.com/office/drawing/2014/main" id="{C9F841F2-EFFD-C362-8E09-ABBDB09BF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948" y="4933255"/>
            <a:ext cx="239713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45" name="Text Box 43">
            <a:extLst>
              <a:ext uri="{FF2B5EF4-FFF2-40B4-BE49-F238E27FC236}">
                <a16:creationId xmlns:a16="http://schemas.microsoft.com/office/drawing/2014/main" id="{90E73B71-9A88-C4BE-76FA-1185A1027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2061" y="5593655"/>
            <a:ext cx="24765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46" name="Line 44">
            <a:extLst>
              <a:ext uri="{FF2B5EF4-FFF2-40B4-BE49-F238E27FC236}">
                <a16:creationId xmlns:a16="http://schemas.microsoft.com/office/drawing/2014/main" id="{C6144C93-A218-4C1B-3642-00A5A6B39E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73961" y="5864126"/>
            <a:ext cx="471487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Line 45">
            <a:extLst>
              <a:ext uri="{FF2B5EF4-FFF2-40B4-BE49-F238E27FC236}">
                <a16:creationId xmlns:a16="http://schemas.microsoft.com/office/drawing/2014/main" id="{134884E5-1CF3-3F33-B3F9-DA185354FD0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5998" y="5864126"/>
            <a:ext cx="5000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48" name="Line 46">
            <a:extLst>
              <a:ext uri="{FF2B5EF4-FFF2-40B4-BE49-F238E27FC236}">
                <a16:creationId xmlns:a16="http://schemas.microsoft.com/office/drawing/2014/main" id="{145B6E5C-43E3-6B7D-B01A-73CB698BFF87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6061" y="5175151"/>
            <a:ext cx="0" cy="1889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49" name="Line 47">
            <a:extLst>
              <a:ext uri="{FF2B5EF4-FFF2-40B4-BE49-F238E27FC236}">
                <a16:creationId xmlns:a16="http://schemas.microsoft.com/office/drawing/2014/main" id="{37E432BA-15C6-7406-F753-AAFDA7AF55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36061" y="5708550"/>
            <a:ext cx="0" cy="1555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50" name="Text Box 48">
            <a:extLst>
              <a:ext uri="{FF2B5EF4-FFF2-40B4-BE49-F238E27FC236}">
                <a16:creationId xmlns:a16="http://schemas.microsoft.com/office/drawing/2014/main" id="{985AE684-1A88-B8CD-381D-058B53EF0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5161" y="5233292"/>
            <a:ext cx="2381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e</a:t>
            </a:r>
            <a:endParaRPr lang="en-US" altLang="zh-CN" sz="2000" b="1"/>
          </a:p>
        </p:txBody>
      </p:sp>
      <p:sp>
        <p:nvSpPr>
          <p:cNvPr id="51" name="Text Box 49">
            <a:extLst>
              <a:ext uri="{FF2B5EF4-FFF2-40B4-BE49-F238E27FC236}">
                <a16:creationId xmlns:a16="http://schemas.microsoft.com/office/drawing/2014/main" id="{295804F2-46D5-37FE-1110-98F2E1CDC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2052" y="5411489"/>
            <a:ext cx="496320" cy="344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just"/>
            <a:r>
              <a:rPr lang="en-US" altLang="zh-CN" sz="1800" b="1" dirty="0">
                <a:solidFill>
                  <a:srgbClr val="0099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1800" b="1" baseline="-25000" dirty="0">
                <a:solidFill>
                  <a:srgbClr val="009999"/>
                </a:solidFill>
              </a:rPr>
              <a:t>121</a:t>
            </a:r>
            <a:endParaRPr lang="en-US" altLang="zh-CN" sz="1800" b="1" dirty="0"/>
          </a:p>
        </p:txBody>
      </p:sp>
      <p:sp>
        <p:nvSpPr>
          <p:cNvPr id="52" name="Text Box 50">
            <a:extLst>
              <a:ext uri="{FF2B5EF4-FFF2-40B4-BE49-F238E27FC236}">
                <a16:creationId xmlns:a16="http://schemas.microsoft.com/office/drawing/2014/main" id="{12C83D73-8A19-62AD-DFD6-233AE6F27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7675" y="5398789"/>
            <a:ext cx="527090" cy="344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just"/>
            <a:r>
              <a:rPr lang="en-US" altLang="zh-CN" sz="1800" b="1" dirty="0">
                <a:solidFill>
                  <a:srgbClr val="0099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1800" b="1" baseline="-25000" dirty="0">
                <a:solidFill>
                  <a:srgbClr val="009999"/>
                </a:solidFill>
              </a:rPr>
              <a:t>12</a:t>
            </a:r>
            <a:r>
              <a:rPr lang="en-US" altLang="zh-CN" sz="1800" b="1" baseline="-25000" dirty="0">
                <a:solidFill>
                  <a:srgbClr val="009999"/>
                </a:solidFill>
                <a:latin typeface="Times New Roman" panose="02020603050405020304" pitchFamily="18" charset="0"/>
              </a:rPr>
              <a:t>2</a:t>
            </a:r>
            <a:endParaRPr lang="en-US" altLang="zh-CN" sz="1800" b="1" dirty="0"/>
          </a:p>
        </p:txBody>
      </p:sp>
      <p:sp>
        <p:nvSpPr>
          <p:cNvPr id="53" name="Text Box 51">
            <a:extLst>
              <a:ext uri="{FF2B5EF4-FFF2-40B4-BE49-F238E27FC236}">
                <a16:creationId xmlns:a16="http://schemas.microsoft.com/office/drawing/2014/main" id="{F6BDC0E6-0962-7017-7CDF-AEBB16724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8626" y="5411489"/>
            <a:ext cx="498996" cy="344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just"/>
            <a:r>
              <a:rPr lang="en-US" altLang="zh-CN" sz="1800" b="1" dirty="0">
                <a:solidFill>
                  <a:srgbClr val="0099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1800" b="1" baseline="-25000" dirty="0">
                <a:solidFill>
                  <a:srgbClr val="009999"/>
                </a:solidFill>
              </a:rPr>
              <a:t>12</a:t>
            </a:r>
            <a:r>
              <a:rPr lang="en-US" altLang="zh-CN" sz="1800" b="1" baseline="-25000" dirty="0">
                <a:solidFill>
                  <a:srgbClr val="009999"/>
                </a:solidFill>
                <a:latin typeface="Times New Roman" panose="02020603050405020304" pitchFamily="18" charset="0"/>
              </a:rPr>
              <a:t>3</a:t>
            </a:r>
            <a:endParaRPr lang="en-US" altLang="zh-CN" sz="1800" b="1" dirty="0"/>
          </a:p>
        </p:txBody>
      </p:sp>
      <p:sp>
        <p:nvSpPr>
          <p:cNvPr id="54" name="Line 52">
            <a:extLst>
              <a:ext uri="{FF2B5EF4-FFF2-40B4-BE49-F238E27FC236}">
                <a16:creationId xmlns:a16="http://schemas.microsoft.com/office/drawing/2014/main" id="{E68DC3AD-28E1-169B-F123-0AC4DFAE4E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7864" y="5635327"/>
            <a:ext cx="428931" cy="4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Line 53">
            <a:extLst>
              <a:ext uri="{FF2B5EF4-FFF2-40B4-BE49-F238E27FC236}">
                <a16:creationId xmlns:a16="http://schemas.microsoft.com/office/drawing/2014/main" id="{6ABAB7D0-CC58-A922-5F34-74E517C2C2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8623" y="5640089"/>
            <a:ext cx="24481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56" name="Line 54">
            <a:extLst>
              <a:ext uri="{FF2B5EF4-FFF2-40B4-BE49-F238E27FC236}">
                <a16:creationId xmlns:a16="http://schemas.microsoft.com/office/drawing/2014/main" id="{05945850-DCEB-2C52-7BFC-52F0B5FEC7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8064" y="5640088"/>
            <a:ext cx="230100" cy="47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57" name="Line 55">
            <a:extLst>
              <a:ext uri="{FF2B5EF4-FFF2-40B4-BE49-F238E27FC236}">
                <a16:creationId xmlns:a16="http://schemas.microsoft.com/office/drawing/2014/main" id="{7C58F220-8A6F-27A6-0637-09A9B6729D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0152" y="5640089"/>
            <a:ext cx="366346" cy="47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Text Box 56">
            <a:extLst>
              <a:ext uri="{FF2B5EF4-FFF2-40B4-BE49-F238E27FC236}">
                <a16:creationId xmlns:a16="http://schemas.microsoft.com/office/drawing/2014/main" id="{E9FC824F-DA93-DC15-9CD1-087E553C0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253" y="5332164"/>
            <a:ext cx="239651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latin typeface="Times New Roman" panose="02020603050405020304" pitchFamily="18" charset="0"/>
              </a:rPr>
              <a:t>b</a:t>
            </a:r>
            <a:endParaRPr lang="en-US" altLang="zh-CN" sz="2000" b="1" dirty="0"/>
          </a:p>
        </p:txBody>
      </p:sp>
      <p:sp>
        <p:nvSpPr>
          <p:cNvPr id="59" name="Text Box 57">
            <a:extLst>
              <a:ext uri="{FF2B5EF4-FFF2-40B4-BE49-F238E27FC236}">
                <a16:creationId xmlns:a16="http://schemas.microsoft.com/office/drawing/2014/main" id="{4A129B95-8BEF-3216-FAF4-005E32B69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7302" y="5327401"/>
            <a:ext cx="23812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d</a:t>
            </a:r>
            <a:endParaRPr lang="en-US" altLang="zh-CN" sz="2000" b="1"/>
          </a:p>
        </p:txBody>
      </p:sp>
      <p:sp>
        <p:nvSpPr>
          <p:cNvPr id="60" name="Line 58">
            <a:extLst>
              <a:ext uri="{FF2B5EF4-FFF2-40B4-BE49-F238E27FC236}">
                <a16:creationId xmlns:a16="http://schemas.microsoft.com/office/drawing/2014/main" id="{C7B14009-711E-A134-26AB-D5479AE3F4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1160" y="5130502"/>
            <a:ext cx="2492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Line 59">
            <a:extLst>
              <a:ext uri="{FF2B5EF4-FFF2-40B4-BE49-F238E27FC236}">
                <a16:creationId xmlns:a16="http://schemas.microsoft.com/office/drawing/2014/main" id="{E27C2B6C-F5DD-3886-E13E-BA24B76BE3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7473" y="5130502"/>
            <a:ext cx="2508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Line 60">
            <a:extLst>
              <a:ext uri="{FF2B5EF4-FFF2-40B4-BE49-F238E27FC236}">
                <a16:creationId xmlns:a16="http://schemas.microsoft.com/office/drawing/2014/main" id="{FB5CD0D2-9D48-398F-0D8B-02EA2DE345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0273" y="5130502"/>
            <a:ext cx="19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63" name="Text Box 61">
            <a:extLst>
              <a:ext uri="{FF2B5EF4-FFF2-40B4-BE49-F238E27FC236}">
                <a16:creationId xmlns:a16="http://schemas.microsoft.com/office/drawing/2014/main" id="{3A06C927-C341-03FB-4762-01275A00C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4909" y="6107668"/>
            <a:ext cx="189865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层之三</a:t>
            </a:r>
          </a:p>
        </p:txBody>
      </p:sp>
      <p:sp>
        <p:nvSpPr>
          <p:cNvPr id="64" name="Text Box 65">
            <a:extLst>
              <a:ext uri="{FF2B5EF4-FFF2-40B4-BE49-F238E27FC236}">
                <a16:creationId xmlns:a16="http://schemas.microsoft.com/office/drawing/2014/main" id="{785B909F-A852-B61E-FE96-8CEEC7091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949" y="1790996"/>
            <a:ext cx="236538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a</a:t>
            </a:r>
            <a:endParaRPr lang="en-US" altLang="zh-CN" sz="2000" b="1"/>
          </a:p>
        </p:txBody>
      </p:sp>
      <p:sp>
        <p:nvSpPr>
          <p:cNvPr id="65" name="Text Box 66">
            <a:extLst>
              <a:ext uri="{FF2B5EF4-FFF2-40B4-BE49-F238E27FC236}">
                <a16:creationId xmlns:a16="http://schemas.microsoft.com/office/drawing/2014/main" id="{301506B1-8775-4A3E-E060-A7E7AD057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362" y="6083629"/>
            <a:ext cx="1655762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层之二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6" name="Text Box 67">
            <a:extLst>
              <a:ext uri="{FF2B5EF4-FFF2-40B4-BE49-F238E27FC236}">
                <a16:creationId xmlns:a16="http://schemas.microsoft.com/office/drawing/2014/main" id="{CC77EC90-EF69-D5B6-330E-816E7BA41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688" y="6107668"/>
            <a:ext cx="1349375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层之一</a:t>
            </a:r>
          </a:p>
        </p:txBody>
      </p:sp>
      <p:sp>
        <p:nvSpPr>
          <p:cNvPr id="67" name="AutoShape 69">
            <a:extLst>
              <a:ext uri="{FF2B5EF4-FFF2-40B4-BE49-F238E27FC236}">
                <a16:creationId xmlns:a16="http://schemas.microsoft.com/office/drawing/2014/main" id="{8A27A863-5836-12AF-F19F-A6BF9DB34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231" y="2924224"/>
            <a:ext cx="2232025" cy="1512888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" name="Text Box 24">
            <a:extLst>
              <a:ext uri="{FF2B5EF4-FFF2-40B4-BE49-F238E27FC236}">
                <a16:creationId xmlns:a16="http://schemas.microsoft.com/office/drawing/2014/main" id="{D812718C-E62B-4509-325D-64574ADD8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357" y="3327549"/>
            <a:ext cx="923925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2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2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34629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3714478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3.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数据流程图的层次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8BC398-ADF4-B020-6563-26C14F75A788}"/>
              </a:ext>
            </a:extLst>
          </p:cNvPr>
          <p:cNvSpPr txBox="1"/>
          <p:nvPr/>
        </p:nvSpPr>
        <p:spPr>
          <a:xfrm>
            <a:off x="703332" y="1959489"/>
            <a:ext cx="59724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b="1" dirty="0">
                <a:ea typeface="楷体" panose="02010609060101010101" charset="-122"/>
              </a:rPr>
              <a:t>例</a:t>
            </a:r>
            <a:r>
              <a:rPr kumimoji="1" lang="en-US" altLang="zh-CN" b="1" dirty="0">
                <a:ea typeface="楷体" panose="02010609060101010101" charset="-122"/>
              </a:rPr>
              <a:t> </a:t>
            </a:r>
            <a:r>
              <a:rPr kumimoji="1" lang="zh-CN" altLang="en-US" b="1" dirty="0">
                <a:ea typeface="楷体" panose="02010609060101010101" charset="-122"/>
              </a:rPr>
              <a:t>：学生成绩管理系统数据流程图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F48B545F-451D-C53B-F511-74E8384D3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993" y="2777932"/>
            <a:ext cx="16764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顶层：                        </a:t>
            </a:r>
          </a:p>
        </p:txBody>
      </p:sp>
      <p:sp>
        <p:nvSpPr>
          <p:cNvPr id="69" name="Rectangle 4">
            <a:extLst>
              <a:ext uri="{FF2B5EF4-FFF2-40B4-BE49-F238E27FC236}">
                <a16:creationId xmlns:a16="http://schemas.microsoft.com/office/drawing/2014/main" id="{88EC1BBD-56DF-6D73-CC2B-C07F100C4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506" y="3827872"/>
            <a:ext cx="2286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latin typeface="宋体" panose="02010600030101010101" pitchFamily="2" charset="-122"/>
              </a:rPr>
              <a:t>考试成绩登记表</a:t>
            </a:r>
          </a:p>
        </p:txBody>
      </p:sp>
      <p:sp>
        <p:nvSpPr>
          <p:cNvPr id="70" name="Line 5">
            <a:extLst>
              <a:ext uri="{FF2B5EF4-FFF2-40B4-BE49-F238E27FC236}">
                <a16:creationId xmlns:a16="http://schemas.microsoft.com/office/drawing/2014/main" id="{224FD6A7-2009-0DB0-C0FB-1D44899BFD7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1460" y="4759077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 useBgFill="1">
        <p:nvSpPr>
          <p:cNvPr id="71" name="AutoShape 6">
            <a:extLst>
              <a:ext uri="{FF2B5EF4-FFF2-40B4-BE49-F238E27FC236}">
                <a16:creationId xmlns:a16="http://schemas.microsoft.com/office/drawing/2014/main" id="{332E32F3-95E4-46B7-1950-A7CA155A6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460" y="3920877"/>
            <a:ext cx="1579563" cy="1713507"/>
          </a:xfrm>
          <a:prstGeom prst="flowChartAlternateProcess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zh-CN" sz="2400" b="1" dirty="0">
              <a:latin typeface="宋体" panose="02010600030101010101" pitchFamily="2" charset="-122"/>
            </a:endParaRPr>
          </a:p>
          <a:p>
            <a:pPr algn="ctr"/>
            <a:endParaRPr kumimoji="1" lang="en-US" altLang="zh-CN" sz="2400" b="1" dirty="0">
              <a:latin typeface="宋体" panose="02010600030101010101" pitchFamily="2" charset="-122"/>
            </a:endParaRPr>
          </a:p>
          <a:p>
            <a:pPr algn="ctr"/>
            <a:endParaRPr kumimoji="1" lang="zh-CN" altLang="en-US" sz="2400" b="1" dirty="0">
              <a:latin typeface="宋体" panose="02010600030101010101" pitchFamily="2" charset="-122"/>
            </a:endParaRPr>
          </a:p>
          <a:p>
            <a:pPr algn="ctr"/>
            <a:endParaRPr kumimoji="1" lang="en-US" altLang="zh-CN" sz="2400" dirty="0">
              <a:latin typeface="宋体" panose="02010600030101010101" pitchFamily="2" charset="-122"/>
            </a:endParaRPr>
          </a:p>
        </p:txBody>
      </p:sp>
      <p:sp>
        <p:nvSpPr>
          <p:cNvPr id="72" name="Line 7">
            <a:extLst>
              <a:ext uri="{FF2B5EF4-FFF2-40B4-BE49-F238E27FC236}">
                <a16:creationId xmlns:a16="http://schemas.microsoft.com/office/drawing/2014/main" id="{AC751BEF-BDA1-B78A-6DCA-77B6E8F6EA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92460" y="4293096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3" name="Line 11">
            <a:extLst>
              <a:ext uri="{FF2B5EF4-FFF2-40B4-BE49-F238E27FC236}">
                <a16:creationId xmlns:a16="http://schemas.microsoft.com/office/drawing/2014/main" id="{6E1A78E2-7FA1-2C36-FF81-D94C0A618B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7460" y="4454277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4" name="Text Box 15">
            <a:extLst>
              <a:ext uri="{FF2B5EF4-FFF2-40B4-BE49-F238E27FC236}">
                <a16:creationId xmlns:a16="http://schemas.microsoft.com/office/drawing/2014/main" id="{6F81F5E9-3BEF-BB0B-EE0C-B2BB22D00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7023" y="3267362"/>
            <a:ext cx="19256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宋体" panose="02010600030101010101" pitchFamily="2" charset="-122"/>
              </a:rPr>
              <a:t>个人成绩单</a:t>
            </a:r>
          </a:p>
        </p:txBody>
      </p:sp>
      <p:sp>
        <p:nvSpPr>
          <p:cNvPr id="75" name="Text Box 16">
            <a:extLst>
              <a:ext uri="{FF2B5EF4-FFF2-40B4-BE49-F238E27FC236}">
                <a16:creationId xmlns:a16="http://schemas.microsoft.com/office/drawing/2014/main" id="{33F382FF-B455-F079-6ACB-4A1775A80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2460" y="4406170"/>
            <a:ext cx="1371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宋体" panose="02010600030101010101" pitchFamily="2" charset="-122"/>
              </a:rPr>
              <a:t>成绩表</a:t>
            </a:r>
          </a:p>
        </p:txBody>
      </p:sp>
      <p:sp>
        <p:nvSpPr>
          <p:cNvPr id="76" name="Text Box 17">
            <a:extLst>
              <a:ext uri="{FF2B5EF4-FFF2-40B4-BE49-F238E27FC236}">
                <a16:creationId xmlns:a16="http://schemas.microsoft.com/office/drawing/2014/main" id="{AA3E4A9A-D6AE-B543-8863-E1278F16B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2460" y="5549170"/>
            <a:ext cx="1371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>
                <a:latin typeface="宋体" panose="02010600030101010101" pitchFamily="2" charset="-122"/>
              </a:rPr>
              <a:t>重修表</a:t>
            </a:r>
          </a:p>
        </p:txBody>
      </p:sp>
      <p:sp>
        <p:nvSpPr>
          <p:cNvPr id="77" name="Line 18">
            <a:extLst>
              <a:ext uri="{FF2B5EF4-FFF2-40B4-BE49-F238E27FC236}">
                <a16:creationId xmlns:a16="http://schemas.microsoft.com/office/drawing/2014/main" id="{598C19D0-BC02-E7E7-E567-31953EBB9D1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83260" y="3616077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8" name="Line 19">
            <a:extLst>
              <a:ext uri="{FF2B5EF4-FFF2-40B4-BE49-F238E27FC236}">
                <a16:creationId xmlns:a16="http://schemas.microsoft.com/office/drawing/2014/main" id="{5C204290-69E0-1622-8728-D011E6CDE5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3260" y="3616077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9" name="Line 26">
            <a:extLst>
              <a:ext uri="{FF2B5EF4-FFF2-40B4-BE49-F238E27FC236}">
                <a16:creationId xmlns:a16="http://schemas.microsoft.com/office/drawing/2014/main" id="{4A16B75C-BF00-087C-1555-A690024401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59460" y="567347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0" name="Line 27">
            <a:extLst>
              <a:ext uri="{FF2B5EF4-FFF2-40B4-BE49-F238E27FC236}">
                <a16:creationId xmlns:a16="http://schemas.microsoft.com/office/drawing/2014/main" id="{CDE6BC04-9C1F-9039-6447-EEA5D5C772E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9460" y="5902077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1" name="Line 28">
            <a:extLst>
              <a:ext uri="{FF2B5EF4-FFF2-40B4-BE49-F238E27FC236}">
                <a16:creationId xmlns:a16="http://schemas.microsoft.com/office/drawing/2014/main" id="{CF6CB11E-8D28-2342-7BA3-98BB427896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92460" y="4967064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2" name="Text Box 29">
            <a:extLst>
              <a:ext uri="{FF2B5EF4-FFF2-40B4-BE49-F238E27FC236}">
                <a16:creationId xmlns:a16="http://schemas.microsoft.com/office/drawing/2014/main" id="{01F6D80D-EAD5-A3E0-B5BE-91CEC3A50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193" y="4545111"/>
            <a:ext cx="18684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宋体" panose="02010600030101010101" pitchFamily="2" charset="-122"/>
              </a:rPr>
              <a:t>缓考名单</a:t>
            </a:r>
          </a:p>
        </p:txBody>
      </p:sp>
      <p:sp>
        <p:nvSpPr>
          <p:cNvPr id="83" name="Line 30">
            <a:extLst>
              <a:ext uri="{FF2B5EF4-FFF2-40B4-BE49-F238E27FC236}">
                <a16:creationId xmlns:a16="http://schemas.microsoft.com/office/drawing/2014/main" id="{B40A624F-F0A8-A28F-A19B-A75492E339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92460" y="5271864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4" name="Text Box 31">
            <a:extLst>
              <a:ext uri="{FF2B5EF4-FFF2-40B4-BE49-F238E27FC236}">
                <a16:creationId xmlns:a16="http://schemas.microsoft.com/office/drawing/2014/main" id="{5D81D17A-427A-AC7F-C69D-0046837FD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2983" y="5301208"/>
            <a:ext cx="17129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宋体" panose="02010600030101010101" pitchFamily="2" charset="-122"/>
              </a:rPr>
              <a:t>作弊名单</a:t>
            </a:r>
          </a:p>
        </p:txBody>
      </p:sp>
      <p:sp>
        <p:nvSpPr>
          <p:cNvPr id="85" name="Oval 35">
            <a:extLst>
              <a:ext uri="{FF2B5EF4-FFF2-40B4-BE49-F238E27FC236}">
                <a16:creationId xmlns:a16="http://schemas.microsoft.com/office/drawing/2014/main" id="{0B486520-E115-FA73-F126-BCD92068B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762" y="3789040"/>
            <a:ext cx="863600" cy="8651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/>
              <a:t>院系</a:t>
            </a:r>
          </a:p>
        </p:txBody>
      </p:sp>
      <p:sp>
        <p:nvSpPr>
          <p:cNvPr id="86" name="Oval 36">
            <a:extLst>
              <a:ext uri="{FF2B5EF4-FFF2-40B4-BE49-F238E27FC236}">
                <a16:creationId xmlns:a16="http://schemas.microsoft.com/office/drawing/2014/main" id="{D95CD0A0-10E8-2AED-D3D5-4602601FC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4715173"/>
            <a:ext cx="936625" cy="7905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/>
              <a:t>教务处</a:t>
            </a:r>
          </a:p>
        </p:txBody>
      </p:sp>
      <p:sp>
        <p:nvSpPr>
          <p:cNvPr id="87" name="Oval 37">
            <a:extLst>
              <a:ext uri="{FF2B5EF4-FFF2-40B4-BE49-F238E27FC236}">
                <a16:creationId xmlns:a16="http://schemas.microsoft.com/office/drawing/2014/main" id="{F370C935-5A09-E3D9-E6B0-2FA7C5B8C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485" y="2996952"/>
            <a:ext cx="1152525" cy="9382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/>
              <a:t>学生</a:t>
            </a:r>
          </a:p>
        </p:txBody>
      </p:sp>
      <p:sp>
        <p:nvSpPr>
          <p:cNvPr id="88" name="Oval 38">
            <a:extLst>
              <a:ext uri="{FF2B5EF4-FFF2-40B4-BE49-F238E27FC236}">
                <a16:creationId xmlns:a16="http://schemas.microsoft.com/office/drawing/2014/main" id="{1EB5FCD9-7026-A9FF-4F89-94178FCF1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510" y="4220915"/>
            <a:ext cx="1150938" cy="9366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/>
              <a:t>成绩</a:t>
            </a:r>
          </a:p>
          <a:p>
            <a:pPr algn="ctr"/>
            <a:r>
              <a:rPr lang="zh-CN" altLang="en-US" b="1"/>
              <a:t>管理科</a:t>
            </a:r>
          </a:p>
        </p:txBody>
      </p:sp>
      <p:sp>
        <p:nvSpPr>
          <p:cNvPr id="89" name="Oval 39">
            <a:extLst>
              <a:ext uri="{FF2B5EF4-FFF2-40B4-BE49-F238E27FC236}">
                <a16:creationId xmlns:a16="http://schemas.microsoft.com/office/drawing/2014/main" id="{BD771953-3874-2D60-9EDD-F6957DE49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948" y="5444877"/>
            <a:ext cx="1079500" cy="9366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/>
              <a:t>院系</a:t>
            </a:r>
          </a:p>
        </p:txBody>
      </p:sp>
      <p:sp>
        <p:nvSpPr>
          <p:cNvPr id="8" name="Line 11">
            <a:extLst>
              <a:ext uri="{FF2B5EF4-FFF2-40B4-BE49-F238E27FC236}">
                <a16:creationId xmlns:a16="http://schemas.microsoft.com/office/drawing/2014/main" id="{7BC7B13C-589A-71EC-6B80-06D3C3582D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7460" y="5085184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D7D5449B-6C78-BB8F-4F41-18D1A43A9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26" y="4605073"/>
            <a:ext cx="19256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成绩处理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52DD5A0C-A7E7-AC20-BCD2-16E074113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0685" y="4020379"/>
            <a:ext cx="19256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000" b="1" dirty="0">
                <a:latin typeface="宋体" panose="02010600030101010101" pitchFamily="2" charset="-122"/>
              </a:rPr>
              <a:t>0</a:t>
            </a:r>
            <a:endParaRPr kumimoji="1"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11" name="Text Box 15">
            <a:extLst>
              <a:ext uri="{FF2B5EF4-FFF2-40B4-BE49-F238E27FC236}">
                <a16:creationId xmlns:a16="http://schemas.microsoft.com/office/drawing/2014/main" id="{D7D5449B-6C78-BB8F-4F41-18D1A43A9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4422" y="5138535"/>
            <a:ext cx="19256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kumimoji="1" lang="zh-CN" altLang="en-US" sz="2000" b="1" dirty="0">
                <a:latin typeface="宋体" panose="02010600030101010101" pitchFamily="2" charset="-122"/>
              </a:rPr>
              <a:t>教务人员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52797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3714478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3.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数据流程图的层次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8BC398-ADF4-B020-6563-26C14F75A788}"/>
              </a:ext>
            </a:extLst>
          </p:cNvPr>
          <p:cNvSpPr txBox="1"/>
          <p:nvPr/>
        </p:nvSpPr>
        <p:spPr>
          <a:xfrm>
            <a:off x="703332" y="1959489"/>
            <a:ext cx="59724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b="1" dirty="0">
                <a:ea typeface="楷体" panose="02010609060101010101" charset="-122"/>
              </a:rPr>
              <a:t>例</a:t>
            </a:r>
            <a:r>
              <a:rPr kumimoji="1" lang="en-US" altLang="zh-CN" b="1" dirty="0">
                <a:ea typeface="楷体" panose="02010609060101010101" charset="-122"/>
              </a:rPr>
              <a:t> </a:t>
            </a:r>
            <a:r>
              <a:rPr kumimoji="1" lang="zh-CN" altLang="en-US" b="1" dirty="0">
                <a:ea typeface="楷体" panose="02010609060101010101" charset="-122"/>
              </a:rPr>
              <a:t>：学生成绩管理系统数据流程图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F48B545F-451D-C53B-F511-74E8384D3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509" y="2427197"/>
            <a:ext cx="16764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二层：                       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F0AD517-FECD-442F-8265-C90D6E53B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648" y="4530606"/>
            <a:ext cx="244827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kumimoji="1" lang="zh-CN" altLang="en-US" sz="1600" b="1" dirty="0">
                <a:latin typeface="宋体" panose="02010600030101010101" pitchFamily="2" charset="-122"/>
              </a:rPr>
              <a:t>考试成绩登记表</a:t>
            </a:r>
          </a:p>
        </p:txBody>
      </p:sp>
      <p:sp>
        <p:nvSpPr>
          <p:cNvPr id="9" name="Line 4">
            <a:extLst>
              <a:ext uri="{FF2B5EF4-FFF2-40B4-BE49-F238E27FC236}">
                <a16:creationId xmlns:a16="http://schemas.microsoft.com/office/drawing/2014/main" id="{8E3608B2-44BE-4B8B-9D1A-2448FB329C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4621" y="4825752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85FF62CF-C352-4CEA-A140-33B21222C26E}"/>
              </a:ext>
            </a:extLst>
          </p:cNvPr>
          <p:cNvSpPr>
            <a:spLocks noChangeArrowheads="1"/>
          </p:cNvSpPr>
          <p:nvPr/>
        </p:nvSpPr>
        <p:spPr bwMode="white">
          <a:xfrm>
            <a:off x="3014821" y="2996952"/>
            <a:ext cx="1328738" cy="1066800"/>
          </a:xfrm>
          <a:prstGeom prst="flowChartAlternate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kumimoji="1" lang="en-US" altLang="zh-CN" sz="2400" b="1" dirty="0">
              <a:latin typeface="宋体" panose="02010600030101010101" pitchFamily="2" charset="-122"/>
            </a:endParaRPr>
          </a:p>
          <a:p>
            <a:pPr algn="ctr"/>
            <a:endParaRPr kumimoji="1" lang="en-US" altLang="zh-CN" sz="2400" b="1" dirty="0">
              <a:latin typeface="宋体" panose="02010600030101010101" pitchFamily="2" charset="-122"/>
            </a:endParaRPr>
          </a:p>
          <a:p>
            <a:pPr algn="ctr"/>
            <a:r>
              <a:rPr kumimoji="1" lang="en-US" altLang="zh-CN" sz="2400" b="1" dirty="0">
                <a:latin typeface="宋体" panose="02010600030101010101" pitchFamily="2" charset="-122"/>
              </a:rPr>
              <a:t>1</a:t>
            </a:r>
          </a:p>
          <a:p>
            <a:pPr algn="ctr"/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缓考成</a:t>
            </a:r>
          </a:p>
          <a:p>
            <a:pPr algn="ctr"/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绩处理</a:t>
            </a:r>
          </a:p>
          <a:p>
            <a:pPr algn="ctr"/>
            <a:endParaRPr kumimoji="1" lang="zh-CN" altLang="en-US" sz="2400" b="1" dirty="0">
              <a:latin typeface="宋体" panose="02010600030101010101" pitchFamily="2" charset="-122"/>
            </a:endParaRPr>
          </a:p>
          <a:p>
            <a:pPr algn="ctr"/>
            <a:endParaRPr kumimoji="1" lang="en-US" altLang="zh-CN" sz="2400" dirty="0">
              <a:latin typeface="宋体" panose="02010600030101010101" pitchFamily="2" charset="-122"/>
            </a:endParaRPr>
          </a:p>
        </p:txBody>
      </p:sp>
      <p:sp>
        <p:nvSpPr>
          <p:cNvPr id="11" name="Line 6">
            <a:extLst>
              <a:ext uri="{FF2B5EF4-FFF2-40B4-BE49-F238E27FC236}">
                <a16:creationId xmlns:a16="http://schemas.microsoft.com/office/drawing/2014/main" id="{C94F0E8B-45F9-4A29-89C6-7ACFD7C91D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0821" y="4825752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377B545C-D79B-43CD-8869-395F0A5932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4821" y="3301752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2A8663E0-D71C-44B1-B846-F50998E0F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4001" y="3301752"/>
            <a:ext cx="17818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宋体" panose="02010600030101010101" pitchFamily="2" charset="-122"/>
              </a:rPr>
              <a:t>个人成绩单</a:t>
            </a:r>
          </a:p>
        </p:txBody>
      </p:sp>
      <p:sp>
        <p:nvSpPr>
          <p:cNvPr id="14" name="Text Box 15">
            <a:extLst>
              <a:ext uri="{FF2B5EF4-FFF2-40B4-BE49-F238E27FC236}">
                <a16:creationId xmlns:a16="http://schemas.microsoft.com/office/drawing/2014/main" id="{58226A12-7D04-497E-B65F-AF2FF22D9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5620" y="4354263"/>
            <a:ext cx="137159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宋体" panose="02010600030101010101" pitchFamily="2" charset="-122"/>
              </a:rPr>
              <a:t>成绩表</a:t>
            </a: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33F04721-1605-442A-8ED3-8CED12C00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5621" y="5511552"/>
            <a:ext cx="1371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>
                <a:latin typeface="宋体" panose="02010600030101010101" pitchFamily="2" charset="-122"/>
              </a:rPr>
              <a:t>重修表</a:t>
            </a:r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78129366-C07B-48FF-8206-CE23686F92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24621" y="3682752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D10CC021-8AB5-484E-A7E3-53C05C7D0F8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4621" y="3682752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8" name="Line 25">
            <a:extLst>
              <a:ext uri="{FF2B5EF4-FFF2-40B4-BE49-F238E27FC236}">
                <a16:creationId xmlns:a16="http://schemas.microsoft.com/office/drawing/2014/main" id="{780624C4-7F8A-4B7C-AB2B-6FDA75D7DF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24621" y="4825752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9" name="Line 26">
            <a:extLst>
              <a:ext uri="{FF2B5EF4-FFF2-40B4-BE49-F238E27FC236}">
                <a16:creationId xmlns:a16="http://schemas.microsoft.com/office/drawing/2014/main" id="{348B3BC4-C433-4A99-83A1-2E8C30EFFD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4621" y="5892552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0" name="AutoShape 27">
            <a:extLst>
              <a:ext uri="{FF2B5EF4-FFF2-40B4-BE49-F238E27FC236}">
                <a16:creationId xmlns:a16="http://schemas.microsoft.com/office/drawing/2014/main" id="{6A2BBCB3-70DF-4761-AA22-80EFF2D01BFD}"/>
              </a:ext>
            </a:extLst>
          </p:cNvPr>
          <p:cNvSpPr>
            <a:spLocks noChangeArrowheads="1"/>
          </p:cNvSpPr>
          <p:nvPr/>
        </p:nvSpPr>
        <p:spPr bwMode="white">
          <a:xfrm>
            <a:off x="3014821" y="4292352"/>
            <a:ext cx="1328738" cy="1066800"/>
          </a:xfrm>
          <a:prstGeom prst="flowChartAlternate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kumimoji="1" lang="en-US" altLang="zh-CN" sz="2400" b="1" dirty="0">
              <a:latin typeface="宋体" panose="02010600030101010101" pitchFamily="2" charset="-122"/>
            </a:endParaRPr>
          </a:p>
          <a:p>
            <a:pPr algn="ctr"/>
            <a:endParaRPr kumimoji="1" lang="en-US" altLang="zh-CN" sz="2400" b="1" dirty="0">
              <a:latin typeface="宋体" panose="02010600030101010101" pitchFamily="2" charset="-122"/>
            </a:endParaRPr>
          </a:p>
          <a:p>
            <a:pPr algn="ctr"/>
            <a:r>
              <a:rPr kumimoji="1" lang="en-US" altLang="zh-CN" sz="2400" b="1" dirty="0">
                <a:latin typeface="宋体" panose="02010600030101010101" pitchFamily="2" charset="-122"/>
              </a:rPr>
              <a:t>2</a:t>
            </a:r>
          </a:p>
          <a:p>
            <a:pPr algn="ctr"/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考试成</a:t>
            </a:r>
          </a:p>
          <a:p>
            <a:pPr algn="ctr"/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绩处理</a:t>
            </a:r>
          </a:p>
          <a:p>
            <a:pPr algn="ctr"/>
            <a:endParaRPr kumimoji="1" lang="zh-CN" altLang="en-US" sz="2400" b="1" dirty="0">
              <a:latin typeface="宋体" panose="02010600030101010101" pitchFamily="2" charset="-122"/>
            </a:endParaRPr>
          </a:p>
          <a:p>
            <a:pPr algn="ctr"/>
            <a:endParaRPr kumimoji="1" lang="en-US" altLang="zh-CN" sz="2400" dirty="0">
              <a:latin typeface="宋体" panose="02010600030101010101" pitchFamily="2" charset="-122"/>
            </a:endParaRPr>
          </a:p>
        </p:txBody>
      </p:sp>
      <p:sp>
        <p:nvSpPr>
          <p:cNvPr id="21" name="Line 28">
            <a:extLst>
              <a:ext uri="{FF2B5EF4-FFF2-40B4-BE49-F238E27FC236}">
                <a16:creationId xmlns:a16="http://schemas.microsoft.com/office/drawing/2014/main" id="{2A0D3D24-E2C1-4BCB-8968-AFD99DA991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4821" y="4597152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2" name="AutoShape 29">
            <a:extLst>
              <a:ext uri="{FF2B5EF4-FFF2-40B4-BE49-F238E27FC236}">
                <a16:creationId xmlns:a16="http://schemas.microsoft.com/office/drawing/2014/main" id="{DB3DC2E2-06F3-45BE-97EA-0B03F8715D87}"/>
              </a:ext>
            </a:extLst>
          </p:cNvPr>
          <p:cNvSpPr>
            <a:spLocks noChangeArrowheads="1"/>
          </p:cNvSpPr>
          <p:nvPr/>
        </p:nvSpPr>
        <p:spPr bwMode="white">
          <a:xfrm>
            <a:off x="3091021" y="5587752"/>
            <a:ext cx="1323975" cy="1066800"/>
          </a:xfrm>
          <a:prstGeom prst="flowChartAlternate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kumimoji="1" lang="en-US" altLang="zh-CN" sz="2400" b="1" dirty="0">
              <a:latin typeface="宋体" panose="02010600030101010101" pitchFamily="2" charset="-122"/>
            </a:endParaRPr>
          </a:p>
          <a:p>
            <a:pPr algn="ctr"/>
            <a:endParaRPr kumimoji="1" lang="en-US" altLang="zh-CN" sz="2400" b="1" dirty="0">
              <a:latin typeface="宋体" panose="02010600030101010101" pitchFamily="2" charset="-122"/>
            </a:endParaRPr>
          </a:p>
          <a:p>
            <a:pPr algn="ctr"/>
            <a:r>
              <a:rPr kumimoji="1" lang="en-US" altLang="zh-CN" sz="2400" b="1" dirty="0">
                <a:latin typeface="宋体" panose="02010600030101010101" pitchFamily="2" charset="-122"/>
              </a:rPr>
              <a:t>3</a:t>
            </a:r>
          </a:p>
          <a:p>
            <a:pPr algn="ctr"/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作弊成</a:t>
            </a:r>
          </a:p>
          <a:p>
            <a:pPr algn="ctr"/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绩处理</a:t>
            </a:r>
          </a:p>
          <a:p>
            <a:pPr algn="ctr"/>
            <a:endParaRPr kumimoji="1" lang="zh-CN" altLang="en-US" sz="2400" b="1" dirty="0">
              <a:latin typeface="宋体" panose="02010600030101010101" pitchFamily="2" charset="-122"/>
            </a:endParaRPr>
          </a:p>
          <a:p>
            <a:pPr algn="ctr"/>
            <a:endParaRPr kumimoji="1" lang="en-US" altLang="zh-CN" sz="2400" dirty="0">
              <a:latin typeface="宋体" panose="02010600030101010101" pitchFamily="2" charset="-122"/>
            </a:endParaRPr>
          </a:p>
        </p:txBody>
      </p:sp>
      <p:sp>
        <p:nvSpPr>
          <p:cNvPr id="23" name="Line 30">
            <a:extLst>
              <a:ext uri="{FF2B5EF4-FFF2-40B4-BE49-F238E27FC236}">
                <a16:creationId xmlns:a16="http://schemas.microsoft.com/office/drawing/2014/main" id="{DA2EF042-2BF9-45A2-9E5F-0AD1AA3590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1021" y="5892552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4" name="Line 31">
            <a:extLst>
              <a:ext uri="{FF2B5EF4-FFF2-40B4-BE49-F238E27FC236}">
                <a16:creationId xmlns:a16="http://schemas.microsoft.com/office/drawing/2014/main" id="{433B02EF-EA1F-4D60-BE6A-13D3035365F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7021" y="6044952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5" name="Line 32">
            <a:extLst>
              <a:ext uri="{FF2B5EF4-FFF2-40B4-BE49-F238E27FC236}">
                <a16:creationId xmlns:a16="http://schemas.microsoft.com/office/drawing/2014/main" id="{FB208D1D-BBB9-4134-914C-532DA3A1B08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7021" y="3682752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6" name="Line 33">
            <a:extLst>
              <a:ext uri="{FF2B5EF4-FFF2-40B4-BE49-F238E27FC236}">
                <a16:creationId xmlns:a16="http://schemas.microsoft.com/office/drawing/2014/main" id="{955078CB-95EA-4CB5-8D25-772A33D6D1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0221" y="4825752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7" name="Line 34">
            <a:extLst>
              <a:ext uri="{FF2B5EF4-FFF2-40B4-BE49-F238E27FC236}">
                <a16:creationId xmlns:a16="http://schemas.microsoft.com/office/drawing/2014/main" id="{77D8B2BF-D24B-476F-9035-63032448CD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6421" y="6197352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8" name="Text Box 35">
            <a:extLst>
              <a:ext uri="{FF2B5EF4-FFF2-40B4-BE49-F238E27FC236}">
                <a16:creationId xmlns:a16="http://schemas.microsoft.com/office/drawing/2014/main" id="{8AB9596A-A684-4CDA-A19A-549334AEC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5621" y="6178525"/>
            <a:ext cx="1371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宋体" panose="02010600030101010101" pitchFamily="2" charset="-122"/>
              </a:rPr>
              <a:t>重修表</a:t>
            </a:r>
          </a:p>
        </p:txBody>
      </p:sp>
      <p:sp>
        <p:nvSpPr>
          <p:cNvPr id="29" name="Text Box 36">
            <a:extLst>
              <a:ext uri="{FF2B5EF4-FFF2-40B4-BE49-F238E27FC236}">
                <a16:creationId xmlns:a16="http://schemas.microsoft.com/office/drawing/2014/main" id="{06C6A5CC-DF24-46DD-896A-D9C416858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221" y="3310179"/>
            <a:ext cx="12223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宋体" panose="02010600030101010101" pitchFamily="2" charset="-122"/>
              </a:rPr>
              <a:t>缓考名单</a:t>
            </a:r>
          </a:p>
        </p:txBody>
      </p:sp>
      <p:sp>
        <p:nvSpPr>
          <p:cNvPr id="30" name="Text Box 37">
            <a:extLst>
              <a:ext uri="{FF2B5EF4-FFF2-40B4-BE49-F238E27FC236}">
                <a16:creationId xmlns:a16="http://schemas.microsoft.com/office/drawing/2014/main" id="{D12EB860-DFD8-48E7-9795-4928DCC76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7665" y="5663952"/>
            <a:ext cx="16001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宋体" panose="02010600030101010101" pitchFamily="2" charset="-122"/>
              </a:rPr>
              <a:t>作弊名单</a:t>
            </a:r>
          </a:p>
        </p:txBody>
      </p:sp>
      <p:sp>
        <p:nvSpPr>
          <p:cNvPr id="31" name="Oval 50">
            <a:extLst>
              <a:ext uri="{FF2B5EF4-FFF2-40B4-BE49-F238E27FC236}">
                <a16:creationId xmlns:a16="http://schemas.microsoft.com/office/drawing/2014/main" id="{A976F4F6-4A16-4046-9549-1280706EC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646" y="3212455"/>
            <a:ext cx="1008063" cy="9366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b="1"/>
              <a:t>学生</a:t>
            </a:r>
          </a:p>
        </p:txBody>
      </p:sp>
      <p:sp>
        <p:nvSpPr>
          <p:cNvPr id="32" name="Oval 51">
            <a:extLst>
              <a:ext uri="{FF2B5EF4-FFF2-40B4-BE49-F238E27FC236}">
                <a16:creationId xmlns:a16="http://schemas.microsoft.com/office/drawing/2014/main" id="{E8666005-4A03-4304-AB03-D5E7938DB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328" y="4293319"/>
            <a:ext cx="1079500" cy="10080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b="1"/>
              <a:t>成绩</a:t>
            </a:r>
          </a:p>
          <a:p>
            <a:pPr algn="ctr"/>
            <a:r>
              <a:rPr lang="zh-CN" altLang="en-US" b="1"/>
              <a:t>管理科</a:t>
            </a:r>
          </a:p>
        </p:txBody>
      </p:sp>
      <p:sp>
        <p:nvSpPr>
          <p:cNvPr id="33" name="Oval 52">
            <a:extLst>
              <a:ext uri="{FF2B5EF4-FFF2-40B4-BE49-F238E27FC236}">
                <a16:creationId xmlns:a16="http://schemas.microsoft.com/office/drawing/2014/main" id="{246DC93D-A314-4D1A-A551-AEAFC17BD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8964" y="5517281"/>
            <a:ext cx="1079500" cy="10080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b="1"/>
              <a:t>院系</a:t>
            </a:r>
          </a:p>
        </p:txBody>
      </p:sp>
      <p:sp>
        <p:nvSpPr>
          <p:cNvPr id="34" name="Oval 53">
            <a:extLst>
              <a:ext uri="{FF2B5EF4-FFF2-40B4-BE49-F238E27FC236}">
                <a16:creationId xmlns:a16="http://schemas.microsoft.com/office/drawing/2014/main" id="{7C8BE3CD-7FA8-4AFC-9AC9-C561E56DC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4365104"/>
            <a:ext cx="1008062" cy="9366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b="1" dirty="0"/>
              <a:t>院系</a:t>
            </a:r>
          </a:p>
        </p:txBody>
      </p:sp>
      <p:sp>
        <p:nvSpPr>
          <p:cNvPr id="35" name="Oval 54">
            <a:extLst>
              <a:ext uri="{FF2B5EF4-FFF2-40B4-BE49-F238E27FC236}">
                <a16:creationId xmlns:a16="http://schemas.microsoft.com/office/drawing/2014/main" id="{531B8990-492F-4EBE-8B1D-D5705D6DD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64" y="3212455"/>
            <a:ext cx="1079500" cy="9366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b="1"/>
              <a:t>教务处</a:t>
            </a:r>
          </a:p>
        </p:txBody>
      </p:sp>
      <p:sp>
        <p:nvSpPr>
          <p:cNvPr id="36" name="Oval 55">
            <a:extLst>
              <a:ext uri="{FF2B5EF4-FFF2-40B4-BE49-F238E27FC236}">
                <a16:creationId xmlns:a16="http://schemas.microsoft.com/office/drawing/2014/main" id="{664089F2-68F4-479B-8459-963C2A75E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5517232"/>
            <a:ext cx="1079500" cy="10096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b="1"/>
              <a:t>教务处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36853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F48B545F-451D-C53B-F511-74E8384D3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924" y="1519004"/>
            <a:ext cx="16764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三层：                        </a:t>
            </a:r>
          </a:p>
        </p:txBody>
      </p:sp>
      <p:sp>
        <p:nvSpPr>
          <p:cNvPr id="106" name="Text Box 3">
            <a:extLst>
              <a:ext uri="{FF2B5EF4-FFF2-40B4-BE49-F238E27FC236}">
                <a16:creationId xmlns:a16="http://schemas.microsoft.com/office/drawing/2014/main" id="{417B5877-0A2E-FDD4-7420-EAD574D84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324" y="3231976"/>
            <a:ext cx="1905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>
                <a:latin typeface="宋体" panose="02010600030101010101" pitchFamily="2" charset="-122"/>
              </a:rPr>
              <a:t>考试成绩登记表</a:t>
            </a:r>
          </a:p>
        </p:txBody>
      </p:sp>
      <p:sp>
        <p:nvSpPr>
          <p:cNvPr id="107" name="Line 4">
            <a:extLst>
              <a:ext uri="{FF2B5EF4-FFF2-40B4-BE49-F238E27FC236}">
                <a16:creationId xmlns:a16="http://schemas.microsoft.com/office/drawing/2014/main" id="{5569E978-C439-430C-5EEC-F6301CCDBE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124" y="3612976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8" name="Line 5">
            <a:extLst>
              <a:ext uri="{FF2B5EF4-FFF2-40B4-BE49-F238E27FC236}">
                <a16:creationId xmlns:a16="http://schemas.microsoft.com/office/drawing/2014/main" id="{DD7C93A6-DEEC-B7D4-F3DA-3B405450F41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924" y="3612976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 useBgFill="1">
        <p:nvSpPr>
          <p:cNvPr id="109" name="AutoShape 6">
            <a:extLst>
              <a:ext uri="{FF2B5EF4-FFF2-40B4-BE49-F238E27FC236}">
                <a16:creationId xmlns:a16="http://schemas.microsoft.com/office/drawing/2014/main" id="{168143EC-24FF-1B0A-E707-3D4A3C805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124" y="3079576"/>
            <a:ext cx="1236663" cy="914400"/>
          </a:xfrm>
          <a:prstGeom prst="flowChartAlternateProcess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  <a:p>
            <a:pPr algn="ctr"/>
            <a:r>
              <a:rPr kumimoji="1" lang="en-US" altLang="zh-CN" sz="1600" b="1">
                <a:latin typeface="宋体" panose="02010600030101010101" pitchFamily="2" charset="-122"/>
              </a:rPr>
              <a:t>2.1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输入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考试成绩</a:t>
            </a:r>
          </a:p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</p:txBody>
      </p:sp>
      <p:sp useBgFill="1">
        <p:nvSpPr>
          <p:cNvPr id="110" name="AutoShape 7">
            <a:extLst>
              <a:ext uri="{FF2B5EF4-FFF2-40B4-BE49-F238E27FC236}">
                <a16:creationId xmlns:a16="http://schemas.microsoft.com/office/drawing/2014/main" id="{9B6AE4F3-3756-0D79-B24E-C2928AE6D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687" y="3079576"/>
            <a:ext cx="1290637" cy="914400"/>
          </a:xfrm>
          <a:prstGeom prst="flowChartAlternateProcess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600" b="1">
                <a:latin typeface="宋体" panose="02010600030101010101" pitchFamily="2" charset="-122"/>
              </a:rPr>
              <a:t>2.3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统计汇总</a:t>
            </a:r>
          </a:p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</p:txBody>
      </p:sp>
      <p:sp>
        <p:nvSpPr>
          <p:cNvPr id="111" name="Line 8">
            <a:extLst>
              <a:ext uri="{FF2B5EF4-FFF2-40B4-BE49-F238E27FC236}">
                <a16:creationId xmlns:a16="http://schemas.microsoft.com/office/drawing/2014/main" id="{13748767-1C8B-F01F-4D43-25B40E2305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924" y="513697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2" name="Line 9">
            <a:extLst>
              <a:ext uri="{FF2B5EF4-FFF2-40B4-BE49-F238E27FC236}">
                <a16:creationId xmlns:a16="http://schemas.microsoft.com/office/drawing/2014/main" id="{ED9B3407-0831-DEDA-9331-246F17D0F1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924" y="5822776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" name="Line 10">
            <a:extLst>
              <a:ext uri="{FF2B5EF4-FFF2-40B4-BE49-F238E27FC236}">
                <a16:creationId xmlns:a16="http://schemas.microsoft.com/office/drawing/2014/main" id="{6C2F7576-B1D2-AA08-8EB4-924CB640E2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924" y="5136976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4" name="Text Box 11">
            <a:extLst>
              <a:ext uri="{FF2B5EF4-FFF2-40B4-BE49-F238E27FC236}">
                <a16:creationId xmlns:a16="http://schemas.microsoft.com/office/drawing/2014/main" id="{4F9E873B-3780-C2ED-BD46-2FDF869D2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124" y="5213176"/>
            <a:ext cx="1219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zh-CN" sz="1600" b="1">
              <a:latin typeface="宋体" panose="02010600030101010101" pitchFamily="2" charset="-122"/>
            </a:endParaRPr>
          </a:p>
        </p:txBody>
      </p:sp>
      <p:sp>
        <p:nvSpPr>
          <p:cNvPr id="115" name="Rectangle 12">
            <a:extLst>
              <a:ext uri="{FF2B5EF4-FFF2-40B4-BE49-F238E27FC236}">
                <a16:creationId xmlns:a16="http://schemas.microsoft.com/office/drawing/2014/main" id="{A1EB18EE-731A-B253-38EE-1713A8E9A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924" y="5324301"/>
            <a:ext cx="15176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latin typeface="宋体" panose="02010600030101010101" pitchFamily="2" charset="-122"/>
              </a:rPr>
              <a:t>F1 </a:t>
            </a:r>
            <a:r>
              <a:rPr kumimoji="1" lang="zh-CN" altLang="en-US" sz="1600" b="1">
                <a:latin typeface="宋体" panose="02010600030101010101" pitchFamily="2" charset="-122"/>
              </a:rPr>
              <a:t>初始成绩库</a:t>
            </a:r>
          </a:p>
        </p:txBody>
      </p:sp>
      <p:sp>
        <p:nvSpPr>
          <p:cNvPr id="116" name="Line 13">
            <a:extLst>
              <a:ext uri="{FF2B5EF4-FFF2-40B4-BE49-F238E27FC236}">
                <a16:creationId xmlns:a16="http://schemas.microsoft.com/office/drawing/2014/main" id="{2A36D4B7-0BCF-145F-BC83-DD63E0366D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124" y="513697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7" name="Line 14">
            <a:extLst>
              <a:ext uri="{FF2B5EF4-FFF2-40B4-BE49-F238E27FC236}">
                <a16:creationId xmlns:a16="http://schemas.microsoft.com/office/drawing/2014/main" id="{A9FD4234-B9D4-8C87-2188-31833011F8D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124" y="5822776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8" name="Line 15">
            <a:extLst>
              <a:ext uri="{FF2B5EF4-FFF2-40B4-BE49-F238E27FC236}">
                <a16:creationId xmlns:a16="http://schemas.microsoft.com/office/drawing/2014/main" id="{E72179E7-6E32-EE0B-DF73-7E07A195D0B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124" y="5136976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9" name="Rectangle 16">
            <a:extLst>
              <a:ext uri="{FF2B5EF4-FFF2-40B4-BE49-F238E27FC236}">
                <a16:creationId xmlns:a16="http://schemas.microsoft.com/office/drawing/2014/main" id="{0C5CBD09-753C-FD60-3F87-A1DE20D21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124" y="5324301"/>
            <a:ext cx="15176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latin typeface="宋体" panose="02010600030101010101" pitchFamily="2" charset="-122"/>
              </a:rPr>
              <a:t>F2 </a:t>
            </a:r>
            <a:r>
              <a:rPr kumimoji="1" lang="zh-CN" altLang="en-US" sz="1600" b="1">
                <a:latin typeface="宋体" panose="02010600030101010101" pitchFamily="2" charset="-122"/>
              </a:rPr>
              <a:t>学生成绩库</a:t>
            </a:r>
          </a:p>
        </p:txBody>
      </p:sp>
      <p:sp>
        <p:nvSpPr>
          <p:cNvPr id="120" name="Line 20">
            <a:extLst>
              <a:ext uri="{FF2B5EF4-FFF2-40B4-BE49-F238E27FC236}">
                <a16:creationId xmlns:a16="http://schemas.microsoft.com/office/drawing/2014/main" id="{58712C78-BE9A-4AD2-B104-ED686F9CE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124" y="3384376"/>
            <a:ext cx="1219200" cy="15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1" name="Line 21">
            <a:extLst>
              <a:ext uri="{FF2B5EF4-FFF2-40B4-BE49-F238E27FC236}">
                <a16:creationId xmlns:a16="http://schemas.microsoft.com/office/drawing/2014/main" id="{556C6141-2523-3C9E-D6A0-98937F43F8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0687" y="3384376"/>
            <a:ext cx="1290637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2" name="Line 22">
            <a:extLst>
              <a:ext uri="{FF2B5EF4-FFF2-40B4-BE49-F238E27FC236}">
                <a16:creationId xmlns:a16="http://schemas.microsoft.com/office/drawing/2014/main" id="{783C489F-89D7-292C-9EA5-0E26392268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924" y="513697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3" name="Line 23">
            <a:extLst>
              <a:ext uri="{FF2B5EF4-FFF2-40B4-BE49-F238E27FC236}">
                <a16:creationId xmlns:a16="http://schemas.microsoft.com/office/drawing/2014/main" id="{58FB158E-7F4E-CD85-740D-7F8E568E72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124" y="513697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4" name="Text Box 27">
            <a:extLst>
              <a:ext uri="{FF2B5EF4-FFF2-40B4-BE49-F238E27FC236}">
                <a16:creationId xmlns:a16="http://schemas.microsoft.com/office/drawing/2014/main" id="{B6E7185A-50E2-C04D-5426-CD3749A07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324" y="2165176"/>
            <a:ext cx="152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>
                <a:latin typeface="宋体" panose="02010600030101010101" pitchFamily="2" charset="-122"/>
              </a:rPr>
              <a:t>个人成绩单</a:t>
            </a:r>
          </a:p>
        </p:txBody>
      </p:sp>
      <p:sp>
        <p:nvSpPr>
          <p:cNvPr id="125" name="Text Box 28">
            <a:extLst>
              <a:ext uri="{FF2B5EF4-FFF2-40B4-BE49-F238E27FC236}">
                <a16:creationId xmlns:a16="http://schemas.microsoft.com/office/drawing/2014/main" id="{23BAAF10-9A27-EE0B-E412-6B774F42C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924" y="3308176"/>
            <a:ext cx="9144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 dirty="0">
                <a:latin typeface="宋体" panose="02010600030101010101" pitchFamily="2" charset="-122"/>
              </a:rPr>
              <a:t>成绩表</a:t>
            </a:r>
          </a:p>
        </p:txBody>
      </p:sp>
      <p:sp>
        <p:nvSpPr>
          <p:cNvPr id="126" name="Line 29">
            <a:extLst>
              <a:ext uri="{FF2B5EF4-FFF2-40B4-BE49-F238E27FC236}">
                <a16:creationId xmlns:a16="http://schemas.microsoft.com/office/drawing/2014/main" id="{A1F77D4A-E643-BEF8-9563-90126897FE4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924" y="3993976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7" name="Line 30">
            <a:extLst>
              <a:ext uri="{FF2B5EF4-FFF2-40B4-BE49-F238E27FC236}">
                <a16:creationId xmlns:a16="http://schemas.microsoft.com/office/drawing/2014/main" id="{F264E33E-350C-9B36-2218-EF77F2E829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6924" y="3993976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8" name="Line 31">
            <a:extLst>
              <a:ext uri="{FF2B5EF4-FFF2-40B4-BE49-F238E27FC236}">
                <a16:creationId xmlns:a16="http://schemas.microsoft.com/office/drawing/2014/main" id="{084A4227-1729-F171-D961-11496062AA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724" y="3993976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9" name="Line 32">
            <a:extLst>
              <a:ext uri="{FF2B5EF4-FFF2-40B4-BE49-F238E27FC236}">
                <a16:creationId xmlns:a16="http://schemas.microsoft.com/office/drawing/2014/main" id="{3AC0AB49-1867-55EB-6DB6-B2D09DC216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724" y="3993976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0" name="Line 39">
            <a:extLst>
              <a:ext uri="{FF2B5EF4-FFF2-40B4-BE49-F238E27FC236}">
                <a16:creationId xmlns:a16="http://schemas.microsoft.com/office/drawing/2014/main" id="{F4A6118B-B38C-80DE-84B1-E489846C7F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524" y="2546176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1" name="Line 40">
            <a:extLst>
              <a:ext uri="{FF2B5EF4-FFF2-40B4-BE49-F238E27FC236}">
                <a16:creationId xmlns:a16="http://schemas.microsoft.com/office/drawing/2014/main" id="{E247EFCC-A707-F71B-6B28-CBACB1F27E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524" y="2546176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2" name="Text Box 41">
            <a:extLst>
              <a:ext uri="{FF2B5EF4-FFF2-40B4-BE49-F238E27FC236}">
                <a16:creationId xmlns:a16="http://schemas.microsoft.com/office/drawing/2014/main" id="{FDE2EB7F-E7AE-2014-4EF8-351E47EDC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124" y="4603576"/>
            <a:ext cx="1219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>
                <a:latin typeface="宋体" panose="02010600030101010101" pitchFamily="2" charset="-122"/>
              </a:rPr>
              <a:t>重修表</a:t>
            </a:r>
          </a:p>
        </p:txBody>
      </p:sp>
      <p:sp>
        <p:nvSpPr>
          <p:cNvPr id="133" name="Line 42">
            <a:extLst>
              <a:ext uri="{FF2B5EF4-FFF2-40B4-BE49-F238E27FC236}">
                <a16:creationId xmlns:a16="http://schemas.microsoft.com/office/drawing/2014/main" id="{2AF54E6E-3F62-F48B-495E-2171E425DB1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524" y="3993976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4" name="Line 43">
            <a:extLst>
              <a:ext uri="{FF2B5EF4-FFF2-40B4-BE49-F238E27FC236}">
                <a16:creationId xmlns:a16="http://schemas.microsoft.com/office/drawing/2014/main" id="{C843AFA6-41CD-0C5C-ED14-96B62839C0F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524" y="4984576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 useBgFill="1">
        <p:nvSpPr>
          <p:cNvPr id="135" name="AutoShape 44">
            <a:extLst>
              <a:ext uri="{FF2B5EF4-FFF2-40B4-BE49-F238E27FC236}">
                <a16:creationId xmlns:a16="http://schemas.microsoft.com/office/drawing/2014/main" id="{57EA42EC-5572-21DF-B784-F9EF44768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524" y="2012776"/>
            <a:ext cx="1158876" cy="914400"/>
          </a:xfrm>
          <a:prstGeom prst="flowChartAlternateProcess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  <a:p>
            <a:pPr algn="ctr"/>
            <a:r>
              <a:rPr kumimoji="1" lang="en-US" altLang="zh-CN" sz="1600" b="1">
                <a:latin typeface="宋体" panose="02010600030101010101" pitchFamily="2" charset="-122"/>
              </a:rPr>
              <a:t>1.1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缓考名单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输入</a:t>
            </a:r>
          </a:p>
          <a:p>
            <a:pPr algn="ctr"/>
            <a:endParaRPr kumimoji="1" lang="zh-CN" altLang="en-US" sz="1600" b="1">
              <a:latin typeface="宋体" panose="02010600030101010101" pitchFamily="2" charset="-122"/>
            </a:endParaRPr>
          </a:p>
          <a:p>
            <a:pPr algn="ctr"/>
            <a:endParaRPr kumimoji="1" lang="en-US" altLang="zh-CN" sz="1600">
              <a:latin typeface="宋体" panose="02010600030101010101" pitchFamily="2" charset="-122"/>
            </a:endParaRPr>
          </a:p>
        </p:txBody>
      </p:sp>
      <p:sp>
        <p:nvSpPr>
          <p:cNvPr id="136" name="Line 45">
            <a:extLst>
              <a:ext uri="{FF2B5EF4-FFF2-40B4-BE49-F238E27FC236}">
                <a16:creationId xmlns:a16="http://schemas.microsoft.com/office/drawing/2014/main" id="{9B388B26-C8AF-A22C-7C1C-179979D50F7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524" y="2317576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 useBgFill="1">
        <p:nvSpPr>
          <p:cNvPr id="137" name="AutoShape 46">
            <a:extLst>
              <a:ext uri="{FF2B5EF4-FFF2-40B4-BE49-F238E27FC236}">
                <a16:creationId xmlns:a16="http://schemas.microsoft.com/office/drawing/2014/main" id="{E36A4FEB-E67A-1E8C-DADA-0E2DFEDB5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524" y="4070176"/>
            <a:ext cx="1290638" cy="990600"/>
          </a:xfrm>
          <a:prstGeom prst="flowChartAlternateProcess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  <a:p>
            <a:pPr algn="ctr"/>
            <a:r>
              <a:rPr kumimoji="1" lang="en-US" altLang="zh-CN" sz="1600" b="1">
                <a:latin typeface="宋体" panose="02010600030101010101" pitchFamily="2" charset="-122"/>
              </a:rPr>
              <a:t>3.1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作弊名单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输入</a:t>
            </a:r>
          </a:p>
          <a:p>
            <a:pPr algn="ctr"/>
            <a:endParaRPr kumimoji="1" lang="zh-CN" altLang="en-US" sz="1600" b="1">
              <a:latin typeface="宋体" panose="02010600030101010101" pitchFamily="2" charset="-122"/>
            </a:endParaRPr>
          </a:p>
          <a:p>
            <a:pPr algn="ctr"/>
            <a:endParaRPr kumimoji="1" lang="en-US" altLang="zh-CN" sz="1600">
              <a:latin typeface="宋体" panose="02010600030101010101" pitchFamily="2" charset="-122"/>
            </a:endParaRPr>
          </a:p>
        </p:txBody>
      </p:sp>
      <p:sp>
        <p:nvSpPr>
          <p:cNvPr id="138" name="Line 47">
            <a:extLst>
              <a:ext uri="{FF2B5EF4-FFF2-40B4-BE49-F238E27FC236}">
                <a16:creationId xmlns:a16="http://schemas.microsoft.com/office/drawing/2014/main" id="{D6831C87-0940-C76D-B0ED-985B8151A9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524" y="4451176"/>
            <a:ext cx="1143000" cy="15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 useBgFill="1">
        <p:nvSpPr>
          <p:cNvPr id="139" name="AutoShape 48">
            <a:extLst>
              <a:ext uri="{FF2B5EF4-FFF2-40B4-BE49-F238E27FC236}">
                <a16:creationId xmlns:a16="http://schemas.microsoft.com/office/drawing/2014/main" id="{EF52B8C9-AE08-BA3F-C824-49D084E97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724" y="3079576"/>
            <a:ext cx="1220788" cy="914400"/>
          </a:xfrm>
          <a:prstGeom prst="flowChartAlternateProcess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600" b="1">
                <a:latin typeface="宋体" panose="02010600030101010101" pitchFamily="2" charset="-122"/>
              </a:rPr>
              <a:t>2.4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打印查询</a:t>
            </a:r>
          </a:p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</p:txBody>
      </p:sp>
      <p:sp>
        <p:nvSpPr>
          <p:cNvPr id="140" name="Line 49">
            <a:extLst>
              <a:ext uri="{FF2B5EF4-FFF2-40B4-BE49-F238E27FC236}">
                <a16:creationId xmlns:a16="http://schemas.microsoft.com/office/drawing/2014/main" id="{18B5CE4F-6909-B692-6341-E52DC759FBF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724" y="3384376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1" name="Line 50">
            <a:extLst>
              <a:ext uri="{FF2B5EF4-FFF2-40B4-BE49-F238E27FC236}">
                <a16:creationId xmlns:a16="http://schemas.microsoft.com/office/drawing/2014/main" id="{F5CCCA58-0FC8-FC93-735B-4D202EC1E1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124" y="2546176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2" name="Line 51">
            <a:extLst>
              <a:ext uri="{FF2B5EF4-FFF2-40B4-BE49-F238E27FC236}">
                <a16:creationId xmlns:a16="http://schemas.microsoft.com/office/drawing/2014/main" id="{91225721-3333-4400-54D3-4648F290E4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124" y="4832176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3" name="Line 52">
            <a:extLst>
              <a:ext uri="{FF2B5EF4-FFF2-40B4-BE49-F238E27FC236}">
                <a16:creationId xmlns:a16="http://schemas.microsoft.com/office/drawing/2014/main" id="{29E24621-2C15-39CF-9607-A557E233ECD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724" y="5594176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4" name="Line 53">
            <a:extLst>
              <a:ext uri="{FF2B5EF4-FFF2-40B4-BE49-F238E27FC236}">
                <a16:creationId xmlns:a16="http://schemas.microsoft.com/office/drawing/2014/main" id="{751E9CF5-9FC0-B648-EF4B-FDF3E08358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724" y="2546176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5" name="Text Box 54">
            <a:extLst>
              <a:ext uri="{FF2B5EF4-FFF2-40B4-BE49-F238E27FC236}">
                <a16:creationId xmlns:a16="http://schemas.microsoft.com/office/drawing/2014/main" id="{815F686D-6A2F-2392-947A-F4ED7091E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324" y="4298776"/>
            <a:ext cx="762000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>
                <a:latin typeface="宋体" panose="02010600030101010101" pitchFamily="2" charset="-122"/>
              </a:rPr>
              <a:t>作 弊名 单</a:t>
            </a:r>
          </a:p>
          <a:p>
            <a:pPr>
              <a:spcBef>
                <a:spcPct val="50000"/>
              </a:spcBef>
            </a:pPr>
            <a:endParaRPr kumimoji="1" lang="en-US" altLang="zh-CN" sz="1600" b="1">
              <a:latin typeface="宋体" panose="02010600030101010101" pitchFamily="2" charset="-122"/>
            </a:endParaRPr>
          </a:p>
        </p:txBody>
      </p:sp>
      <p:sp>
        <p:nvSpPr>
          <p:cNvPr id="146" name="Text Box 55">
            <a:extLst>
              <a:ext uri="{FF2B5EF4-FFF2-40B4-BE49-F238E27FC236}">
                <a16:creationId xmlns:a16="http://schemas.microsoft.com/office/drawing/2014/main" id="{8122DEE5-B2F2-B1CC-F99F-33E5B3606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923" y="2241376"/>
            <a:ext cx="781049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 dirty="0">
                <a:latin typeface="宋体" panose="02010600030101010101" pitchFamily="2" charset="-122"/>
              </a:rPr>
              <a:t>缓 考名 单</a:t>
            </a:r>
          </a:p>
        </p:txBody>
      </p:sp>
      <p:sp>
        <p:nvSpPr>
          <p:cNvPr id="147" name="Text Box 56">
            <a:extLst>
              <a:ext uri="{FF2B5EF4-FFF2-40B4-BE49-F238E27FC236}">
                <a16:creationId xmlns:a16="http://schemas.microsoft.com/office/drawing/2014/main" id="{DB85B911-CE65-D835-0DD9-BDED5B05D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324" y="4146376"/>
            <a:ext cx="685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>
                <a:latin typeface="宋体" panose="02010600030101010101" pitchFamily="2" charset="-122"/>
              </a:rPr>
              <a:t>缓考情况说明</a:t>
            </a:r>
          </a:p>
        </p:txBody>
      </p:sp>
      <p:sp>
        <p:nvSpPr>
          <p:cNvPr id="148" name="Text Box 57">
            <a:extLst>
              <a:ext uri="{FF2B5EF4-FFF2-40B4-BE49-F238E27FC236}">
                <a16:creationId xmlns:a16="http://schemas.microsoft.com/office/drawing/2014/main" id="{07F89477-F193-6B50-C519-CBF9BD215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8174" y="5289376"/>
            <a:ext cx="11747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 dirty="0">
                <a:latin typeface="宋体" panose="02010600030101010101" pitchFamily="2" charset="-122"/>
              </a:rPr>
              <a:t>作弊情况说明</a:t>
            </a:r>
          </a:p>
        </p:txBody>
      </p:sp>
      <p:sp>
        <p:nvSpPr>
          <p:cNvPr id="149" name="Text Box 58">
            <a:extLst>
              <a:ext uri="{FF2B5EF4-FFF2-40B4-BE49-F238E27FC236}">
                <a16:creationId xmlns:a16="http://schemas.microsoft.com/office/drawing/2014/main" id="{F2745ABF-2022-9B1A-92F6-32241E2E4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162" y="3998739"/>
            <a:ext cx="533400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>
                <a:latin typeface="宋体" panose="02010600030101010101" pitchFamily="2" charset="-122"/>
              </a:rPr>
              <a:t>考试成绩</a:t>
            </a:r>
          </a:p>
        </p:txBody>
      </p:sp>
      <p:sp>
        <p:nvSpPr>
          <p:cNvPr id="150" name="Text Box 59">
            <a:extLst>
              <a:ext uri="{FF2B5EF4-FFF2-40B4-BE49-F238E27FC236}">
                <a16:creationId xmlns:a16="http://schemas.microsoft.com/office/drawing/2014/main" id="{441745A0-266D-6AF8-85A0-5C2A922BD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124" y="4222576"/>
            <a:ext cx="7620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>
                <a:latin typeface="宋体" panose="02010600030101010101" pitchFamily="2" charset="-122"/>
              </a:rPr>
              <a:t>总体成绩</a:t>
            </a:r>
          </a:p>
        </p:txBody>
      </p:sp>
      <p:sp>
        <p:nvSpPr>
          <p:cNvPr id="151" name="Text Box 60">
            <a:extLst>
              <a:ext uri="{FF2B5EF4-FFF2-40B4-BE49-F238E27FC236}">
                <a16:creationId xmlns:a16="http://schemas.microsoft.com/office/drawing/2014/main" id="{0325E910-52AE-F993-888C-094AD59A9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924" y="4222576"/>
            <a:ext cx="6858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>
                <a:latin typeface="宋体" panose="02010600030101010101" pitchFamily="2" charset="-122"/>
              </a:rPr>
              <a:t>分类成绩</a:t>
            </a:r>
          </a:p>
        </p:txBody>
      </p:sp>
      <p:sp useBgFill="1">
        <p:nvSpPr>
          <p:cNvPr id="152" name="AutoShape 61">
            <a:extLst>
              <a:ext uri="{FF2B5EF4-FFF2-40B4-BE49-F238E27FC236}">
                <a16:creationId xmlns:a16="http://schemas.microsoft.com/office/drawing/2014/main" id="{990C3A8F-C673-23F1-74CD-FC7C8560D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237" y="5289376"/>
            <a:ext cx="1233487" cy="990600"/>
          </a:xfrm>
          <a:prstGeom prst="flowChartAlternateProcess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  <a:p>
            <a:pPr algn="ctr"/>
            <a:r>
              <a:rPr kumimoji="1" lang="en-US" altLang="zh-CN" sz="1600" b="1">
                <a:latin typeface="宋体" panose="02010600030101010101" pitchFamily="2" charset="-122"/>
              </a:rPr>
              <a:t>3.2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作弊成绩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处理</a:t>
            </a:r>
          </a:p>
          <a:p>
            <a:pPr algn="ctr"/>
            <a:endParaRPr kumimoji="1" lang="zh-CN" altLang="en-US" sz="1600" b="1">
              <a:latin typeface="宋体" panose="02010600030101010101" pitchFamily="2" charset="-122"/>
            </a:endParaRPr>
          </a:p>
          <a:p>
            <a:pPr algn="ctr"/>
            <a:endParaRPr kumimoji="1" lang="en-US" altLang="zh-CN" sz="1600">
              <a:latin typeface="宋体" panose="02010600030101010101" pitchFamily="2" charset="-122"/>
            </a:endParaRPr>
          </a:p>
        </p:txBody>
      </p:sp>
      <p:sp>
        <p:nvSpPr>
          <p:cNvPr id="153" name="Line 62">
            <a:extLst>
              <a:ext uri="{FF2B5EF4-FFF2-40B4-BE49-F238E27FC236}">
                <a16:creationId xmlns:a16="http://schemas.microsoft.com/office/drawing/2014/main" id="{374186ED-5068-B05C-E16D-AC45814FA3F5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724" y="5670376"/>
            <a:ext cx="1143000" cy="15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4" name="Line 63">
            <a:extLst>
              <a:ext uri="{FF2B5EF4-FFF2-40B4-BE49-F238E27FC236}">
                <a16:creationId xmlns:a16="http://schemas.microsoft.com/office/drawing/2014/main" id="{3C5F8ADE-C182-F1CF-DB31-90615D3E43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524" y="4984576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5" name="Line 64">
            <a:extLst>
              <a:ext uri="{FF2B5EF4-FFF2-40B4-BE49-F238E27FC236}">
                <a16:creationId xmlns:a16="http://schemas.microsoft.com/office/drawing/2014/main" id="{A0363BCD-B22B-8260-A213-C64A7484F0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524" y="4984576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 useBgFill="1">
        <p:nvSpPr>
          <p:cNvPr id="156" name="AutoShape 65">
            <a:extLst>
              <a:ext uri="{FF2B5EF4-FFF2-40B4-BE49-F238E27FC236}">
                <a16:creationId xmlns:a16="http://schemas.microsoft.com/office/drawing/2014/main" id="{6F098BC3-E008-5C3E-CA42-0503E9E54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970" y="2012776"/>
            <a:ext cx="1138238" cy="914400"/>
          </a:xfrm>
          <a:prstGeom prst="flowChartAlternateProcess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  <a:p>
            <a:pPr algn="ctr"/>
            <a:r>
              <a:rPr kumimoji="1" lang="en-US" altLang="zh-CN" sz="1600" b="1">
                <a:latin typeface="宋体" panose="02010600030101010101" pitchFamily="2" charset="-122"/>
              </a:rPr>
              <a:t>1.2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缓考成绩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处理</a:t>
            </a:r>
          </a:p>
          <a:p>
            <a:pPr algn="ctr"/>
            <a:endParaRPr kumimoji="1" lang="zh-CN" altLang="en-US" sz="1600" b="1">
              <a:latin typeface="宋体" panose="02010600030101010101" pitchFamily="2" charset="-122"/>
            </a:endParaRPr>
          </a:p>
          <a:p>
            <a:pPr algn="ctr"/>
            <a:endParaRPr kumimoji="1" lang="en-US" altLang="zh-CN" sz="1600">
              <a:latin typeface="宋体" panose="02010600030101010101" pitchFamily="2" charset="-122"/>
            </a:endParaRPr>
          </a:p>
        </p:txBody>
      </p:sp>
      <p:sp>
        <p:nvSpPr>
          <p:cNvPr id="157" name="Line 66">
            <a:extLst>
              <a:ext uri="{FF2B5EF4-FFF2-40B4-BE49-F238E27FC236}">
                <a16:creationId xmlns:a16="http://schemas.microsoft.com/office/drawing/2014/main" id="{06269F05-A4DE-6929-D0C1-79D92F54E8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7970" y="2317576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8" name="Line 67">
            <a:extLst>
              <a:ext uri="{FF2B5EF4-FFF2-40B4-BE49-F238E27FC236}">
                <a16:creationId xmlns:a16="http://schemas.microsoft.com/office/drawing/2014/main" id="{F9D55327-8D83-2DBA-61CC-B3CDBC6C0D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3808" y="2546176"/>
            <a:ext cx="284162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9" name="Line 68">
            <a:extLst>
              <a:ext uri="{FF2B5EF4-FFF2-40B4-BE49-F238E27FC236}">
                <a16:creationId xmlns:a16="http://schemas.microsoft.com/office/drawing/2014/main" id="{584B7C91-AEF1-FC62-184A-2809CB3704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969" y="2546176"/>
            <a:ext cx="14875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 useBgFill="1">
        <p:nvSpPr>
          <p:cNvPr id="160" name="AutoShape 69">
            <a:extLst>
              <a:ext uri="{FF2B5EF4-FFF2-40B4-BE49-F238E27FC236}">
                <a16:creationId xmlns:a16="http://schemas.microsoft.com/office/drawing/2014/main" id="{85B55CF0-93CA-8140-55E7-B0721441D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524" y="5975176"/>
            <a:ext cx="1317625" cy="838200"/>
          </a:xfrm>
          <a:prstGeom prst="flowChartAlternateProcess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  <a:p>
            <a:pPr algn="ctr"/>
            <a:r>
              <a:rPr kumimoji="1" lang="en-US" altLang="zh-CN" sz="1600" b="1">
                <a:latin typeface="宋体" panose="02010600030101010101" pitchFamily="2" charset="-122"/>
              </a:rPr>
              <a:t>2.2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复查与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修正</a:t>
            </a:r>
          </a:p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</p:txBody>
      </p:sp>
      <p:sp>
        <p:nvSpPr>
          <p:cNvPr id="161" name="Line 70">
            <a:extLst>
              <a:ext uri="{FF2B5EF4-FFF2-40B4-BE49-F238E27FC236}">
                <a16:creationId xmlns:a16="http://schemas.microsoft.com/office/drawing/2014/main" id="{61FFAB21-D8B3-E7F8-DC65-C27BB94B97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523" y="6279976"/>
            <a:ext cx="13176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2" name="Line 71">
            <a:extLst>
              <a:ext uri="{FF2B5EF4-FFF2-40B4-BE49-F238E27FC236}">
                <a16:creationId xmlns:a16="http://schemas.microsoft.com/office/drawing/2014/main" id="{0CC5368C-42C0-FA2D-F73F-2DC5B4B9A6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724" y="6432376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3" name="Line 72">
            <a:extLst>
              <a:ext uri="{FF2B5EF4-FFF2-40B4-BE49-F238E27FC236}">
                <a16:creationId xmlns:a16="http://schemas.microsoft.com/office/drawing/2014/main" id="{CF431BBF-6056-0A98-A14F-790859BB35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324" y="5822776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4" name="Line 73">
            <a:extLst>
              <a:ext uri="{FF2B5EF4-FFF2-40B4-BE49-F238E27FC236}">
                <a16:creationId xmlns:a16="http://schemas.microsoft.com/office/drawing/2014/main" id="{E27FB354-5204-DCE5-3F32-4C0EF51B1A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724" y="582277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5" name="Line 74">
            <a:extLst>
              <a:ext uri="{FF2B5EF4-FFF2-40B4-BE49-F238E27FC236}">
                <a16:creationId xmlns:a16="http://schemas.microsoft.com/office/drawing/2014/main" id="{BD426183-5F5F-364A-AD4C-BC879123B7E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324" y="6584776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6" name="Text Box 75">
            <a:extLst>
              <a:ext uri="{FF2B5EF4-FFF2-40B4-BE49-F238E27FC236}">
                <a16:creationId xmlns:a16="http://schemas.microsoft.com/office/drawing/2014/main" id="{DF952511-BCEC-5AD7-1DD2-02C631034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724" y="6051376"/>
            <a:ext cx="152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>
                <a:latin typeface="宋体" panose="02010600030101010101" pitchFamily="2" charset="-122"/>
              </a:rPr>
              <a:t>考试成绩</a:t>
            </a:r>
          </a:p>
        </p:txBody>
      </p:sp>
      <p:sp>
        <p:nvSpPr>
          <p:cNvPr id="167" name="Text Box 76">
            <a:extLst>
              <a:ext uri="{FF2B5EF4-FFF2-40B4-BE49-F238E27FC236}">
                <a16:creationId xmlns:a16="http://schemas.microsoft.com/office/drawing/2014/main" id="{300175F3-7896-8E5E-B600-082645CAF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325" y="5898976"/>
            <a:ext cx="83819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 dirty="0">
                <a:latin typeface="宋体" panose="02010600030101010101" pitchFamily="2" charset="-122"/>
              </a:rPr>
              <a:t>修改后成绩</a:t>
            </a:r>
          </a:p>
        </p:txBody>
      </p:sp>
      <p:grpSp>
        <p:nvGrpSpPr>
          <p:cNvPr id="168" name="Group 86">
            <a:extLst>
              <a:ext uri="{FF2B5EF4-FFF2-40B4-BE49-F238E27FC236}">
                <a16:creationId xmlns:a16="http://schemas.microsoft.com/office/drawing/2014/main" id="{9AF0CCEE-EF86-0477-A2C3-0E49ACF0611E}"/>
              </a:ext>
            </a:extLst>
          </p:cNvPr>
          <p:cNvGrpSpPr>
            <a:grpSpLocks/>
          </p:cNvGrpSpPr>
          <p:nvPr/>
        </p:nvGrpSpPr>
        <p:grpSpPr bwMode="auto">
          <a:xfrm>
            <a:off x="7883653" y="2127076"/>
            <a:ext cx="1081088" cy="3168650"/>
            <a:chOff x="5079" y="619"/>
            <a:chExt cx="681" cy="2086"/>
          </a:xfrm>
        </p:grpSpPr>
        <p:sp>
          <p:nvSpPr>
            <p:cNvPr id="169" name="Oval 83">
              <a:extLst>
                <a:ext uri="{FF2B5EF4-FFF2-40B4-BE49-F238E27FC236}">
                  <a16:creationId xmlns:a16="http://schemas.microsoft.com/office/drawing/2014/main" id="{EF4F9396-A78C-880E-E2B5-9AE276BBA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9" y="619"/>
              <a:ext cx="635" cy="54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1"/>
                <a:t>学生</a:t>
              </a:r>
            </a:p>
          </p:txBody>
        </p:sp>
        <p:sp>
          <p:nvSpPr>
            <p:cNvPr id="170" name="Oval 84">
              <a:extLst>
                <a:ext uri="{FF2B5EF4-FFF2-40B4-BE49-F238E27FC236}">
                  <a16:creationId xmlns:a16="http://schemas.microsoft.com/office/drawing/2014/main" id="{6424C5AE-1426-1221-EB51-9A50EA65A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0" y="1344"/>
              <a:ext cx="635" cy="59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1"/>
                <a:t>成绩</a:t>
              </a:r>
            </a:p>
            <a:p>
              <a:pPr algn="ctr"/>
              <a:r>
                <a:rPr lang="zh-CN" altLang="en-US" b="1"/>
                <a:t>管理科</a:t>
              </a:r>
            </a:p>
          </p:txBody>
        </p:sp>
        <p:sp>
          <p:nvSpPr>
            <p:cNvPr id="171" name="Oval 85">
              <a:extLst>
                <a:ext uri="{FF2B5EF4-FFF2-40B4-BE49-F238E27FC236}">
                  <a16:creationId xmlns:a16="http://schemas.microsoft.com/office/drawing/2014/main" id="{BE27F784-8F3C-A2BD-A360-A95560451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5" y="2115"/>
              <a:ext cx="635" cy="59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1"/>
                <a:t>院系</a:t>
              </a:r>
            </a:p>
          </p:txBody>
        </p:sp>
      </p:grpSp>
      <p:sp>
        <p:nvSpPr>
          <p:cNvPr id="172" name="Oval 87">
            <a:extLst>
              <a:ext uri="{FF2B5EF4-FFF2-40B4-BE49-F238E27FC236}">
                <a16:creationId xmlns:a16="http://schemas.microsoft.com/office/drawing/2014/main" id="{5F4FE95B-6A25-C284-FFF0-BEC89B72E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135139"/>
            <a:ext cx="935037" cy="8667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/>
              <a:t>院系</a:t>
            </a:r>
          </a:p>
        </p:txBody>
      </p:sp>
      <p:sp>
        <p:nvSpPr>
          <p:cNvPr id="173" name="Oval 88">
            <a:extLst>
              <a:ext uri="{FF2B5EF4-FFF2-40B4-BE49-F238E27FC236}">
                <a16:creationId xmlns:a16="http://schemas.microsoft.com/office/drawing/2014/main" id="{47E680F0-F54D-EFC2-3976-AD4249E06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4287664"/>
            <a:ext cx="935037" cy="8651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/>
              <a:t>教务处</a:t>
            </a:r>
          </a:p>
        </p:txBody>
      </p:sp>
      <p:sp>
        <p:nvSpPr>
          <p:cNvPr id="174" name="Oval 89">
            <a:extLst>
              <a:ext uri="{FF2B5EF4-FFF2-40B4-BE49-F238E27FC236}">
                <a16:creationId xmlns:a16="http://schemas.microsoft.com/office/drawing/2014/main" id="{2085263B-9CDE-E40D-F4E8-C9F8B9412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055639"/>
            <a:ext cx="863600" cy="8651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/>
              <a:t>教务处</a:t>
            </a: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676D9CFD-D68A-1E2D-7FEC-F6C2CA1F817F}"/>
              </a:ext>
            </a:extLst>
          </p:cNvPr>
          <p:cNvSpPr txBox="1"/>
          <p:nvPr/>
        </p:nvSpPr>
        <p:spPr>
          <a:xfrm>
            <a:off x="304924" y="1096442"/>
            <a:ext cx="59724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b="1" dirty="0">
                <a:ea typeface="楷体" panose="02010609060101010101" charset="-122"/>
              </a:rPr>
              <a:t>例</a:t>
            </a:r>
            <a:r>
              <a:rPr kumimoji="1" lang="en-US" altLang="zh-CN" b="1" dirty="0">
                <a:ea typeface="楷体" panose="02010609060101010101" charset="-122"/>
              </a:rPr>
              <a:t> </a:t>
            </a:r>
            <a:r>
              <a:rPr kumimoji="1" lang="zh-CN" altLang="en-US" b="1" dirty="0">
                <a:ea typeface="楷体" panose="02010609060101010101" charset="-122"/>
              </a:rPr>
              <a:t>：学生成绩管理系统数据流程图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2368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3714478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4.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数据流程图的绘制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648106" y="1885995"/>
            <a:ext cx="822438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确定系统的外部项</a:t>
            </a:r>
          </a:p>
          <a:p>
            <a:pPr marL="457200" lvl="1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系统外部项的确定也就是规定了系统与外部环境的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分界线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。系统分析员通过对现行系统的业务调查，首先要识别出不受系统控制但影响系统运行的外部因素，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确定系统的数据输入来源和输出去向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42900" indent="-3429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</a:rPr>
              <a:t>遵循从左到右、从上到下的原则</a:t>
            </a:r>
          </a:p>
          <a:p>
            <a:pPr marL="457200" lvl="1" indent="0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从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左侧开始画起，标出外部项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（是系统主要的数据输入来源），然后划出由该外部项产生的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和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相应的处理功能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接受该系统数据的外部项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一般画在数据流程图的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右侧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</a:t>
            </a:r>
            <a:endParaRPr lang="en-US" altLang="zh-CN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42900" lvl="0" indent="-34290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</a:rPr>
              <a:t>反复修改，最终形成</a:t>
            </a:r>
          </a:p>
          <a:p>
            <a:pPr marL="457200" lvl="1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首先绘出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草图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，等定稿后正式绘制出系统的数据流程图。在正式数据流程图中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尽量避免线条的交叉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charset="-122"/>
              </a:rPr>
              <a:t>必要时可以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重复绘制某些外部项或数据存储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。整张数据流程图布局合理、清除和整洁。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9335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3714478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5.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数据流程图的检验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270034" y="1988254"/>
            <a:ext cx="847843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 eaLnBrk="1" hangingPunct="1">
              <a:spcBef>
                <a:spcPct val="50000"/>
              </a:spcBef>
              <a:buClr>
                <a:schemeClr val="folHlink"/>
              </a:buClr>
              <a:buSzTx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检验数据流程图的一致性和完整性</a:t>
            </a:r>
          </a:p>
          <a:p>
            <a:pPr marL="800100" lvl="1" indent="-34290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检查数据流。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检查数据流是否有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名称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、是否存在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多余或遗漏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；</a:t>
            </a:r>
          </a:p>
          <a:p>
            <a:pPr marL="800100" lvl="1" indent="-34290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检查数据存储。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检查是否存在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只有生成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数据存储的业务过程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/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活动，但是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没有使用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它的业务过程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/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活动；</a:t>
            </a:r>
          </a:p>
          <a:p>
            <a:pPr marL="800100" lvl="1" indent="-34290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检查处理功能。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所有的处理功能都应该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有输入数据流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或者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从数据存储中检索数据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，同时也要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有输出的数据流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或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向数据存储中发送数据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；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50949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799464" y="620395"/>
            <a:ext cx="6508839" cy="576580"/>
          </a:xfrm>
          <a:prstGeom prst="rect">
            <a:avLst/>
          </a:prstGeom>
          <a:noFill/>
        </p:spPr>
        <p:txBody>
          <a:bodyPr wrap="square" lIns="67627" tIns="35242" rIns="67627" bIns="35242" rtlCol="0"/>
          <a:lstStyle>
            <a:defPPr>
              <a:defRPr lang="zh-CN"/>
            </a:defPPr>
            <a:lvl1pPr>
              <a:defRPr sz="4800" b="1" spc="6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u="none" strike="noStrike" baseline="0" dirty="0">
                <a:solidFill>
                  <a:srgbClr val="0070C0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</a:rPr>
              <a:t>第4章 信息系统分析</a:t>
            </a:r>
          </a:p>
        </p:txBody>
      </p:sp>
      <p:sp>
        <p:nvSpPr>
          <p:cNvPr id="6" name="菱形 5"/>
          <p:cNvSpPr/>
          <p:nvPr>
            <p:custDataLst>
              <p:tags r:id="rId3"/>
            </p:custDataLst>
          </p:nvPr>
        </p:nvSpPr>
        <p:spPr>
          <a:xfrm>
            <a:off x="680516" y="4967183"/>
            <a:ext cx="620732" cy="620732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487468" y="4860883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rgbClr val="FF0000"/>
                </a:solidFill>
                <a:ea typeface="楷体" panose="02010609060101010101" charset="-122"/>
                <a:cs typeface="+mj-cs"/>
                <a:sym typeface="+mn-ea"/>
              </a:rPr>
              <a:t>第4节   建立新系统逻辑结构</a:t>
            </a:r>
          </a:p>
        </p:txBody>
      </p:sp>
      <p:sp>
        <p:nvSpPr>
          <p:cNvPr id="8" name="菱形 7"/>
          <p:cNvSpPr/>
          <p:nvPr>
            <p:custDataLst>
              <p:tags r:id="rId5"/>
            </p:custDataLst>
          </p:nvPr>
        </p:nvSpPr>
        <p:spPr>
          <a:xfrm>
            <a:off x="680516" y="3977892"/>
            <a:ext cx="620732" cy="62073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1487468" y="3871592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第3节   数据流程分析</a:t>
            </a:r>
          </a:p>
        </p:txBody>
      </p:sp>
      <p:sp>
        <p:nvSpPr>
          <p:cNvPr id="19" name="菱形 18"/>
          <p:cNvSpPr/>
          <p:nvPr>
            <p:custDataLst>
              <p:tags r:id="rId7"/>
            </p:custDataLst>
          </p:nvPr>
        </p:nvSpPr>
        <p:spPr>
          <a:xfrm>
            <a:off x="680516" y="2988601"/>
            <a:ext cx="620732" cy="620732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1487468" y="2882301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第2节   业务流程分析</a:t>
            </a:r>
          </a:p>
        </p:txBody>
      </p:sp>
      <p:sp>
        <p:nvSpPr>
          <p:cNvPr id="21" name="菱形 20"/>
          <p:cNvSpPr/>
          <p:nvPr>
            <p:custDataLst>
              <p:tags r:id="rId9"/>
            </p:custDataLst>
          </p:nvPr>
        </p:nvSpPr>
        <p:spPr>
          <a:xfrm>
            <a:off x="680516" y="1999310"/>
            <a:ext cx="620732" cy="62073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1487468" y="1893011"/>
            <a:ext cx="5532804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</a:rPr>
              <a:t>第1节   信息系统分析的目标和任务</a:t>
            </a:r>
          </a:p>
        </p:txBody>
      </p:sp>
      <p:sp>
        <p:nvSpPr>
          <p:cNvPr id="27" name="矩形 26"/>
          <p:cNvSpPr/>
          <p:nvPr>
            <p:custDataLst>
              <p:tags r:id="rId11"/>
            </p:custDataLst>
          </p:nvPr>
        </p:nvSpPr>
        <p:spPr>
          <a:xfrm>
            <a:off x="799709" y="4062612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99709" y="3073321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</a:p>
        </p:txBody>
      </p:sp>
      <p:sp>
        <p:nvSpPr>
          <p:cNvPr id="29" name="矩形 28"/>
          <p:cNvSpPr/>
          <p:nvPr>
            <p:custDataLst>
              <p:tags r:id="rId13"/>
            </p:custDataLst>
          </p:nvPr>
        </p:nvSpPr>
        <p:spPr>
          <a:xfrm>
            <a:off x="799709" y="2084030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30" name="矩形 29"/>
          <p:cNvSpPr/>
          <p:nvPr>
            <p:custDataLst>
              <p:tags r:id="rId14"/>
            </p:custDataLst>
          </p:nvPr>
        </p:nvSpPr>
        <p:spPr>
          <a:xfrm>
            <a:off x="799709" y="5051903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45881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435830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新系统逻辑结构的建立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683568" y="1988254"/>
            <a:ext cx="806489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依据前面数据分析所建立的主题数据库、专用数据库模型，将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现行系统的数据流程图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转换成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新系统的数据流程图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，形成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新系统的逻辑结构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数据分析阶段对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总体规划中的主题数据库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进行了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</a:rPr>
              <a:t>规范化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处理以后，所建立的数据库模型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是建立新系统逻辑结构的基础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。新系统的逻辑功能应该是围绕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</a:rPr>
              <a:t>这些主题数据库而建立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9754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118435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处理功能的表达工具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782776" y="1988840"/>
            <a:ext cx="7893680" cy="4281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tx1"/>
              </a:buClr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数据流程图的优缺点：</a:t>
            </a:r>
            <a:endParaRPr lang="en-US" altLang="zh-CN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457200" lvl="0" indent="-45720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Char char="ü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优点</a:t>
            </a:r>
            <a:endParaRPr lang="en-US" altLang="zh-CN" sz="2000" b="1" dirty="0">
              <a:solidFill>
                <a:schemeClr val="dk1"/>
              </a:solidFill>
              <a:ea typeface="楷体" panose="02010609060101010101" charset="-122"/>
            </a:endParaRP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是系统分析的重要工具；</a:t>
            </a:r>
            <a:endParaRPr lang="en-US" altLang="zh-CN" sz="2000" b="1" dirty="0">
              <a:solidFill>
                <a:schemeClr val="dk1"/>
              </a:solidFill>
              <a:ea typeface="楷体" panose="02010609060101010101" charset="-122"/>
            </a:endParaRP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表达现行系统的数据处理流程；</a:t>
            </a:r>
          </a:p>
          <a:p>
            <a:pPr marL="457200" indent="-4572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ü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缺点</a:t>
            </a: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仅用一句话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来表达处理功能，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没有详细叙述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每一项处理功能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应该如何实现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，不利于系统设计和实施；</a:t>
            </a:r>
            <a:endParaRPr lang="en-US" altLang="zh-CN" sz="2000" b="1" dirty="0">
              <a:solidFill>
                <a:schemeClr val="dk1"/>
              </a:solidFill>
              <a:ea typeface="楷体" panose="02010609060101010101" charset="-122"/>
            </a:endParaRP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由于数据流程图采用“自顶向下”的设计方式，需要对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最底层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处理功能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进行说明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805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118435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处理功能的表达工具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782776" y="1988840"/>
            <a:ext cx="7893680" cy="4745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chemeClr val="tx1"/>
              </a:buClr>
              <a:buFont typeface="+mj-ea"/>
              <a:buAutoNum type="circleNumDbPlain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结构式语言</a:t>
            </a: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是一种介于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自然语言和程序设计语言之间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的语言，使用三种基本的逻辑结构：</a:t>
            </a:r>
            <a:r>
              <a:rPr lang="zh-CN" altLang="en-US" sz="2000" b="1" u="sng" dirty="0">
                <a:solidFill>
                  <a:schemeClr val="dk1"/>
                </a:solidFill>
                <a:ea typeface="楷体" panose="02010609060101010101" charset="-122"/>
              </a:rPr>
              <a:t>顺序结构、判断结构和循环结构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，并且只使用极其有限的词汇。</a:t>
            </a: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它与程序设计语言的不同在于，前者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没有严格的语法规定</a:t>
            </a:r>
          </a:p>
          <a:p>
            <a:pPr marL="457200" lvl="0" indent="-457200" eaLnBrk="1" hangingPunct="1">
              <a:spcBef>
                <a:spcPct val="50000"/>
              </a:spcBef>
              <a:buClr>
                <a:schemeClr val="tx1"/>
              </a:buClr>
              <a:buSzTx/>
              <a:buFont typeface="+mj-ea"/>
              <a:buAutoNum type="circleNumDbPlain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判断树（决策树）</a:t>
            </a: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用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树形图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方式表示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多个条件、多个取值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所应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采取的动作</a:t>
            </a:r>
          </a:p>
          <a:p>
            <a:pPr marL="457200" indent="-457200" eaLnBrk="1" hangingPunct="1">
              <a:spcBef>
                <a:spcPct val="50000"/>
              </a:spcBef>
              <a:buClr>
                <a:schemeClr val="tx1"/>
              </a:buClr>
              <a:buFont typeface="+mj-ea"/>
              <a:buAutoNum type="circleNumDbPlain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判断表（决策表）</a:t>
            </a: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用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表格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来描述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处理逻辑</a:t>
            </a: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87938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118435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处理功能的表达工具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782776" y="1988840"/>
            <a:ext cx="7893680" cy="4715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chemeClr val="tx1"/>
              </a:buClr>
              <a:buFont typeface="+mj-ea"/>
              <a:buAutoNum type="circleNumDbPlain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结构式语言</a:t>
            </a: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顺序结构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：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至少包括一个动词和名词，指明执行的功能和处理的对象</a:t>
            </a:r>
            <a:endParaRPr lang="en-US" altLang="zh-CN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例：描述某住户月末水费计算过程</a:t>
            </a:r>
            <a:endParaRPr lang="en-US" altLang="zh-CN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lvl="3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获得当月水表的读数</a:t>
            </a:r>
          </a:p>
          <a:p>
            <a:pPr lvl="3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获得上月底水表的读数</a:t>
            </a:r>
          </a:p>
          <a:p>
            <a:pPr lvl="3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当月水表读数减去上月底水表读数，得到本月用水吨数</a:t>
            </a:r>
          </a:p>
          <a:p>
            <a:pPr lvl="3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1.50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元乘以本月用水吨数，得到该住户本月的水费</a:t>
            </a:r>
          </a:p>
          <a:p>
            <a:pPr lvl="1" eaLnBrk="1" hangingPunct="1">
              <a:buClr>
                <a:schemeClr val="folHlink"/>
              </a:buClr>
            </a:pP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457200" lvl="1" indent="0" eaLnBrk="1" hangingPunct="1">
              <a:spcBef>
                <a:spcPct val="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</a:pP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59417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118435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处理功能的表达工具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782776" y="1988840"/>
            <a:ext cx="7893680" cy="4930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chemeClr val="tx1"/>
              </a:buClr>
              <a:buFont typeface="+mj-ea"/>
              <a:buAutoNum type="circleNumDbPlain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结构式语言</a:t>
            </a: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判断结构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：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根据某一条件的不同结论执行不同的处理动作</a:t>
            </a:r>
            <a:endParaRPr lang="en-US" altLang="zh-CN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例：如果一个学生的某门课程成绩在</a:t>
            </a: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60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分以上（含</a:t>
            </a: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60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分），则通过该课程考试，否则不通过</a:t>
            </a:r>
            <a:endParaRPr lang="en-US" altLang="zh-CN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lvl="3" eaLnBrk="1" hangingPunct="1">
              <a:spcBef>
                <a:spcPct val="30000"/>
              </a:spcBef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如果 成绩≧ </a:t>
            </a: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60</a:t>
            </a:r>
          </a:p>
          <a:p>
            <a:pPr lvl="3" eaLnBrk="1" hangingPunct="1">
              <a:spcBef>
                <a:spcPct val="30000"/>
              </a:spcBef>
            </a:pP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则 通过课程考试</a:t>
            </a:r>
          </a:p>
          <a:p>
            <a:pPr lvl="3" eaLnBrk="1" hangingPunct="1">
              <a:spcBef>
                <a:spcPct val="30000"/>
              </a:spcBef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否则</a:t>
            </a:r>
          </a:p>
          <a:p>
            <a:pPr lvl="3" eaLnBrk="1" hangingPunct="1">
              <a:spcBef>
                <a:spcPct val="30000"/>
              </a:spcBef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则  重修</a:t>
            </a:r>
          </a:p>
          <a:p>
            <a:pPr lvl="1" eaLnBrk="1" hangingPunct="1">
              <a:buClr>
                <a:schemeClr val="folHlink"/>
              </a:buClr>
            </a:pP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457200" lvl="1" indent="0" eaLnBrk="1" hangingPunct="1">
              <a:spcBef>
                <a:spcPct val="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</a:pP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7638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118435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处理功能的表达工具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782776" y="1988840"/>
            <a:ext cx="78936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chemeClr val="tx1"/>
              </a:buClr>
              <a:buFont typeface="+mj-ea"/>
              <a:buAutoNum type="circleNumDbPlain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结构式语言</a:t>
            </a: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例：订货单逻辑过程的判断句</a:t>
            </a: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lvl="2" eaLnBrk="1" hangingPunct="1"/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IF  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欠款时间≤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30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天</a:t>
            </a:r>
          </a:p>
          <a:p>
            <a:pPr lvl="2" eaLnBrk="1" hangingPunct="1"/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IF  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需要量≤库存量</a:t>
            </a:r>
          </a:p>
          <a:p>
            <a:pPr lvl="2" eaLnBrk="1" hangingPunct="1"/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    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THEN 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立即发货</a:t>
            </a:r>
          </a:p>
          <a:p>
            <a:pPr lvl="2" eaLnBrk="1" hangingPunct="1"/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ELSE</a:t>
            </a:r>
          </a:p>
          <a:p>
            <a:pPr lvl="2" eaLnBrk="1" hangingPunct="1"/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   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先按库存量发货，进货后再补发</a:t>
            </a:r>
          </a:p>
          <a:p>
            <a:pPr lvl="2" eaLnBrk="1" hangingPunct="1"/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ELSE</a:t>
            </a:r>
          </a:p>
          <a:p>
            <a:pPr lvl="2" eaLnBrk="1" hangingPunct="1"/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IF  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欠款时间≤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100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天 </a:t>
            </a:r>
          </a:p>
          <a:p>
            <a:pPr lvl="2" eaLnBrk="1" hangingPunct="1"/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    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IF  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需求量≤库存量</a:t>
            </a:r>
          </a:p>
          <a:p>
            <a:pPr lvl="2" eaLnBrk="1" hangingPunct="1"/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           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THEN  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先付款再发货</a:t>
            </a:r>
          </a:p>
          <a:p>
            <a:pPr lvl="2" eaLnBrk="1" hangingPunct="1"/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    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ELSE</a:t>
            </a:r>
          </a:p>
          <a:p>
            <a:pPr lvl="2" eaLnBrk="1" hangingPunct="1"/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          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不发货</a:t>
            </a:r>
          </a:p>
          <a:p>
            <a:pPr lvl="2" eaLnBrk="1" hangingPunct="1"/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ELSE</a:t>
            </a:r>
          </a:p>
          <a:p>
            <a:pPr lvl="2" eaLnBrk="1" hangingPunct="1"/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要求付欠款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58278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118435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处理功能的表达工具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782776" y="1988840"/>
            <a:ext cx="789368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chemeClr val="tx1"/>
              </a:buClr>
              <a:buFont typeface="+mj-ea"/>
              <a:buAutoNum type="circleNumDbPlain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结构式语言</a:t>
            </a: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循环结构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：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在某种条件下，连续执行相同的处理动作，直到这个条件不成立为止</a:t>
            </a: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例：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计算某一区某单元的住户水费</a:t>
            </a: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lvl="3" eaLnBrk="1" hangingPunct="1">
              <a:spcBef>
                <a:spcPct val="50000"/>
              </a:spcBef>
            </a:pPr>
            <a:endParaRPr lang="en-US" altLang="zh-CN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lvl="3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对每一住户，循环计算</a:t>
            </a:r>
          </a:p>
          <a:p>
            <a:pPr lvl="3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              水费</a:t>
            </a:r>
          </a:p>
          <a:p>
            <a:pPr lvl="3" eaLnBrk="1" hangingPunct="1">
              <a:spcBef>
                <a:spcPct val="30000"/>
              </a:spcBef>
            </a:pP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lvl="1" eaLnBrk="1" hangingPunct="1">
              <a:buClr>
                <a:schemeClr val="folHlink"/>
              </a:buClr>
            </a:pP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457200" lvl="1" indent="0" eaLnBrk="1" hangingPunct="1">
              <a:spcBef>
                <a:spcPct val="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</a:pP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8582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118435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处理功能的表达工具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782776" y="1988840"/>
            <a:ext cx="7893680" cy="2224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chemeClr val="tx1"/>
              </a:buClr>
              <a:buFont typeface="+mj-ea"/>
              <a:buAutoNum type="circleNumDbPlain" startAt="2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判断树（决策树）</a:t>
            </a:r>
          </a:p>
          <a:p>
            <a:pPr marL="800100" lvl="2" indent="-342900" eaLnBrk="1" hangingPunct="1">
              <a:lnSpc>
                <a:spcPts val="2800"/>
              </a:lnSpc>
              <a:spcBef>
                <a:spcPts val="0"/>
              </a:spcBef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看一张判断树图形的时候，要从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左边（树根）开始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，沿着各个分支向右看，根据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每一个条件的取值状态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可以找出应该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采取的工作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，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所有的工作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都列在这张图的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最右侧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。</a:t>
            </a:r>
          </a:p>
          <a:p>
            <a:pPr marL="800100" lvl="2" indent="-342900" eaLnBrk="1" hangingPunct="1">
              <a:lnSpc>
                <a:spcPts val="2800"/>
              </a:lnSpc>
              <a:spcBef>
                <a:spcPts val="0"/>
              </a:spcBef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判断树比结构式语言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更直观、更容易理解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。</a:t>
            </a:r>
          </a:p>
          <a:p>
            <a:pPr marL="800100" lvl="2" indent="-342900" eaLnBrk="1" hangingPunct="1">
              <a:lnSpc>
                <a:spcPts val="2800"/>
              </a:lnSpc>
              <a:spcBef>
                <a:spcPts val="0"/>
              </a:spcBef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当条件多时，不容易清楚地表达出整个判别过程</a:t>
            </a: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pic>
        <p:nvPicPr>
          <p:cNvPr id="3" name="Picture 4" descr="10">
            <a:extLst>
              <a:ext uri="{FF2B5EF4-FFF2-40B4-BE49-F238E27FC236}">
                <a16:creationId xmlns:a16="http://schemas.microsoft.com/office/drawing/2014/main" id="{3F476E84-42B8-FB05-5BAA-C3049D851B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788" y="4213103"/>
            <a:ext cx="7896144" cy="2492896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165979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118435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处理功能的表达工具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782776" y="1988840"/>
            <a:ext cx="789368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chemeClr val="tx1"/>
              </a:buClr>
              <a:buFont typeface="+mj-ea"/>
              <a:buAutoNum type="circleNumDbPlain" startAt="3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判断表（决策表）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当某个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判断结构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依赖于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较多的条件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且有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较多的取值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时，用判断表能够把所有的条件组合完整地表达出来，且可以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分析不同的条件组合应该采取什么的工作</a:t>
            </a:r>
          </a:p>
        </p:txBody>
      </p:sp>
      <p:graphicFrame>
        <p:nvGraphicFramePr>
          <p:cNvPr id="5" name="Group 326">
            <a:extLst>
              <a:ext uri="{FF2B5EF4-FFF2-40B4-BE49-F238E27FC236}">
                <a16:creationId xmlns:a16="http://schemas.microsoft.com/office/drawing/2014/main" id="{EB465145-1F14-3F7B-51F3-66636E96A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9504"/>
              </p:ext>
            </p:extLst>
          </p:nvPr>
        </p:nvGraphicFramePr>
        <p:xfrm>
          <a:off x="1763688" y="3789040"/>
          <a:ext cx="5832648" cy="2806500"/>
        </p:xfrm>
        <a:graphic>
          <a:graphicData uri="http://schemas.openxmlformats.org/drawingml/2006/table">
            <a:tbl>
              <a:tblPr/>
              <a:tblGrid>
                <a:gridCol w="1125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7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20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条件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取值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说明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0"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欠款时间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0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欠款时间≤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30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天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1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30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天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&lt;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欠款时间≤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100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天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2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100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天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&lt;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欠款时间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4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需求量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库存量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0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需求量≤库存量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94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1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需求量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&gt;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库存量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149243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118435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处理功能的表达工具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782776" y="1988840"/>
            <a:ext cx="7893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chemeClr val="tx1"/>
              </a:buClr>
              <a:buFont typeface="+mj-ea"/>
              <a:buAutoNum type="circleNumDbPlain" startAt="3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判断表（决策表）</a:t>
            </a:r>
          </a:p>
        </p:txBody>
      </p:sp>
      <p:graphicFrame>
        <p:nvGraphicFramePr>
          <p:cNvPr id="3" name="Group 424">
            <a:extLst>
              <a:ext uri="{FF2B5EF4-FFF2-40B4-BE49-F238E27FC236}">
                <a16:creationId xmlns:a16="http://schemas.microsoft.com/office/drawing/2014/main" id="{73951EA4-1193-2D86-D1DE-DE0B75A3A8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654658"/>
              </p:ext>
            </p:extLst>
          </p:nvPr>
        </p:nvGraphicFramePr>
        <p:xfrm>
          <a:off x="861759" y="2564423"/>
          <a:ext cx="7645400" cy="4129017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8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0980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决策规则号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1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2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3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4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5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6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291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条件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欠款时间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0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0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1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1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2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2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29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需求量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库存量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0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1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0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1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0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1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291">
                <a:tc row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应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采取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的行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动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立即发货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47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先按库存量发货，进货后再补发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29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先付款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再发货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29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不发货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29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要求先付欠款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656439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118435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处理功能的表达工具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782776" y="1988840"/>
            <a:ext cx="7893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chemeClr val="tx1"/>
              </a:buClr>
              <a:buFont typeface="+mj-ea"/>
              <a:buAutoNum type="circleNumDbPlain" startAt="3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判断表（决策表）</a:t>
            </a:r>
          </a:p>
        </p:txBody>
      </p:sp>
      <p:graphicFrame>
        <p:nvGraphicFramePr>
          <p:cNvPr id="5" name="Group 217">
            <a:extLst>
              <a:ext uri="{FF2B5EF4-FFF2-40B4-BE49-F238E27FC236}">
                <a16:creationId xmlns:a16="http://schemas.microsoft.com/office/drawing/2014/main" id="{17BB8FB0-BE5B-8E72-5815-9B64784B3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128090"/>
              </p:ext>
            </p:extLst>
          </p:nvPr>
        </p:nvGraphicFramePr>
        <p:xfrm>
          <a:off x="1153636" y="2535856"/>
          <a:ext cx="7151960" cy="3885621"/>
        </p:xfrm>
        <a:graphic>
          <a:graphicData uri="http://schemas.openxmlformats.org/drawingml/2006/table">
            <a:tbl>
              <a:tblPr/>
              <a:tblGrid>
                <a:gridCol w="524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8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02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14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2749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决策规则号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1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2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3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4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5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6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749"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条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件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欠款时间≤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30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天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74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欠款时间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&gt;100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天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74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需求量≤库存量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749">
                <a:tc row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应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采取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的行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动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立即发货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2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先按库存量发货，进货后再补发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74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先付款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再发货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74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不发货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74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要求先付欠款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672129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118435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处理功能的表达工具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782776" y="1988840"/>
            <a:ext cx="78936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如果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条件单一且取值较少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，用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结构式语言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表达</a:t>
            </a:r>
          </a:p>
          <a:p>
            <a:pPr marL="0" lvl="0" indent="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如果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条件较多且取值适中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，用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判断树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来表示</a:t>
            </a:r>
            <a:endParaRPr lang="en-US" altLang="zh-CN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如果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条件和取值都很复杂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，且需要对其进行验证，则使用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判断表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可读性：判断树</a:t>
            </a:r>
            <a:r>
              <a:rPr lang="en-US" altLang="zh-CN" b="1" dirty="0">
                <a:solidFill>
                  <a:schemeClr val="dk1"/>
                </a:solidFill>
                <a:ea typeface="楷体" panose="02010609060101010101" charset="-122"/>
              </a:rPr>
              <a:t>&gt;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结构式语言</a:t>
            </a:r>
            <a:r>
              <a:rPr lang="en-US" altLang="zh-CN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&gt;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判断表</a:t>
            </a:r>
          </a:p>
          <a:p>
            <a:pPr marL="0" lvl="0" indent="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三种表达工具一般要交替使用，互相补充</a:t>
            </a:r>
            <a:endParaRPr lang="zh-CN" altLang="en-US" b="1" dirty="0">
              <a:solidFill>
                <a:schemeClr val="dk1"/>
              </a:solidFill>
              <a:ea typeface="楷体" panose="02010609060101010101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54553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5214889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3.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新系统总体逻辑结构的审查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782776" y="1988840"/>
            <a:ext cx="789368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Char char="ü"/>
            </a:pP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数据流程图的正确性检查</a:t>
            </a:r>
          </a:p>
          <a:p>
            <a:pPr marL="800100" lvl="2" indent="-342900" eaLnBrk="1" hangingPunct="1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高层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数据流程图中的数据流、数据存储、外部项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是否在底层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数据流程图中反映出来</a:t>
            </a:r>
            <a:endParaRPr lang="en-US" altLang="zh-CN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800100" lvl="2" indent="-342900" eaLnBrk="1" hangingPunct="1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是否有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无输入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/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输出数据流或数据存储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处理功能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存在</a:t>
            </a:r>
            <a:endParaRPr lang="en-US" altLang="zh-CN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800100" lvl="2" indent="-342900" eaLnBrk="1" hangingPunct="1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是否有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无名称的数据流</a:t>
            </a:r>
            <a:endParaRPr lang="en-US" altLang="zh-CN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800100" lvl="2" indent="-342900" eaLnBrk="1" hangingPunct="1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处理功能的表示是否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唯一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并且表明了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层次关系</a:t>
            </a:r>
          </a:p>
          <a:p>
            <a:pPr marL="457200" indent="-4572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ü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逻辑功能正确性检查</a:t>
            </a:r>
          </a:p>
          <a:p>
            <a:pPr marL="457200" lvl="1" indent="0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新系统逻辑功能是否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包含</a:t>
            </a:r>
            <a:r>
              <a:rPr lang="zh-CN" altLang="en-US" sz="2000" b="1" dirty="0">
                <a:ea typeface="楷体" panose="02010609060101010101" charset="-122"/>
              </a:rPr>
              <a:t>了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现行系统的逻辑功能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，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用户的需求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是否能够得到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满足</a:t>
            </a:r>
          </a:p>
          <a:p>
            <a:pPr marL="457200" lvl="0" indent="-45720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Char char="ü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新系统逻辑功能是否符合总体规划的总体方案要求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66819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26983" name="Text Box 13"/>
          <p:cNvSpPr txBox="1"/>
          <p:nvPr>
            <p:custDataLst>
              <p:tags r:id="rId4"/>
            </p:custDataLst>
          </p:nvPr>
        </p:nvSpPr>
        <p:spPr>
          <a:xfrm>
            <a:off x="716360" y="1861151"/>
            <a:ext cx="3276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信息系统分析过程：</a:t>
            </a:r>
          </a:p>
        </p:txBody>
      </p:sp>
      <p:sp>
        <p:nvSpPr>
          <p:cNvPr id="622607" name="Rectangle 15"/>
          <p:cNvSpPr>
            <a:spLocks noGrp="1" noChangeArrowheads="1"/>
          </p:cNvSpPr>
          <p:nvPr>
            <p:ph type="title" idx="4294967295"/>
          </p:nvPr>
        </p:nvSpPr>
        <p:spPr>
          <a:xfrm>
            <a:off x="727075" y="1065213"/>
            <a:ext cx="6353175" cy="461963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本章小结</a:t>
            </a: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AFC6E8CA-DA51-6EBC-FB31-57DF16F8AB35}"/>
              </a:ext>
            </a:extLst>
          </p:cNvPr>
          <p:cNvSpPr txBox="1"/>
          <p:nvPr/>
        </p:nvSpPr>
        <p:spPr>
          <a:xfrm>
            <a:off x="3779912" y="1956266"/>
            <a:ext cx="2741375" cy="52322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业务流程分析</a:t>
            </a:r>
          </a:p>
        </p:txBody>
      </p:sp>
      <p:sp>
        <p:nvSpPr>
          <p:cNvPr id="3" name="Line 4">
            <a:extLst>
              <a:ext uri="{FF2B5EF4-FFF2-40B4-BE49-F238E27FC236}">
                <a16:creationId xmlns:a16="http://schemas.microsoft.com/office/drawing/2014/main" id="{87FB4B54-7817-2C39-FC04-471CE33CD8FF}"/>
              </a:ext>
            </a:extLst>
          </p:cNvPr>
          <p:cNvSpPr/>
          <p:nvPr/>
        </p:nvSpPr>
        <p:spPr>
          <a:xfrm>
            <a:off x="5086840" y="2765601"/>
            <a:ext cx="952" cy="4572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21798849-A6A7-3B96-215C-E58BBB6A94D7}"/>
              </a:ext>
            </a:extLst>
          </p:cNvPr>
          <p:cNvSpPr txBox="1"/>
          <p:nvPr/>
        </p:nvSpPr>
        <p:spPr>
          <a:xfrm>
            <a:off x="3785625" y="3384928"/>
            <a:ext cx="2741375" cy="52322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数据流程分析</a:t>
            </a:r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4F01B83B-81AA-B5A3-D402-1FF15A74EA64}"/>
              </a:ext>
            </a:extLst>
          </p:cNvPr>
          <p:cNvSpPr/>
          <p:nvPr/>
        </p:nvSpPr>
        <p:spPr>
          <a:xfrm>
            <a:off x="5086840" y="4213401"/>
            <a:ext cx="952" cy="4572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ECB662A8-0847-A952-B590-25FB4E191BF0}"/>
              </a:ext>
            </a:extLst>
          </p:cNvPr>
          <p:cNvSpPr txBox="1"/>
          <p:nvPr/>
        </p:nvSpPr>
        <p:spPr>
          <a:xfrm>
            <a:off x="3359600" y="4832728"/>
            <a:ext cx="3525536" cy="55989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1" indent="0" algn="ctr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新系统逻辑结构提出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722483" y="2814875"/>
            <a:ext cx="3699034" cy="1228249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Font typeface="Arial" panose="020B0604020202020204" pitchFamily="34" charset="0"/>
              <a:buNone/>
              <a:defRPr sz="6000" b="0" u="none" strike="noStrike" kern="1200" cap="none" spc="8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marL="0" indent="0" algn="di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54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END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bf6a194-d9e0-4384-8079-6afcf7d05967"/>
  <p:tag name="FULLTEXTBEAUTIFYED" val="1"/>
  <p:tag name="COMMONDATA" val="eyJoZGlkIjoiMTA3NmMyZDIyYzFlYTljMDIyMjcwNWY5NzdhYThhMm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35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35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204359"/>
  <p:tag name="KSO_WM_TEMPLATE_SUBCATEGORY" val="0"/>
  <p:tag name="KSO_WM_TEMPLATE_MASTER_TYPE" val="1"/>
  <p:tag name="KSO_WM_TEMPLATE_COLOR_TYPE" val="1"/>
  <p:tag name="KSO_WM_TEMPLATE_MASTER_THUMB_INDEX" val="12"/>
  <p:tag name="KSO_WM_TEMPLATE_THUMBS_INDEX" val="1、4、7、9、12、15、19、22、23、24、25、26、29、34、39、42、4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SUBCATEGORY" val="0"/>
  <p:tag name="KSO_WM_SLIDE_ITEM_CNT" val="0"/>
  <p:tag name="KSO_WM_SLIDE_INDEX" val="1"/>
  <p:tag name="KSO_WM_TAG_VERSION" val="1.0"/>
  <p:tag name="KSO_WM_SLIDE_LAYOUT" val="a_b"/>
  <p:tag name="KSO_WM_SLIDE_LAYOUT_CNT" val="1_3"/>
  <p:tag name="KSO_WM_SLIDE_TYPE" val="title"/>
  <p:tag name="KSO_WM_SLIDE_SUBTYPE" val="pureTxt"/>
  <p:tag name="KSO_WM_TEMPLATE_MASTER_TYPE" val="1"/>
  <p:tag name="KSO_WM_TEMPLATE_COLOR_TYPE" val="1"/>
  <p:tag name="KSO_WM_TEMPLATE_CATEGORY" val="custom"/>
  <p:tag name="KSO_WM_TEMPLATE_INDEX" val="20204359"/>
  <p:tag name="KSO_WM_SLIDE_ID" val="custom20204359_1"/>
  <p:tag name="KSO_WM_TEMPLATE_MASTER_THUMB_INDEX" val="12"/>
  <p:tag name="KSO_WM_TEMPLATE_THUMBS_INDEX" val="1、4、7、9、12、15、19、22、23、24、25、26、29、34、39、42、43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10"/>
  <p:tag name="KSO_WM_UNIT_TYPE" val="a"/>
  <p:tag name="KSO_WM_UNIT_INDEX" val="1"/>
  <p:tag name="KSO_WM_UNIT_PRESET_TEXT" val="活动策划方案"/>
  <p:tag name="KSO_WM_TEMPLATE_CATEGORY" val="custom"/>
  <p:tag name="KSO_WM_TEMPLATE_INDEX" val="20204359"/>
  <p:tag name="KSO_WM_UNIT_ID" val="custom20204359_1*a*1"/>
  <p:tag name="KSO_WM_UNIT_ISNUMDGMTITLE" val="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PRESET_TEXT" val="目录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LAYERLEVEL" val="1"/>
  <p:tag name="KSO_WM_TAG_VERSION" val="1.0"/>
  <p:tag name="KSO_WM_BEAUTIFY_FLAG" val="#wm#"/>
  <p:tag name="KSO_WM_TEMPLATE_CATEGORY" val="custom"/>
  <p:tag name="KSO_WM_TEMPLATE_INDEX" val="20204359"/>
  <p:tag name="KSO_WM_UNIT_ID" val="custom20204359_4*a*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26"/>
  <p:tag name="KSO_WM_UNIT_TYPE" val="b"/>
  <p:tag name="KSO_WM_UNIT_INDEX" val="1"/>
  <p:tag name="KSO_WM_UNIT_PRESET_TEXT" val="单击此处添加副标题内容"/>
  <p:tag name="KSO_WM_TEMPLATE_CATEGORY" val="custom"/>
  <p:tag name="KSO_WM_TEMPLATE_INDEX" val="20204359"/>
  <p:tag name="KSO_WM_UNIT_ID" val="custom20204359_1*b*1"/>
  <p:tag name="KSO_WM_UNIT_ISNUMDGMTITLE" val="0"/>
  <p:tag name="KSO_WM_UNIT_TEXT_FILL_FORE_SCHEMECOLOR_INDEX_BRIGHTNESS" val="0.15"/>
  <p:tag name="KSO_WM_UNIT_TEXT_FILL_FORE_SCHEMECOLOR_INDEX" val="13"/>
  <p:tag name="KSO_WM_UNIT_TEXT_FILL_TYPE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c7758797-e363-46b9-a775-e3904511ba0c}"/>
  <p:tag name="KSO_WM_UNIT_TYPE" val="i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4a94ee95-f082-45b2-9948-75e38f3d788c}"/>
  <p:tag name="KSO_WM_UNIT_TYPE" val="i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9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SLIDE_LAYOUT" val="a_l"/>
  <p:tag name="KSO_WM_SLIDE_LAYOUT_CNT" val="1_1"/>
  <p:tag name="KSO_WM_TEMPLATE_MASTER_TYPE" val="1"/>
  <p:tag name="KSO_WM_TEMPLATE_COLOR_TYPE" val="1"/>
  <p:tag name="KSO_WM_TEMPLATE_CATEGORY" val="custom"/>
  <p:tag name="KSO_WM_TEMPLATE_INDEX" val="20204359"/>
  <p:tag name="KSO_WM_SLIDE_ID" val="custom20204359_4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PRESET_TEXT" val="目录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LAYERLEVEL" val="1"/>
  <p:tag name="KSO_WM_TAG_VERSION" val="1.0"/>
  <p:tag name="KSO_WM_BEAUTIFY_FLAG" val="#wm#"/>
  <p:tag name="KSO_WM_TEMPLATE_CATEGORY" val="custom"/>
  <p:tag name="KSO_WM_TEMPLATE_INDEX" val="20204359"/>
  <p:tag name="KSO_WM_UNIT_ID" val="custom20204359_4*a*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9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4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0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4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1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3_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2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3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3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2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4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2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5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1_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6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1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3_2"/>
  <p:tag name="KSO_WM_UNIT_TEXT_FILL_FORE_SCHEMECOLOR_INDEX" val="14"/>
  <p:tag name="KSO_WM_UNIT_TEXT_FILL_TYPE" val="1"/>
  <p:tag name="KSO_WM_UNIT_USESOURCEFORMAT_APPLY" val="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2_2"/>
  <p:tag name="KSO_WM_UNIT_TEXT_FILL_FORE_SCHEMECOLOR_INDEX" val="14"/>
  <p:tag name="KSO_WM_UNIT_TEXT_FILL_TYPE" val="1"/>
  <p:tag name="KSO_WM_UNIT_USESOURCEFORMAT_APPLY" val="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1_2"/>
  <p:tag name="KSO_WM_UNIT_TEXT_FILL_FORE_SCHEMECOLOR_INDEX" val="14"/>
  <p:tag name="KSO_WM_UNIT_TEXT_FILL_TYPE" val="1"/>
  <p:tag name="KSO_WM_UNIT_USESOURCEFORMAT_APPLY" val="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4_2"/>
  <p:tag name="KSO_WM_UNIT_TEXT_FILL_FORE_SCHEMECOLOR_INDEX" val="14"/>
  <p:tag name="KSO_WM_UNIT_TEXT_FILL_TYPE" val="1"/>
  <p:tag name="KSO_WM_UNIT_USESOURCEFORMAT_APPLY" val="1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SLIDE_LAYOUT" val="a_l"/>
  <p:tag name="KSO_WM_SLIDE_LAYOUT_CNT" val="1_1"/>
  <p:tag name="KSO_WM_TEMPLATE_MASTER_TYPE" val="1"/>
  <p:tag name="KSO_WM_TEMPLATE_COLOR_TYPE" val="1"/>
  <p:tag name="KSO_WM_TEMPLATE_CATEGORY" val="custom"/>
  <p:tag name="KSO_WM_TEMPLATE_INDEX" val="20204359"/>
  <p:tag name="KSO_WM_SLIDE_ID" val="custom20204359_4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PRESET_TEXT" val="目录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LAYERLEVEL" val="1"/>
  <p:tag name="KSO_WM_TAG_VERSION" val="1.0"/>
  <p:tag name="KSO_WM_BEAUTIFY_FLAG" val="#wm#"/>
  <p:tag name="KSO_WM_TEMPLATE_CATEGORY" val="custom"/>
  <p:tag name="KSO_WM_TEMPLATE_INDEX" val="20204359"/>
  <p:tag name="KSO_WM_UNIT_ID" val="custom20204359_4*a*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9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4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0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4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1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3_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2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3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3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2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4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2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5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1_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6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1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3_2"/>
  <p:tag name="KSO_WM_UNIT_TEXT_FILL_FORE_SCHEMECOLOR_INDEX" val="14"/>
  <p:tag name="KSO_WM_UNIT_TEXT_FILL_TYPE" val="1"/>
  <p:tag name="KSO_WM_UNIT_USESOURCEFORMAT_APPLY" val="1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2_2"/>
  <p:tag name="KSO_WM_UNIT_TEXT_FILL_FORE_SCHEMECOLOR_INDEX" val="14"/>
  <p:tag name="KSO_WM_UNIT_TEXT_FILL_TYPE" val="1"/>
  <p:tag name="KSO_WM_UNIT_USESOURCEFORMAT_APPLY" val="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1_2"/>
  <p:tag name="KSO_WM_UNIT_TEXT_FILL_FORE_SCHEMECOLOR_INDEX" val="14"/>
  <p:tag name="KSO_WM_UNIT_TEXT_FILL_TYPE" val="1"/>
  <p:tag name="KSO_WM_UNIT_USESOURCEFORMAT_APPLY" val="1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4_2"/>
  <p:tag name="KSO_WM_UNIT_TEXT_FILL_FORE_SCHEMECOLOR_INDEX" val="14"/>
  <p:tag name="KSO_WM_UNIT_TEXT_FILL_TYPE" val="1"/>
  <p:tag name="KSO_WM_UNIT_USESOURCEFORMAT_APPLY" val="1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2"/>
  <p:tag name="KSO_WM_UNIT_TEXT_FILL_TYPE" val="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SLIDE_LAYOUT" val="a_l"/>
  <p:tag name="KSO_WM_SLIDE_LAYOUT_CNT" val="1_1"/>
  <p:tag name="KSO_WM_TEMPLATE_MASTER_TYPE" val="1"/>
  <p:tag name="KSO_WM_TEMPLATE_COLOR_TYPE" val="1"/>
  <p:tag name="KSO_WM_TEMPLATE_CATEGORY" val="custom"/>
  <p:tag name="KSO_WM_TEMPLATE_INDEX" val="20204359"/>
  <p:tag name="KSO_WM_SLIDE_ID" val="custom20204359_4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PRESET_TEXT" val="目录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LAYERLEVEL" val="1"/>
  <p:tag name="KSO_WM_TAG_VERSION" val="1.0"/>
  <p:tag name="KSO_WM_BEAUTIFY_FLAG" val="#wm#"/>
  <p:tag name="KSO_WM_TEMPLATE_CATEGORY" val="custom"/>
  <p:tag name="KSO_WM_TEMPLATE_INDEX" val="20204359"/>
  <p:tag name="KSO_WM_UNIT_ID" val="custom20204359_4*a*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9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4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0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4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1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3_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2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3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3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2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4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2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5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1_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6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1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3_2"/>
  <p:tag name="KSO_WM_UNIT_TEXT_FILL_FORE_SCHEMECOLOR_INDEX" val="14"/>
  <p:tag name="KSO_WM_UNIT_TEXT_FILL_TYPE" val="1"/>
  <p:tag name="KSO_WM_UNIT_USESOURCEFORMAT_APPLY" val="1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2_2"/>
  <p:tag name="KSO_WM_UNIT_TEXT_FILL_FORE_SCHEMECOLOR_INDEX" val="14"/>
  <p:tag name="KSO_WM_UNIT_TEXT_FILL_TYPE" val="1"/>
  <p:tag name="KSO_WM_UNIT_USESOURCEFORMAT_APPLY" val="1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1_2"/>
  <p:tag name="KSO_WM_UNIT_TEXT_FILL_FORE_SCHEMECOLOR_INDEX" val="14"/>
  <p:tag name="KSO_WM_UNIT_TEXT_FILL_TYPE" val="1"/>
  <p:tag name="KSO_WM_UNIT_USESOURCEFORMAT_APPLY" val="1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4_2"/>
  <p:tag name="KSO_WM_UNIT_TEXT_FILL_FORE_SCHEMECOLOR_INDEX" val="14"/>
  <p:tag name="KSO_WM_UNIT_TEXT_FILL_TYPE" val="1"/>
  <p:tag name="KSO_WM_UNIT_USESOURCEFORMAT_APPLY" val="1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SLIDE_LAYOUT" val="a_l"/>
  <p:tag name="KSO_WM_SLIDE_LAYOUT_CNT" val="1_1"/>
  <p:tag name="KSO_WM_TEMPLATE_MASTER_TYPE" val="1"/>
  <p:tag name="KSO_WM_TEMPLATE_COLOR_TYPE" val="1"/>
  <p:tag name="KSO_WM_TEMPLATE_CATEGORY" val="custom"/>
  <p:tag name="KSO_WM_TEMPLATE_INDEX" val="20204359"/>
  <p:tag name="KSO_WM_SLIDE_ID" val="custom20204359_4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PRESET_TEXT" val="目录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LAYERLEVEL" val="1"/>
  <p:tag name="KSO_WM_TAG_VERSION" val="1.0"/>
  <p:tag name="KSO_WM_BEAUTIFY_FLAG" val="#wm#"/>
  <p:tag name="KSO_WM_TEMPLATE_CATEGORY" val="custom"/>
  <p:tag name="KSO_WM_TEMPLATE_INDEX" val="20204359"/>
  <p:tag name="KSO_WM_UNIT_ID" val="custom20204359_4*a*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9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4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0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4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1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3_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2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3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3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2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4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2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5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1_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6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1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3_2"/>
  <p:tag name="KSO_WM_UNIT_TEXT_FILL_FORE_SCHEMECOLOR_INDEX" val="14"/>
  <p:tag name="KSO_WM_UNIT_TEXT_FILL_TYPE" val="1"/>
  <p:tag name="KSO_WM_UNIT_USESOURCEFORMAT_APPLY" val="1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2_2"/>
  <p:tag name="KSO_WM_UNIT_TEXT_FILL_FORE_SCHEMECOLOR_INDEX" val="14"/>
  <p:tag name="KSO_WM_UNIT_TEXT_FILL_TYPE" val="1"/>
  <p:tag name="KSO_WM_UNIT_USESOURCEFORMAT_APPLY" val="1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1_2"/>
  <p:tag name="KSO_WM_UNIT_TEXT_FILL_FORE_SCHEMECOLOR_INDEX" val="14"/>
  <p:tag name="KSO_WM_UNIT_TEXT_FILL_TYPE" val="1"/>
  <p:tag name="KSO_WM_UNIT_USESOURCEFORMAT_APPLY" val="1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4_2"/>
  <p:tag name="KSO_WM_UNIT_TEXT_FILL_FORE_SCHEMECOLOR_INDEX" val="14"/>
  <p:tag name="KSO_WM_UNIT_TEXT_FILL_TYPE" val="1"/>
  <p:tag name="KSO_WM_UNIT_USESOURCEFORMAT_APPLY" val="1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SLIDE_LAYOUT" val="a_l"/>
  <p:tag name="KSO_WM_SLIDE_LAYOUT_CNT" val="1_1"/>
  <p:tag name="KSO_WM_TEMPLATE_MASTER_TYPE" val="1"/>
  <p:tag name="KSO_WM_TEMPLATE_COLOR_TYPE" val="1"/>
  <p:tag name="KSO_WM_TEMPLATE_CATEGORY" val="custom"/>
  <p:tag name="KSO_WM_TEMPLATE_INDEX" val="20204359"/>
  <p:tag name="KSO_WM_SLIDE_ID" val="custom20204359_4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PRESET_TEXT" val="目录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LAYERLEVEL" val="1"/>
  <p:tag name="KSO_WM_TAG_VERSION" val="1.0"/>
  <p:tag name="KSO_WM_BEAUTIFY_FLAG" val="#wm#"/>
  <p:tag name="KSO_WM_TEMPLATE_CATEGORY" val="custom"/>
  <p:tag name="KSO_WM_TEMPLATE_INDEX" val="20204359"/>
  <p:tag name="KSO_WM_UNIT_ID" val="custom20204359_4*a*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9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4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0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4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1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3_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2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3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3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2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4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2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5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1_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6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1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3_2"/>
  <p:tag name="KSO_WM_UNIT_TEXT_FILL_FORE_SCHEMECOLOR_INDEX" val="14"/>
  <p:tag name="KSO_WM_UNIT_TEXT_FILL_TYPE" val="1"/>
  <p:tag name="KSO_WM_UNIT_USESOURCEFORMAT_APPLY" val="1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2_2"/>
  <p:tag name="KSO_WM_UNIT_TEXT_FILL_FORE_SCHEMECOLOR_INDEX" val="14"/>
  <p:tag name="KSO_WM_UNIT_TEXT_FILL_TYPE" val="1"/>
  <p:tag name="KSO_WM_UNIT_USESOURCEFORMAT_APPLY" val="1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1_2"/>
  <p:tag name="KSO_WM_UNIT_TEXT_FILL_FORE_SCHEMECOLOR_INDEX" val="14"/>
  <p:tag name="KSO_WM_UNIT_TEXT_FILL_TYPE" val="1"/>
  <p:tag name="KSO_WM_UNIT_USESOURCEFORMAT_APPLY" val="1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4_2"/>
  <p:tag name="KSO_WM_UNIT_TEXT_FILL_FORE_SCHEMECOLOR_INDEX" val="14"/>
  <p:tag name="KSO_WM_UNIT_TEXT_FILL_TYPE" val="1"/>
  <p:tag name="KSO_WM_UNIT_USESOURCEFORMAT_APPLY" val="1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SLIDE_LAYOUT" val="a"/>
  <p:tag name="KSO_WM_SLIDE_LAYOUT_CNT" val="1"/>
  <p:tag name="KSO_WM_TEMPLATE_MASTER_TYPE" val="1"/>
  <p:tag name="KSO_WM_TEMPLATE_COLOR_TYPE" val="1"/>
  <p:tag name="KSO_WM_TEMPLATE_CATEGORY" val="custom"/>
  <p:tag name="KSO_WM_TEMPLATE_INDEX" val="20204359"/>
  <p:tag name="KSO_WM_SLIDE_ID" val="custom20204359_7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5"/>
  <p:tag name="KSO_WM_UNIT_TYPE" val="a"/>
  <p:tag name="KSO_WM_UNIT_INDEX" val="1"/>
  <p:tag name="KSO_WM_UNIT_PRESET_TEXT" val="PART 01"/>
  <p:tag name="KSO_WM_TEMPLATE_CATEGORY" val="custom"/>
  <p:tag name="KSO_WM_TEMPLATE_INDEX" val="20204359"/>
  <p:tag name="KSO_WM_UNIT_ID" val="custom20204359_7*a*1"/>
  <p:tag name="KSO_WM_UNIT_ISNUMDGMTITLE" val="0"/>
</p:tagLst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triangl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triangl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自定义 50">
      <a:dk1>
        <a:srgbClr val="000000"/>
      </a:dk1>
      <a:lt1>
        <a:srgbClr val="FFFFFF"/>
      </a:lt1>
      <a:dk2>
        <a:srgbClr val="EAF1F6"/>
      </a:dk2>
      <a:lt2>
        <a:srgbClr val="FFFFFF"/>
      </a:lt2>
      <a:accent1>
        <a:srgbClr val="476BAB"/>
      </a:accent1>
      <a:accent2>
        <a:srgbClr val="267793"/>
      </a:accent2>
      <a:accent3>
        <a:srgbClr val="2E7861"/>
      </a:accent3>
      <a:accent4>
        <a:srgbClr val="53703E"/>
      </a:accent4>
      <a:accent5>
        <a:srgbClr val="866134"/>
      </a:accent5>
      <a:accent6>
        <a:srgbClr val="AB5345"/>
      </a:accent6>
      <a:hlink>
        <a:srgbClr val="0563C1"/>
      </a:hlink>
      <a:folHlink>
        <a:srgbClr val="954E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0</TotalTime>
  <Words>4290</Words>
  <Application>Microsoft Office PowerPoint</Application>
  <PresentationFormat>全屏显示(4:3)</PresentationFormat>
  <Paragraphs>805</Paragraphs>
  <Slides>58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58</vt:i4>
      </vt:variant>
    </vt:vector>
  </HeadingPairs>
  <TitlesOfParts>
    <vt:vector size="66" baseType="lpstr">
      <vt:lpstr>楷体_GB2312</vt:lpstr>
      <vt:lpstr>宋体</vt:lpstr>
      <vt:lpstr>微软雅黑</vt:lpstr>
      <vt:lpstr>Arial</vt:lpstr>
      <vt:lpstr>Times New Roman</vt:lpstr>
      <vt:lpstr>Wingdings</vt:lpstr>
      <vt:lpstr>Soaring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第1节 信息系统分析的目标和任务</vt:lpstr>
      <vt:lpstr>第1节 信息系统分析的目标和任务</vt:lpstr>
      <vt:lpstr>第1节 信息系统分析的目标和任务</vt:lpstr>
      <vt:lpstr>第1节 信息系统分析的目标和任务</vt:lpstr>
      <vt:lpstr>第1节 信息系统分析的目标和任务</vt:lpstr>
      <vt:lpstr>PowerPoint 演示文稿</vt:lpstr>
      <vt:lpstr>第2节 业务流程分析</vt:lpstr>
      <vt:lpstr>第2节 业务流程分析</vt:lpstr>
      <vt:lpstr>第2节 业务流程分析</vt:lpstr>
      <vt:lpstr>第2节 业务流程分析</vt:lpstr>
      <vt:lpstr>第2节 业务流程分析</vt:lpstr>
      <vt:lpstr>第2节 业务流程分析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本章小结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2022-12-08T23:33:38Z</dcterms:created>
  <dcterms:modified xsi:type="dcterms:W3CDTF">2025-04-08T03:59:34Z</dcterms:modified>
</cp:coreProperties>
</file>