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heme/theme3.xml" ContentType="application/vnd.openxmlformats-officedocument.theme+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notesSlides/notesSlide1.xml" ContentType="application/vnd.openxmlformats-officedocument.presentationml.notesSlide+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notesSlides/notesSlide2.xml" ContentType="application/vnd.openxmlformats-officedocument.presentationml.notesSlide+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notesSlides/notesSlide3.xml" ContentType="application/vnd.openxmlformats-officedocument.presentationml.notesSlide+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notesSlides/notesSlide4.xml" ContentType="application/vnd.openxmlformats-officedocument.presentationml.notesSlide+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notesSlides/notesSlide5.xml" ContentType="application/vnd.openxmlformats-officedocument.presentationml.notesSlide+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notesSlides/notesSlide6.xml" ContentType="application/vnd.openxmlformats-officedocument.presentationml.notesSlide+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notesSlides/notesSlide7.xml" ContentType="application/vnd.openxmlformats-officedocument.presentationml.notesSlide+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notesSlides/notesSlide8.xml" ContentType="application/vnd.openxmlformats-officedocument.presentationml.notesSlide+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notesSlides/notesSlide9.xml" ContentType="application/vnd.openxmlformats-officedocument.presentationml.notesSlide+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notesSlides/notesSlide10.xml" ContentType="application/vnd.openxmlformats-officedocument.presentationml.notesSlide+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notesSlides/notesSlide11.xml" ContentType="application/vnd.openxmlformats-officedocument.presentationml.notesSlide+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notesSlides/notesSlide12.xml" ContentType="application/vnd.openxmlformats-officedocument.presentationml.notesSlide+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notesSlides/notesSlide13.xml" ContentType="application/vnd.openxmlformats-officedocument.presentationml.notesSlide+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notesSlides/notesSlide14.xml" ContentType="application/vnd.openxmlformats-officedocument.presentationml.notesSlide+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notesSlides/notesSlide15.xml" ContentType="application/vnd.openxmlformats-officedocument.presentationml.notesSlide+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35"/>
  </p:notesMasterIdLst>
  <p:sldIdLst>
    <p:sldId id="591" r:id="rId3"/>
    <p:sldId id="544" r:id="rId4"/>
    <p:sldId id="518" r:id="rId5"/>
    <p:sldId id="599" r:id="rId6"/>
    <p:sldId id="519" r:id="rId7"/>
    <p:sldId id="520" r:id="rId8"/>
    <p:sldId id="592" r:id="rId9"/>
    <p:sldId id="593" r:id="rId10"/>
    <p:sldId id="600" r:id="rId11"/>
    <p:sldId id="523" r:id="rId12"/>
    <p:sldId id="611" r:id="rId13"/>
    <p:sldId id="612" r:id="rId14"/>
    <p:sldId id="613" r:id="rId15"/>
    <p:sldId id="615" r:id="rId16"/>
    <p:sldId id="617" r:id="rId17"/>
    <p:sldId id="595" r:id="rId18"/>
    <p:sldId id="614" r:id="rId19"/>
    <p:sldId id="616" r:id="rId20"/>
    <p:sldId id="601" r:id="rId21"/>
    <p:sldId id="530" r:id="rId22"/>
    <p:sldId id="603" r:id="rId23"/>
    <p:sldId id="618" r:id="rId24"/>
    <p:sldId id="619" r:id="rId25"/>
    <p:sldId id="620" r:id="rId26"/>
    <p:sldId id="604" r:id="rId27"/>
    <p:sldId id="602" r:id="rId28"/>
    <p:sldId id="537" r:id="rId29"/>
    <p:sldId id="606" r:id="rId30"/>
    <p:sldId id="608" r:id="rId31"/>
    <p:sldId id="609" r:id="rId32"/>
    <p:sldId id="610" r:id="rId33"/>
    <p:sldId id="543" r:id="rId34"/>
  </p:sldIdLst>
  <p:sldSz cx="9144000" cy="6858000" type="screen4x3"/>
  <p:notesSz cx="6858000" cy="9144000"/>
  <p:custDataLst>
    <p:tags r:id="rId36"/>
  </p:custDataLst>
  <p:defaultTextStyle>
    <a:defPPr>
      <a:defRPr lang="zh-CN"/>
    </a:defPPr>
    <a:lvl1pPr marL="0" lvl="0"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90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339933"/>
    <a:srgbClr val="00CC00"/>
    <a:srgbClr val="FFFF00"/>
    <a:srgbClr val="0000FF"/>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265"/>
    <p:restoredTop sz="83775" autoAdjust="0"/>
  </p:normalViewPr>
  <p:slideViewPr>
    <p:cSldViewPr showGuides="1">
      <p:cViewPr varScale="1">
        <p:scale>
          <a:sx n="92" d="100"/>
          <a:sy n="92" d="100"/>
        </p:scale>
        <p:origin x="1816" y="168"/>
      </p:cViewPr>
      <p:guideLst>
        <p:guide orient="horz" pos="2160"/>
        <p:guide pos="290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592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42"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lgn="l" eaLnBrk="1" hangingPunct="1">
              <a:defRPr kumimoji="1" sz="1200">
                <a:solidFill>
                  <a:srgbClr val="0000FF"/>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368643"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kumimoji="1" sz="1200">
                <a:solidFill>
                  <a:srgbClr val="0000FF"/>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68645"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368646" name="Rectangle 6"/>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algn="l" eaLnBrk="1" hangingPunct="1">
              <a:defRPr kumimoji="1" sz="1200">
                <a:solidFill>
                  <a:srgbClr val="0000FF"/>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368647"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lstStyle/>
          <a:p>
            <a:pPr lvl="0" algn="r" eaLnBrk="1" hangingPunct="1"/>
            <a:fld id="{9A0DB2DC-4C9A-4742-B13C-FB6460FD3503}" type="slidenum">
              <a:rPr lang="en-US" altLang="zh-CN" sz="1200" dirty="0">
                <a:solidFill>
                  <a:srgbClr val="0000FF"/>
                </a:solidFill>
              </a:rPr>
              <a:t>‹#›</a:t>
            </a:fld>
            <a:endParaRPr lang="en-US" altLang="zh-CN" sz="1200" dirty="0">
              <a:solidFill>
                <a:srgbClr val="0000FF"/>
              </a:solidFill>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ln>
            <a:solidFill>
              <a:srgbClr val="000000">
                <a:alpha val="100000"/>
              </a:srgbClr>
            </a:solidFill>
            <a:miter lim="800000"/>
          </a:ln>
        </p:spPr>
      </p:sp>
      <p:sp>
        <p:nvSpPr>
          <p:cNvPr id="7171"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717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a:t>2</a:t>
            </a:fld>
            <a:endParaRPr lang="zh-CN" alt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p:sp>
      <p:sp>
        <p:nvSpPr>
          <p:cNvPr id="74755"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7475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solidFill>
                  <a:srgbClr val="0000FF"/>
                </a:solidFill>
              </a:rPr>
              <a:t>3</a:t>
            </a:fld>
            <a:endParaRPr lang="en-US" altLang="zh-CN" sz="1200" dirty="0">
              <a:solidFill>
                <a:srgbClr val="0000FF"/>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p:sp>
      <p:sp>
        <p:nvSpPr>
          <p:cNvPr id="74755"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7475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solidFill>
                  <a:srgbClr val="0000FF"/>
                </a:solidFill>
              </a:rPr>
              <a:t>4</a:t>
            </a:fld>
            <a:endParaRPr lang="en-US" altLang="zh-CN" sz="1200" dirty="0">
              <a:solidFill>
                <a:srgbClr val="0000FF"/>
              </a:solidFill>
            </a:endParaRPr>
          </a:p>
        </p:txBody>
      </p:sp>
    </p:spTree>
    <p:extLst>
      <p:ext uri="{BB962C8B-B14F-4D97-AF65-F5344CB8AC3E}">
        <p14:creationId xmlns:p14="http://schemas.microsoft.com/office/powerpoint/2010/main" val="33005592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p:sp>
      <p:sp>
        <p:nvSpPr>
          <p:cNvPr id="77827"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77828"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solidFill>
                  <a:srgbClr val="0000FF"/>
                </a:solidFill>
              </a:rPr>
              <a:t>6</a:t>
            </a:fld>
            <a:endParaRPr lang="en-US" altLang="zh-CN" sz="1200" dirty="0">
              <a:solidFill>
                <a:srgbClr val="0000FF"/>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p:sp>
      <p:sp>
        <p:nvSpPr>
          <p:cNvPr id="77827"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77828"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solidFill>
                  <a:srgbClr val="0000FF"/>
                </a:solidFill>
              </a:rPr>
              <a:t>7</a:t>
            </a:fld>
            <a:endParaRPr lang="en-US" altLang="zh-CN" sz="1200" dirty="0">
              <a:solidFill>
                <a:srgbClr val="0000FF"/>
              </a:solidFill>
            </a:endParaRPr>
          </a:p>
        </p:txBody>
      </p:sp>
    </p:spTree>
    <p:extLst>
      <p:ext uri="{BB962C8B-B14F-4D97-AF65-F5344CB8AC3E}">
        <p14:creationId xmlns:p14="http://schemas.microsoft.com/office/powerpoint/2010/main" val="5257785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p:sp>
      <p:sp>
        <p:nvSpPr>
          <p:cNvPr id="77827"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77828"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solidFill>
                  <a:srgbClr val="0000FF"/>
                </a:solidFill>
              </a:rPr>
              <a:t>8</a:t>
            </a:fld>
            <a:endParaRPr lang="en-US" altLang="zh-CN" sz="1200" dirty="0">
              <a:solidFill>
                <a:srgbClr val="0000FF"/>
              </a:solidFill>
            </a:endParaRPr>
          </a:p>
        </p:txBody>
      </p:sp>
    </p:spTree>
    <p:extLst>
      <p:ext uri="{BB962C8B-B14F-4D97-AF65-F5344CB8AC3E}">
        <p14:creationId xmlns:p14="http://schemas.microsoft.com/office/powerpoint/2010/main" val="5492135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p:sp>
      <p:sp>
        <p:nvSpPr>
          <p:cNvPr id="74755"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7475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solidFill>
                  <a:srgbClr val="0000FF"/>
                </a:solidFill>
              </a:rPr>
              <a:t>9</a:t>
            </a:fld>
            <a:endParaRPr lang="en-US" altLang="zh-CN" sz="1200" dirty="0">
              <a:solidFill>
                <a:srgbClr val="0000FF"/>
              </a:solidFill>
            </a:endParaRPr>
          </a:p>
        </p:txBody>
      </p:sp>
    </p:spTree>
    <p:extLst>
      <p:ext uri="{BB962C8B-B14F-4D97-AF65-F5344CB8AC3E}">
        <p14:creationId xmlns:p14="http://schemas.microsoft.com/office/powerpoint/2010/main" val="30367813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1876090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982457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22871484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17963618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p:sp>
      <p:sp>
        <p:nvSpPr>
          <p:cNvPr id="74755"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7475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solidFill>
                  <a:srgbClr val="0000FF"/>
                </a:solidFill>
              </a:rPr>
              <a:t>19</a:t>
            </a:fld>
            <a:endParaRPr lang="en-US" altLang="zh-CN" sz="1200" dirty="0">
              <a:solidFill>
                <a:srgbClr val="0000FF"/>
              </a:solidFill>
            </a:endParaRPr>
          </a:p>
        </p:txBody>
      </p:sp>
    </p:spTree>
    <p:extLst>
      <p:ext uri="{BB962C8B-B14F-4D97-AF65-F5344CB8AC3E}">
        <p14:creationId xmlns:p14="http://schemas.microsoft.com/office/powerpoint/2010/main" val="40267503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4357941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8822393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p:sp>
      <p:sp>
        <p:nvSpPr>
          <p:cNvPr id="74755"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7475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solidFill>
                  <a:srgbClr val="0000FF"/>
                </a:solidFill>
              </a:rPr>
              <a:t>26</a:t>
            </a:fld>
            <a:endParaRPr lang="en-US" altLang="zh-CN" sz="1200" dirty="0">
              <a:solidFill>
                <a:srgbClr val="0000FF"/>
              </a:solidFill>
            </a:endParaRPr>
          </a:p>
        </p:txBody>
      </p:sp>
    </p:spTree>
    <p:extLst>
      <p:ext uri="{BB962C8B-B14F-4D97-AF65-F5344CB8AC3E}">
        <p14:creationId xmlns:p14="http://schemas.microsoft.com/office/powerpoint/2010/main" val="16204933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p:sp>
      <p:sp>
        <p:nvSpPr>
          <p:cNvPr id="103427" name="备注占位符 2"/>
          <p:cNvSpPr>
            <a:spLocks noGrp="1"/>
          </p:cNvSpPr>
          <p:nvPr>
            <p:ph type="body"/>
          </p:nvPr>
        </p:nvSpPr>
        <p:spPr/>
        <p:txBody>
          <a:bodyPr wrap="square" lIns="91440" tIns="45720" rIns="91440" bIns="45720" anchor="t" anchorCtr="0"/>
          <a:lstStyle/>
          <a:p>
            <a:pPr lvl="0"/>
            <a:endParaRPr lang="zh-CN" altLang="en-US" dirty="0"/>
          </a:p>
        </p:txBody>
      </p:sp>
      <p:sp>
        <p:nvSpPr>
          <p:cNvPr id="103428"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solidFill>
                  <a:srgbClr val="0000FF"/>
                </a:solidFill>
              </a:rPr>
              <a:t>32</a:t>
            </a:fld>
            <a:endParaRPr lang="en-US" altLang="zh-CN" sz="1200" dirty="0">
              <a:solidFill>
                <a:srgbClr val="0000FF"/>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15.xml"/><Relationship Id="rId3" Type="http://schemas.openxmlformats.org/officeDocument/2006/relationships/tags" Target="../tags/tag10.xml"/><Relationship Id="rId7" Type="http://schemas.openxmlformats.org/officeDocument/2006/relationships/tags" Target="../tags/tag14.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image" Target="file:///C:\Users\1V994W2\PycharmProjects\PPT_Background_Generation/pic_temp/pic_sup.png" TargetMode="External"/><Relationship Id="rId5" Type="http://schemas.openxmlformats.org/officeDocument/2006/relationships/tags" Target="../tags/tag12.xml"/><Relationship Id="rId10" Type="http://schemas.openxmlformats.org/officeDocument/2006/relationships/image" Target="../media/image1.png"/><Relationship Id="rId4" Type="http://schemas.openxmlformats.org/officeDocument/2006/relationships/tags" Target="../tags/tag11.xml"/><Relationship Id="rId9"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image" Target="file:///C:\Users\1V994W2\PycharmProjects\PPT_Background_Generation/pic_temp/1_pic_quater_right_up.png" TargetMode="Externa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image" Target="../media/image3.png"/><Relationship Id="rId5" Type="http://schemas.openxmlformats.org/officeDocument/2006/relationships/tags" Target="../tags/tag20.xml"/><Relationship Id="rId10" Type="http://schemas.openxmlformats.org/officeDocument/2006/relationships/image" Target="file:///C:\Users\1V994W2\PycharmProjects\PPT_Background_Generation/pic_temp/0_pic_quater_left_up.png" TargetMode="External"/><Relationship Id="rId4" Type="http://schemas.openxmlformats.org/officeDocument/2006/relationships/tags" Target="../tags/tag19.xml"/><Relationship Id="rId9"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8" Type="http://schemas.openxmlformats.org/officeDocument/2006/relationships/image" Target="file:///C:\Users\1V994W2\PycharmProjects\PPT_Background_Generation/pic_temp/pic_half_down.png" TargetMode="External"/><Relationship Id="rId3" Type="http://schemas.openxmlformats.org/officeDocument/2006/relationships/tags" Target="../tags/tag25.xml"/><Relationship Id="rId7" Type="http://schemas.openxmlformats.org/officeDocument/2006/relationships/image" Target="../media/image4.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slideMaster" Target="../slideMasters/slideMaster2.xml"/><Relationship Id="rId5" Type="http://schemas.openxmlformats.org/officeDocument/2006/relationships/tags" Target="../tags/tag27.xml"/><Relationship Id="rId4" Type="http://schemas.openxmlformats.org/officeDocument/2006/relationships/tags" Target="../tags/tag26.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image" Target="file:///C:\Users\1V994W2\PycharmProjects\PPT_Background_Generation/pic_temp/1_pic_quater_right_up.png" TargetMode="External"/><Relationship Id="rId3" Type="http://schemas.openxmlformats.org/officeDocument/2006/relationships/tags" Target="../tags/tag30.xml"/><Relationship Id="rId7" Type="http://schemas.openxmlformats.org/officeDocument/2006/relationships/tags" Target="../tags/tag34.xml"/><Relationship Id="rId12" Type="http://schemas.openxmlformats.org/officeDocument/2006/relationships/image" Target="../media/image3.pn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image" Target="file:///C:\Users\1V994W2\PycharmProjects\PPT_Background_Generation/pic_temp/0_pic_quater_left_up.png" TargetMode="External"/><Relationship Id="rId5" Type="http://schemas.openxmlformats.org/officeDocument/2006/relationships/tags" Target="../tags/tag32.xml"/><Relationship Id="rId10" Type="http://schemas.openxmlformats.org/officeDocument/2006/relationships/image" Target="../media/image2.png"/><Relationship Id="rId4" Type="http://schemas.openxmlformats.org/officeDocument/2006/relationships/tags" Target="../tags/tag31.xml"/><Relationship Id="rId9"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43.xml"/><Relationship Id="rId13" Type="http://schemas.openxmlformats.org/officeDocument/2006/relationships/image" Target="file:///C:\Users\1V994W2\PycharmProjects\PPT_Background_Generation/pic_temp/0_pic_quater_left_up.png" TargetMode="External"/><Relationship Id="rId3" Type="http://schemas.openxmlformats.org/officeDocument/2006/relationships/tags" Target="../tags/tag38.xml"/><Relationship Id="rId7" Type="http://schemas.openxmlformats.org/officeDocument/2006/relationships/tags" Target="../tags/tag42.xml"/><Relationship Id="rId12" Type="http://schemas.openxmlformats.org/officeDocument/2006/relationships/image" Target="../media/image2.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slideMaster" Target="../slideMasters/slideMaster2.xml"/><Relationship Id="rId5" Type="http://schemas.openxmlformats.org/officeDocument/2006/relationships/tags" Target="../tags/tag40.xml"/><Relationship Id="rId15" Type="http://schemas.openxmlformats.org/officeDocument/2006/relationships/image" Target="file:///C:\Users\1V994W2\PycharmProjects\PPT_Background_Generation/pic_temp/1_pic_quater_right_up.png" TargetMode="External"/><Relationship Id="rId10" Type="http://schemas.openxmlformats.org/officeDocument/2006/relationships/tags" Target="../tags/tag45.xml"/><Relationship Id="rId4" Type="http://schemas.openxmlformats.org/officeDocument/2006/relationships/tags" Target="../tags/tag39.xml"/><Relationship Id="rId9" Type="http://schemas.openxmlformats.org/officeDocument/2006/relationships/tags" Target="../tags/tag44.xml"/><Relationship Id="rId1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48.xml"/><Relationship Id="rId7" Type="http://schemas.openxmlformats.org/officeDocument/2006/relationships/slideMaster" Target="../slideMasters/slideMaster2.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image" Target="file:///C:\Users\1V994W2\PycharmProjects\PPT_Background_Generation/pic_temp/1_pic_quater_right_up.png" TargetMode="External"/><Relationship Id="rId5" Type="http://schemas.openxmlformats.org/officeDocument/2006/relationships/tags" Target="../tags/tag50.xml"/><Relationship Id="rId10" Type="http://schemas.openxmlformats.org/officeDocument/2006/relationships/image" Target="../media/image3.png"/><Relationship Id="rId4" Type="http://schemas.openxmlformats.org/officeDocument/2006/relationships/tags" Target="../tags/tag49.xml"/><Relationship Id="rId9" Type="http://schemas.openxmlformats.org/officeDocument/2006/relationships/image" Target="file:///C:\Users\1V994W2\Documents\Tencent%20Files\574576071\FileRecv\&#25340;&#35013;&#32032;&#26448;\&#31616;&#32422;&#28385;&#29256;-28\\19\subject_holdleft_72,108,173_0_staid_full_0.png" TargetMode="Externa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8" Type="http://schemas.openxmlformats.org/officeDocument/2006/relationships/tags" Target="../tags/tag62.xml"/><Relationship Id="rId13" Type="http://schemas.openxmlformats.org/officeDocument/2006/relationships/image" Target="file:///C:\Users\1V994W2\PycharmProjects\PPT_Background_Generation/pic_temp/1_pic_quater_right_up.png" TargetMode="External"/><Relationship Id="rId3" Type="http://schemas.openxmlformats.org/officeDocument/2006/relationships/tags" Target="../tags/tag57.xml"/><Relationship Id="rId7" Type="http://schemas.openxmlformats.org/officeDocument/2006/relationships/tags" Target="../tags/tag61.xml"/><Relationship Id="rId12" Type="http://schemas.openxmlformats.org/officeDocument/2006/relationships/image" Target="../media/image3.png"/><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image" Target="file:///C:\Users\1V994W2\PycharmProjects\PPT_Background_Generation/pic_temp/0_pic_quater_left_up.png" TargetMode="External"/><Relationship Id="rId5" Type="http://schemas.openxmlformats.org/officeDocument/2006/relationships/tags" Target="../tags/tag59.xml"/><Relationship Id="rId10" Type="http://schemas.openxmlformats.org/officeDocument/2006/relationships/image" Target="../media/image2.png"/><Relationship Id="rId4" Type="http://schemas.openxmlformats.org/officeDocument/2006/relationships/tags" Target="../tags/tag58.xml"/><Relationship Id="rId9"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65.xml"/><Relationship Id="rId7" Type="http://schemas.openxmlformats.org/officeDocument/2006/relationships/tags" Target="../tags/tag69.xml"/><Relationship Id="rId12" Type="http://schemas.openxmlformats.org/officeDocument/2006/relationships/image" Target="file:///C:\Users\1V994W2\PycharmProjects\PPT_Background_Generation/pic_temp/1_pic_quater_right_up.png" TargetMode="Externa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tags" Target="../tags/tag68.xml"/><Relationship Id="rId11" Type="http://schemas.openxmlformats.org/officeDocument/2006/relationships/image" Target="../media/image3.png"/><Relationship Id="rId5" Type="http://schemas.openxmlformats.org/officeDocument/2006/relationships/tags" Target="../tags/tag67.xml"/><Relationship Id="rId10" Type="http://schemas.openxmlformats.org/officeDocument/2006/relationships/image" Target="file:///C:\Users\1V994W2\PycharmProjects\PPT_Background_Generation/pic_temp/0_pic_quater_left_up.png" TargetMode="External"/><Relationship Id="rId4" Type="http://schemas.openxmlformats.org/officeDocument/2006/relationships/tags" Target="../tags/tag66.xml"/><Relationship Id="rId9"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72.xml"/><Relationship Id="rId7" Type="http://schemas.openxmlformats.org/officeDocument/2006/relationships/slideMaster" Target="../slideMasters/slideMaster2.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image" Target="file:///C:\Users\1V994W2\PycharmProjects\PPT_Background_Generation/pic_temp/1_pic_quater_right_up.png" TargetMode="External"/><Relationship Id="rId5" Type="http://schemas.openxmlformats.org/officeDocument/2006/relationships/tags" Target="../tags/tag74.xml"/><Relationship Id="rId10" Type="http://schemas.openxmlformats.org/officeDocument/2006/relationships/image" Target="../media/image3.png"/><Relationship Id="rId4" Type="http://schemas.openxmlformats.org/officeDocument/2006/relationships/tags" Target="../tags/tag73.xml"/><Relationship Id="rId9" Type="http://schemas.openxmlformats.org/officeDocument/2006/relationships/image" Target="file:///C:\Users\1V994W2\PycharmProjects\PPT_Background_Generation/pic_temp/0_pic_quater_left_up.png" TargetMode="Externa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78.xml"/><Relationship Id="rId7"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9" Type="http://schemas.openxmlformats.org/officeDocument/2006/relationships/image" Target="file:///C:\Users\1V994W2\PycharmProjects\PPT_Background_Generation/pic_temp/pic_sup.png" TargetMode="Externa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84.xml"/><Relationship Id="rId7" Type="http://schemas.openxmlformats.org/officeDocument/2006/relationships/slideMaster" Target="../slideMasters/slideMaster2.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image" Target="file:///C:\Users\1V994W2\PycharmProjects\PPT_Background_Generation/pic_temp/1_pic_quater_right_up.png" TargetMode="External"/><Relationship Id="rId5" Type="http://schemas.openxmlformats.org/officeDocument/2006/relationships/tags" Target="../tags/tag86.xml"/><Relationship Id="rId10" Type="http://schemas.openxmlformats.org/officeDocument/2006/relationships/image" Target="../media/image3.png"/><Relationship Id="rId4" Type="http://schemas.openxmlformats.org/officeDocument/2006/relationships/tags" Target="../tags/tag85.xml"/><Relationship Id="rId9" Type="http://schemas.openxmlformats.org/officeDocument/2006/relationships/image" Target="file:///C:\Users\1V994W2\PycharmProjects\PPT_Background_Generation/pic_temp/0_pic_quater_left_up.png" TargetMode="Externa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image" Target="file:///C:\Users\1V994W2\PycharmProjects\PPT_Background_Generation/pic_temp/1_pic_quater_right_up.png" TargetMode="External"/><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image" Target="../media/image3.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image" Target="file:///C:\Users\1V994W2\PycharmProjects\PPT_Background_Generation/pic_temp/0_pic_quater_left_up.png" TargetMode="External"/><Relationship Id="rId5" Type="http://schemas.openxmlformats.org/officeDocument/2006/relationships/tags" Target="../tags/tag92.xml"/><Relationship Id="rId10" Type="http://schemas.openxmlformats.org/officeDocument/2006/relationships/image" Target="../media/image2.png"/><Relationship Id="rId4" Type="http://schemas.openxmlformats.org/officeDocument/2006/relationships/tags" Target="../tags/tag91.xml"/><Relationship Id="rId9"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103.xml"/><Relationship Id="rId3" Type="http://schemas.openxmlformats.org/officeDocument/2006/relationships/tags" Target="../tags/tag98.xml"/><Relationship Id="rId7" Type="http://schemas.openxmlformats.org/officeDocument/2006/relationships/tags" Target="../tags/tag102.xml"/><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image" Target="file:///C:\Users\1V994W2\PycharmProjects\PPT_Background_Generation/pic_temp/0_pic_quater_left_up.png" TargetMode="External"/><Relationship Id="rId5" Type="http://schemas.openxmlformats.org/officeDocument/2006/relationships/tags" Target="../tags/tag100.xml"/><Relationship Id="rId10" Type="http://schemas.openxmlformats.org/officeDocument/2006/relationships/image" Target="../media/image2.png"/><Relationship Id="rId4" Type="http://schemas.openxmlformats.org/officeDocument/2006/relationships/tags" Target="../tags/tag99.xml"/><Relationship Id="rId9"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111.xml"/><Relationship Id="rId13" Type="http://schemas.openxmlformats.org/officeDocument/2006/relationships/image" Target="../media/image3.png"/><Relationship Id="rId3" Type="http://schemas.openxmlformats.org/officeDocument/2006/relationships/tags" Target="../tags/tag106.xml"/><Relationship Id="rId7" Type="http://schemas.openxmlformats.org/officeDocument/2006/relationships/tags" Target="../tags/tag110.xml"/><Relationship Id="rId12" Type="http://schemas.openxmlformats.org/officeDocument/2006/relationships/image" Target="file:///C:\Users\1V994W2\PycharmProjects\PPT_Background_Generation/pic_temp/0_pic_quater_left_up.png" TargetMode="Externa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image" Target="../media/image2.png"/><Relationship Id="rId5" Type="http://schemas.openxmlformats.org/officeDocument/2006/relationships/tags" Target="../tags/tag108.xml"/><Relationship Id="rId10" Type="http://schemas.openxmlformats.org/officeDocument/2006/relationships/slideMaster" Target="../slideMasters/slideMaster2.xml"/><Relationship Id="rId4" Type="http://schemas.openxmlformats.org/officeDocument/2006/relationships/tags" Target="../tags/tag107.xml"/><Relationship Id="rId9" Type="http://schemas.openxmlformats.org/officeDocument/2006/relationships/tags" Target="../tags/tag112.xml"/><Relationship Id="rId14" Type="http://schemas.openxmlformats.org/officeDocument/2006/relationships/image" Target="file:///C:\Users\1V994W2\PycharmProjects\PPT_Background_Generation/pic_temp/1_pic_quater_right_up.png" TargetMode="Externa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120.xml"/><Relationship Id="rId13" Type="http://schemas.openxmlformats.org/officeDocument/2006/relationships/image" Target="../media/image3.png"/><Relationship Id="rId3" Type="http://schemas.openxmlformats.org/officeDocument/2006/relationships/tags" Target="../tags/tag115.xml"/><Relationship Id="rId7" Type="http://schemas.openxmlformats.org/officeDocument/2006/relationships/tags" Target="../tags/tag119.xml"/><Relationship Id="rId12" Type="http://schemas.openxmlformats.org/officeDocument/2006/relationships/image" Target="file:///C:\Users\1V994W2\PycharmProjects\PPT_Background_Generation/pic_temp/0_pic_quater_left_up.png" TargetMode="External"/><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tags" Target="../tags/tag118.xml"/><Relationship Id="rId11" Type="http://schemas.openxmlformats.org/officeDocument/2006/relationships/image" Target="../media/image2.png"/><Relationship Id="rId5" Type="http://schemas.openxmlformats.org/officeDocument/2006/relationships/tags" Target="../tags/tag117.xml"/><Relationship Id="rId10" Type="http://schemas.openxmlformats.org/officeDocument/2006/relationships/slideMaster" Target="../slideMasters/slideMaster2.xml"/><Relationship Id="rId4" Type="http://schemas.openxmlformats.org/officeDocument/2006/relationships/tags" Target="../tags/tag116.xml"/><Relationship Id="rId9" Type="http://schemas.openxmlformats.org/officeDocument/2006/relationships/tags" Target="../tags/tag121.xml"/><Relationship Id="rId14" Type="http://schemas.openxmlformats.org/officeDocument/2006/relationships/image" Target="file:///C:\Users\1V994W2\PycharmProjects\PPT_Background_Generation/pic_temp/1_pic_quater_right_up.png" TargetMode="Externa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129.xml"/><Relationship Id="rId13" Type="http://schemas.openxmlformats.org/officeDocument/2006/relationships/image" Target="../media/image2.png"/><Relationship Id="rId3" Type="http://schemas.openxmlformats.org/officeDocument/2006/relationships/tags" Target="../tags/tag124.xml"/><Relationship Id="rId7" Type="http://schemas.openxmlformats.org/officeDocument/2006/relationships/tags" Target="../tags/tag128.xml"/><Relationship Id="rId12" Type="http://schemas.openxmlformats.org/officeDocument/2006/relationships/slideMaster" Target="../slideMasters/slideMaster2.xml"/><Relationship Id="rId2" Type="http://schemas.openxmlformats.org/officeDocument/2006/relationships/tags" Target="../tags/tag123.xml"/><Relationship Id="rId16" Type="http://schemas.openxmlformats.org/officeDocument/2006/relationships/image" Target="file:///C:\Users\1V994W2\PycharmProjects\PPT_Background_Generation/pic_temp/1_pic_quater_right_up.png" TargetMode="External"/><Relationship Id="rId1" Type="http://schemas.openxmlformats.org/officeDocument/2006/relationships/tags" Target="../tags/tag122.xml"/><Relationship Id="rId6" Type="http://schemas.openxmlformats.org/officeDocument/2006/relationships/tags" Target="../tags/tag127.xml"/><Relationship Id="rId11" Type="http://schemas.openxmlformats.org/officeDocument/2006/relationships/tags" Target="../tags/tag132.xml"/><Relationship Id="rId5" Type="http://schemas.openxmlformats.org/officeDocument/2006/relationships/tags" Target="../tags/tag126.xml"/><Relationship Id="rId15" Type="http://schemas.openxmlformats.org/officeDocument/2006/relationships/image" Target="../media/image3.png"/><Relationship Id="rId10" Type="http://schemas.openxmlformats.org/officeDocument/2006/relationships/tags" Target="../tags/tag131.xml"/><Relationship Id="rId4" Type="http://schemas.openxmlformats.org/officeDocument/2006/relationships/tags" Target="../tags/tag125.xml"/><Relationship Id="rId9" Type="http://schemas.openxmlformats.org/officeDocument/2006/relationships/tags" Target="../tags/tag130.xml"/><Relationship Id="rId14" Type="http://schemas.openxmlformats.org/officeDocument/2006/relationships/image" Target="file:///C:\Users\1V994W2\PycharmProjects\PPT_Background_Generation/pic_temp/0_pic_quater_left_up.png" TargetMode="Externa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140.xml"/><Relationship Id="rId13" Type="http://schemas.openxmlformats.org/officeDocument/2006/relationships/image" Target="file:///C:\Users\1V994W2\PycharmProjects\PPT_Background_Generation/pic_temp/1_pic_quater_right_up.png" TargetMode="External"/><Relationship Id="rId3" Type="http://schemas.openxmlformats.org/officeDocument/2006/relationships/tags" Target="../tags/tag135.xml"/><Relationship Id="rId7" Type="http://schemas.openxmlformats.org/officeDocument/2006/relationships/tags" Target="../tags/tag139.xml"/><Relationship Id="rId12" Type="http://schemas.openxmlformats.org/officeDocument/2006/relationships/image" Target="../media/image3.png"/><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tags" Target="../tags/tag138.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137.xml"/><Relationship Id="rId10" Type="http://schemas.openxmlformats.org/officeDocument/2006/relationships/image" Target="../media/image6.png"/><Relationship Id="rId4" Type="http://schemas.openxmlformats.org/officeDocument/2006/relationships/tags" Target="../tags/tag136.xml"/><Relationship Id="rId9"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2050" name="Group 2"/>
          <p:cNvGrpSpPr/>
          <p:nvPr/>
        </p:nvGrpSpPr>
        <p:grpSpPr>
          <a:xfrm>
            <a:off x="-1035050" y="1552575"/>
            <a:ext cx="10179050" cy="5305425"/>
            <a:chOff x="-652" y="978"/>
            <a:chExt cx="6412" cy="3342"/>
          </a:xfrm>
        </p:grpSpPr>
        <p:sp>
          <p:nvSpPr>
            <p:cNvPr id="11" name="Freeform 3"/>
            <p:cNvSpPr/>
            <p:nvPr/>
          </p:nvSpPr>
          <p:spPr bwMode="auto">
            <a:xfrm>
              <a:off x="2061" y="1707"/>
              <a:ext cx="3699" cy="2613"/>
            </a:xfrm>
            <a:custGeom>
              <a:avLst/>
              <a:gdLst>
                <a:gd name="T0" fmla="*/ 1523 w 3699"/>
                <a:gd name="T1" fmla="*/ 2611 h 2613"/>
                <a:gd name="T2" fmla="*/ 3698 w 3699"/>
                <a:gd name="T3" fmla="*/ 2612 h 2613"/>
                <a:gd name="T4" fmla="*/ 3698 w 3699"/>
                <a:gd name="T5" fmla="*/ 2228 h 2613"/>
                <a:gd name="T6" fmla="*/ 0 w 3699"/>
                <a:gd name="T7" fmla="*/ 0 h 2613"/>
                <a:gd name="T8" fmla="*/ 160 w 3699"/>
                <a:gd name="T9" fmla="*/ 118 h 2613"/>
                <a:gd name="T10" fmla="*/ 292 w 3699"/>
                <a:gd name="T11" fmla="*/ 219 h 2613"/>
                <a:gd name="T12" fmla="*/ 441 w 3699"/>
                <a:gd name="T13" fmla="*/ 347 h 2613"/>
                <a:gd name="T14" fmla="*/ 585 w 3699"/>
                <a:gd name="T15" fmla="*/ 482 h 2613"/>
                <a:gd name="T16" fmla="*/ 796 w 3699"/>
                <a:gd name="T17" fmla="*/ 711 h 2613"/>
                <a:gd name="T18" fmla="*/ 983 w 3699"/>
                <a:gd name="T19" fmla="*/ 955 h 2613"/>
                <a:gd name="T20" fmla="*/ 1119 w 3699"/>
                <a:gd name="T21" fmla="*/ 1168 h 2613"/>
                <a:gd name="T22" fmla="*/ 1238 w 3699"/>
                <a:gd name="T23" fmla="*/ 1388 h 2613"/>
                <a:gd name="T24" fmla="*/ 1331 w 3699"/>
                <a:gd name="T25" fmla="*/ 1608 h 2613"/>
                <a:gd name="T26" fmla="*/ 1400 w 3699"/>
                <a:gd name="T27" fmla="*/ 1809 h 2613"/>
                <a:gd name="T28" fmla="*/ 1447 w 3699"/>
                <a:gd name="T29" fmla="*/ 1979 h 2613"/>
                <a:gd name="T30" fmla="*/ 1490 w 3699"/>
                <a:gd name="T31" fmla="*/ 2190 h 2613"/>
                <a:gd name="T32" fmla="*/ 1511 w 3699"/>
                <a:gd name="T33" fmla="*/ 2374 h 2613"/>
                <a:gd name="T34" fmla="*/ 1523 w 3699"/>
                <a:gd name="T35" fmla="*/ 2611 h 2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99" h="2613">
                  <a:moveTo>
                    <a:pt x="1523" y="2611"/>
                  </a:moveTo>
                  <a:lnTo>
                    <a:pt x="3698" y="2612"/>
                  </a:lnTo>
                  <a:lnTo>
                    <a:pt x="3698" y="2228"/>
                  </a:lnTo>
                  <a:lnTo>
                    <a:pt x="0" y="0"/>
                  </a:lnTo>
                  <a:lnTo>
                    <a:pt x="160" y="118"/>
                  </a:lnTo>
                  <a:lnTo>
                    <a:pt x="292" y="219"/>
                  </a:lnTo>
                  <a:lnTo>
                    <a:pt x="441" y="347"/>
                  </a:lnTo>
                  <a:lnTo>
                    <a:pt x="585" y="482"/>
                  </a:lnTo>
                  <a:lnTo>
                    <a:pt x="796" y="711"/>
                  </a:lnTo>
                  <a:lnTo>
                    <a:pt x="983" y="955"/>
                  </a:lnTo>
                  <a:lnTo>
                    <a:pt x="1119" y="1168"/>
                  </a:lnTo>
                  <a:lnTo>
                    <a:pt x="1238" y="1388"/>
                  </a:lnTo>
                  <a:lnTo>
                    <a:pt x="1331" y="1608"/>
                  </a:lnTo>
                  <a:lnTo>
                    <a:pt x="1400" y="1809"/>
                  </a:lnTo>
                  <a:lnTo>
                    <a:pt x="1447" y="1979"/>
                  </a:lnTo>
                  <a:lnTo>
                    <a:pt x="1490" y="2190"/>
                  </a:lnTo>
                  <a:lnTo>
                    <a:pt x="1511" y="2374"/>
                  </a:lnTo>
                  <a:lnTo>
                    <a:pt x="1523" y="2611"/>
                  </a:lnTo>
                </a:path>
              </a:pathLst>
            </a:custGeom>
            <a:gradFill rotWithShape="0">
              <a:gsLst>
                <a:gs pos="0">
                  <a:schemeClr val="accent2">
                    <a:gamma/>
                    <a:shade val="46275"/>
                    <a:invGamma/>
                  </a:schemeClr>
                </a:gs>
                <a:gs pos="100000">
                  <a:schemeClr val="accent2"/>
                </a:gs>
              </a:gsLst>
              <a:lin ang="0" scaled="1"/>
            </a:gradFill>
            <a:ln>
              <a:noFill/>
            </a:ln>
            <a:effectLst/>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2057" name="Arc 4"/>
            <p:cNvSpPr/>
            <p:nvPr/>
          </p:nvSpPr>
          <p:spPr>
            <a:xfrm>
              <a:off x="-652" y="978"/>
              <a:ext cx="4237" cy="3342"/>
            </a:xfrm>
            <a:custGeom>
              <a:avLst/>
              <a:gdLst/>
              <a:ahLst/>
              <a:cxnLst>
                <a:cxn ang="0">
                  <a:pos x="0" y="0"/>
                </a:cxn>
                <a:cxn ang="0">
                  <a:pos x="1" y="0"/>
                </a:cxn>
                <a:cxn ang="0">
                  <a:pos x="0" y="0"/>
                </a:cxn>
                <a:cxn ang="0">
                  <a:pos x="1" y="0"/>
                </a:cxn>
                <a:cxn ang="0">
                  <a:pos x="0" y="0"/>
                </a:cxn>
                <a:cxn ang="0">
                  <a:pos x="0" y="0"/>
                </a:cxn>
              </a:cxnLst>
              <a:rect l="0" t="0" r="0" b="0"/>
              <a:pathLst>
                <a:path w="21600" h="21231" fill="none">
                  <a:moveTo>
                    <a:pt x="3976" y="0"/>
                  </a:moveTo>
                  <a:cubicBezTo>
                    <a:pt x="14194" y="1914"/>
                    <a:pt x="21600" y="10835"/>
                    <a:pt x="21600" y="21231"/>
                  </a:cubicBezTo>
                </a:path>
                <a:path w="21600" h="21231" stroke="0">
                  <a:moveTo>
                    <a:pt x="3976" y="0"/>
                  </a:moveTo>
                  <a:cubicBezTo>
                    <a:pt x="14194" y="1914"/>
                    <a:pt x="21600" y="10835"/>
                    <a:pt x="21600" y="21231"/>
                  </a:cubicBezTo>
                  <a:lnTo>
                    <a:pt x="0" y="21231"/>
                  </a:lnTo>
                  <a:lnTo>
                    <a:pt x="3976" y="0"/>
                  </a:lnTo>
                  <a:close/>
                </a:path>
              </a:pathLst>
            </a:custGeom>
            <a:noFill/>
            <a:ln w="12700" cap="rnd" cmpd="sng">
              <a:solidFill>
                <a:schemeClr val="accent2">
                  <a:alpha val="100000"/>
                </a:schemeClr>
              </a:solidFill>
              <a:prstDash val="solid"/>
              <a:round/>
              <a:headEnd type="none" w="sm" len="sm"/>
              <a:tailEnd type="none" w="sm" len="sm"/>
            </a:ln>
          </p:spPr>
          <p:txBody>
            <a:bodyPr/>
            <a:lstStyle/>
            <a:p>
              <a:endParaRPr lang="zh-CN" altLang="en-US"/>
            </a:p>
          </p:txBody>
        </p:sp>
      </p:grpSp>
      <p:sp>
        <p:nvSpPr>
          <p:cNvPr id="735237" name="Rectangle 5"/>
          <p:cNvSpPr>
            <a:spLocks noGrp="1" noChangeArrowheads="1"/>
          </p:cNvSpPr>
          <p:nvPr>
            <p:ph type="ctrTitle" sz="quarter"/>
          </p:nvPr>
        </p:nvSpPr>
        <p:spPr>
          <a:xfrm>
            <a:off x="1293813" y="762000"/>
            <a:ext cx="7772400" cy="1143000"/>
          </a:xfrm>
        </p:spPr>
        <p:txBody>
          <a:bodyPr anchor="b"/>
          <a:lstStyle>
            <a:lvl1pPr>
              <a:defRPr/>
            </a:lvl1pPr>
          </a:lstStyle>
          <a:p>
            <a:pPr lvl="0"/>
            <a:r>
              <a:rPr lang="zh-CN" altLang="en-US" noProof="0"/>
              <a:t>单击此处编辑母版标题样式</a:t>
            </a:r>
          </a:p>
        </p:txBody>
      </p:sp>
      <p:sp>
        <p:nvSpPr>
          <p:cNvPr id="735238" name="Rectangle 6"/>
          <p:cNvSpPr>
            <a:spLocks noGrp="1" noChangeArrowheads="1"/>
          </p:cNvSpPr>
          <p:nvPr>
            <p:ph type="subTitle" sz="quarter" idx="1"/>
          </p:nvPr>
        </p:nvSpPr>
        <p:spPr>
          <a:xfrm>
            <a:off x="685800" y="3429000"/>
            <a:ext cx="6400800" cy="1752600"/>
          </a:xfrm>
        </p:spPr>
        <p:txBody>
          <a:bodyPr lIns="92075" tIns="46038" rIns="92075" bIns="46038" anchor="ct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13" name="Rectangle 7"/>
          <p:cNvSpPr>
            <a:spLocks noGrp="1" noChangeArrowheads="1"/>
          </p:cNvSpPr>
          <p:nvPr>
            <p:ph type="dt" sz="quarter" idx="2"/>
          </p:nvPr>
        </p:nvSpPr>
        <p:spPr bwMode="auto">
          <a:xfrm>
            <a:off x="685800" y="6248400"/>
            <a:ext cx="1905000" cy="457200"/>
          </a:xfrm>
          <a:prstGeom prst="rect">
            <a:avLst/>
          </a:prstGeom>
        </p:spPr>
        <p:txBody>
          <a:bodyPr vert="horz" wrap="square" lIns="92075" tIns="46038" rIns="92075" bIns="46038"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Rectangle 8"/>
          <p:cNvSpPr>
            <a:spLocks noGrp="1" noChangeArrowheads="1"/>
          </p:cNvSpPr>
          <p:nvPr>
            <p:ph type="ftr" sz="quarter" idx="3"/>
          </p:nvPr>
        </p:nvSpPr>
        <p:spPr bwMode="auto">
          <a:xfrm>
            <a:off x="3124200" y="6248400"/>
            <a:ext cx="2895600" cy="457200"/>
          </a:xfrm>
          <a:prstGeom prst="rect">
            <a:avLst/>
          </a:prstGeom>
        </p:spPr>
        <p:txBody>
          <a:bodyPr vert="horz" wrap="square" lIns="92075" tIns="46038" rIns="92075" bIns="46038"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Rectangle 9"/>
          <p:cNvSpPr>
            <a:spLocks noGrp="1" noChangeArrowheads="1"/>
          </p:cNvSpPr>
          <p:nvPr>
            <p:ph type="sldNum" sz="quarter" idx="4"/>
          </p:nvPr>
        </p:nvSpPr>
        <p:spPr bwMode="auto">
          <a:xfrm>
            <a:off x="6553200" y="6248400"/>
            <a:ext cx="1905000" cy="457200"/>
          </a:xfrm>
          <a:prstGeom prst="rect">
            <a:avLst/>
          </a:prstGeom>
        </p:spPr>
        <p:txBody>
          <a:bodyPr vert="horz" wrap="square" lIns="92075" tIns="46038" rIns="92075" bIns="46038" numCol="1" anchor="ctr" anchorCtr="0" compatLnSpc="1"/>
          <a:lstStyle/>
          <a:p>
            <a:pPr algn="r" eaLnBrk="1" hangingPunct="1"/>
            <a:fld id="{9A0DB2DC-4C9A-4742-B13C-FB6460FD3503}" type="slidenum">
              <a:rPr lang="en-US" altLang="zh-CN" dirty="0"/>
              <a:t>‹#›</a:t>
            </a:fld>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85800" y="1981200"/>
            <a:ext cx="3810000" cy="4114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981200"/>
            <a:ext cx="3810000" cy="4114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5" name="图片 4"/>
          <p:cNvPicPr/>
          <p:nvPr userDrawn="1">
            <p:custDataLst>
              <p:tags r:id="rId1"/>
            </p:custDataLst>
          </p:nvPr>
        </p:nvPicPr>
        <p:blipFill>
          <a:blip r:embed="rId10" r:link="rId11">
            <a:extLst>
              <a:ext uri="{28A0092B-C50C-407E-A947-70E740481C1C}">
                <a14:useLocalDpi xmlns:a14="http://schemas.microsoft.com/office/drawing/2010/main" val="0"/>
              </a:ext>
            </a:extLst>
          </a:blip>
          <a:stretch>
            <a:fillRect/>
          </a:stretch>
        </p:blipFill>
        <p:spPr>
          <a:xfrm flipH="1">
            <a:off x="0" y="-99000"/>
            <a:ext cx="9144000" cy="6858000"/>
          </a:xfrm>
          <a:prstGeom prst="rect">
            <a:avLst/>
          </a:prstGeom>
        </p:spPr>
      </p:pic>
      <p:sp>
        <p:nvSpPr>
          <p:cNvPr id="16" name="日期占位符 15"/>
          <p:cNvSpPr>
            <a:spLocks noGrp="1"/>
          </p:cNvSpPr>
          <p:nvPr>
            <p:ph type="dt" sz="half" idx="10"/>
            <p:custDataLst>
              <p:tags r:id="rId2"/>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2024/4/21</a:t>
            </a:fld>
            <a:endParaRPr lang="zh-CN" altLang="en-US"/>
          </a:p>
        </p:txBody>
      </p:sp>
      <p:sp>
        <p:nvSpPr>
          <p:cNvPr id="17" name="页脚占位符 16"/>
          <p:cNvSpPr>
            <a:spLocks noGrp="1"/>
          </p:cNvSpPr>
          <p:nvPr>
            <p:ph type="ftr" sz="quarter" idx="11"/>
            <p:custDataLst>
              <p:tags r:id="rId3"/>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custDataLst>
              <p:tags r:id="rId4"/>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6" name="文本占位符 5"/>
          <p:cNvSpPr>
            <a:spLocks noGrp="1"/>
          </p:cNvSpPr>
          <p:nvPr>
            <p:ph type="body" sz="quarter" idx="16" hasCustomPrompt="1"/>
            <p:custDataLst>
              <p:tags r:id="rId5"/>
            </p:custDataLst>
          </p:nvPr>
        </p:nvSpPr>
        <p:spPr>
          <a:xfrm>
            <a:off x="4787741" y="4514190"/>
            <a:ext cx="1316831" cy="306705"/>
          </a:xfrm>
          <a:prstGeom prst="rect">
            <a:avLst/>
          </a:prstGeom>
        </p:spPr>
        <p:txBody>
          <a:bodyPr vert="horz" wrap="square" lIns="90170" tIns="46990" rIns="90170" bIns="46990" anchor="t" anchorCtr="0">
            <a:normAutofit/>
          </a:bodyPr>
          <a:lstStyle>
            <a:lvl1pPr marL="193040" marR="0" indent="-193040" algn="l" rtl="0" eaLnBrk="1" fontAlgn="auto">
              <a:lnSpc>
                <a:spcPct val="130000"/>
              </a:lnSpc>
              <a:spcBef>
                <a:spcPts val="0"/>
              </a:spcBef>
              <a:spcAft>
                <a:spcPts val="1000"/>
              </a:spcAft>
              <a:buClrTx/>
              <a:buSzPts val="1600"/>
              <a:buFont typeface="Arial" panose="020B0604020202020204" pitchFamily="34" charset="0"/>
              <a:buNone/>
              <a:defRPr sz="900" b="0" spc="150">
                <a:solidFill>
                  <a:schemeClr val="tx1">
                    <a:lumMod val="85000"/>
                    <a:lumOff val="15000"/>
                  </a:schemeClr>
                </a:solidFill>
                <a:latin typeface="Arial" panose="020B0604020202020204" pitchFamily="34" charset="0"/>
                <a:ea typeface="微软雅黑" panose="020B0503020204020204" charset="-122"/>
              </a:defRPr>
            </a:lvl1pPr>
          </a:lstStyle>
          <a:p>
            <a:pPr marL="0" marR="0" lvl="0" indent="0" algn="r" defTabSz="914400" rtl="0" eaLnBrk="1" fontAlgn="auto" latinLnBrk="0" hangingPunct="1">
              <a:lnSpc>
                <a:spcPct val="130000"/>
              </a:lnSpc>
              <a:spcBef>
                <a:spcPts val="0"/>
              </a:spcBef>
              <a:spcAft>
                <a:spcPts val="1000"/>
              </a:spcAft>
              <a:buClr>
                <a:schemeClr val="tx1">
                  <a:lumMod val="100000"/>
                </a:schemeClr>
              </a:buClr>
              <a:buSzPts val="1600"/>
              <a:buFont typeface="Arial" panose="020B0604020202020204" pitchFamily="34" charset="0"/>
              <a:buNone/>
            </a:pPr>
            <a:r>
              <a:rPr lang="zh-CN" altLang="en-US" dirty="0"/>
              <a:t>编辑文本</a:t>
            </a:r>
          </a:p>
        </p:txBody>
      </p:sp>
      <p:sp>
        <p:nvSpPr>
          <p:cNvPr id="4" name="文本占位符 3"/>
          <p:cNvSpPr>
            <a:spLocks noGrp="1"/>
          </p:cNvSpPr>
          <p:nvPr>
            <p:ph type="body" sz="quarter" idx="15" hasCustomPrompt="1"/>
            <p:custDataLst>
              <p:tags r:id="rId6"/>
            </p:custDataLst>
          </p:nvPr>
        </p:nvSpPr>
        <p:spPr>
          <a:xfrm>
            <a:off x="4787741" y="5036160"/>
            <a:ext cx="1316831" cy="306705"/>
          </a:xfrm>
          <a:prstGeom prst="rect">
            <a:avLst/>
          </a:prstGeom>
        </p:spPr>
        <p:txBody>
          <a:bodyPr vert="horz" wrap="square" lIns="90170" tIns="46990" rIns="90170" bIns="46990" anchor="t" anchorCtr="0">
            <a:normAutofit/>
          </a:bodyPr>
          <a:lstStyle>
            <a:lvl1pPr marL="193040" marR="0" indent="-193040" algn="l" rtl="0" eaLnBrk="1" fontAlgn="auto">
              <a:lnSpc>
                <a:spcPct val="130000"/>
              </a:lnSpc>
              <a:spcBef>
                <a:spcPts val="0"/>
              </a:spcBef>
              <a:spcAft>
                <a:spcPts val="1000"/>
              </a:spcAft>
              <a:buClrTx/>
              <a:buSzPts val="1600"/>
              <a:buFont typeface="Arial" panose="020B0604020202020204" pitchFamily="34" charset="0"/>
              <a:buNone/>
              <a:defRPr sz="900" b="0" spc="150">
                <a:solidFill>
                  <a:schemeClr val="tx1">
                    <a:lumMod val="85000"/>
                    <a:lumOff val="15000"/>
                  </a:schemeClr>
                </a:solidFill>
                <a:latin typeface="Arial" panose="020B0604020202020204" pitchFamily="34" charset="0"/>
                <a:ea typeface="微软雅黑" panose="020B0503020204020204" charset="-122"/>
              </a:defRPr>
            </a:lvl1pPr>
          </a:lstStyle>
          <a:p>
            <a:pPr marL="0" marR="0" lvl="0" indent="0" algn="r" defTabSz="914400" rtl="0" eaLnBrk="1" fontAlgn="auto" latinLnBrk="0" hangingPunct="1">
              <a:lnSpc>
                <a:spcPct val="130000"/>
              </a:lnSpc>
              <a:spcBef>
                <a:spcPts val="0"/>
              </a:spcBef>
              <a:spcAft>
                <a:spcPts val="1000"/>
              </a:spcAft>
              <a:buClr>
                <a:schemeClr val="tx1">
                  <a:lumMod val="100000"/>
                </a:schemeClr>
              </a:buClr>
              <a:buSzPts val="1600"/>
              <a:buFont typeface="Arial" panose="020B0604020202020204" pitchFamily="34" charset="0"/>
              <a:buNone/>
            </a:pPr>
            <a:r>
              <a:rPr lang="zh-CN" altLang="en-US"/>
              <a:t>编辑文本</a:t>
            </a:r>
          </a:p>
        </p:txBody>
      </p:sp>
      <p:sp>
        <p:nvSpPr>
          <p:cNvPr id="3" name="标题 2"/>
          <p:cNvSpPr>
            <a:spLocks noGrp="1"/>
          </p:cNvSpPr>
          <p:nvPr>
            <p:ph type="ctrTitle" idx="14" hasCustomPrompt="1"/>
            <p:custDataLst>
              <p:tags r:id="rId7"/>
            </p:custDataLst>
          </p:nvPr>
        </p:nvSpPr>
        <p:spPr>
          <a:xfrm>
            <a:off x="4788000" y="2436774"/>
            <a:ext cx="3619024" cy="728186"/>
          </a:xfrm>
        </p:spPr>
        <p:txBody>
          <a:bodyPr vert="horz" wrap="square" lIns="90170" tIns="46990" rIns="90170" bIns="0" anchor="b" anchorCtr="0">
            <a:normAutofit/>
          </a:bodyPr>
          <a:lstStyle>
            <a:lvl1pPr marL="0" marR="0" indent="0" algn="l" defTabSz="914400" rtl="0" eaLnBrk="1" fontAlgn="auto" latinLnBrk="0" hangingPunct="1">
              <a:lnSpc>
                <a:spcPct val="100000"/>
              </a:lnSpc>
              <a:spcBef>
                <a:spcPct val="0"/>
              </a:spcBef>
              <a:spcAft>
                <a:spcPts val="0"/>
              </a:spcAft>
              <a:buClrTx/>
              <a:buSzPts val="5400"/>
              <a:buFont typeface="Arial" panose="020B0604020202020204" pitchFamily="34" charset="0"/>
              <a:buNone/>
              <a:defRPr sz="3040" b="0" spc="600">
                <a:solidFill>
                  <a:schemeClr val="tx1">
                    <a:lumMod val="85000"/>
                    <a:lumOff val="15000"/>
                  </a:schemeClr>
                </a:solidFill>
                <a:latin typeface="Arial" panose="020B0604020202020204" pitchFamily="34" charset="0"/>
                <a:ea typeface="汉仪旗黑-85S" panose="00020600040101010101" pitchFamily="18" charset="-122"/>
              </a:defRPr>
            </a:lvl1pPr>
          </a:lstStyle>
          <a:p>
            <a:r>
              <a:rPr lang="zh-CN" altLang="en-US" dirty="0"/>
              <a:t>编辑标题</a:t>
            </a:r>
          </a:p>
        </p:txBody>
      </p:sp>
      <p:sp>
        <p:nvSpPr>
          <p:cNvPr id="2" name="副标题 1"/>
          <p:cNvSpPr>
            <a:spLocks noGrp="1"/>
          </p:cNvSpPr>
          <p:nvPr>
            <p:ph type="subTitle" idx="13" hasCustomPrompt="1"/>
            <p:custDataLst>
              <p:tags r:id="rId8"/>
            </p:custDataLst>
          </p:nvPr>
        </p:nvSpPr>
        <p:spPr>
          <a:xfrm>
            <a:off x="4787741" y="3440747"/>
            <a:ext cx="3619500" cy="360045"/>
          </a:xfrm>
        </p:spPr>
        <p:txBody>
          <a:bodyPr vert="horz" wrap="square" lIns="90170" tIns="0" rIns="90170" bIns="46990" anchor="t" anchorCtr="0">
            <a:normAutofit/>
          </a:bodyPr>
          <a:lstStyle>
            <a:lvl1pPr marL="0" marR="0" indent="0" algn="l" defTabSz="914400" rtl="0" eaLnBrk="1" fontAlgn="auto" latinLnBrk="0" hangingPunct="1">
              <a:lnSpc>
                <a:spcPct val="100000"/>
              </a:lnSpc>
              <a:spcBef>
                <a:spcPts val="0"/>
              </a:spcBef>
              <a:spcAft>
                <a:spcPts val="0"/>
              </a:spcAft>
              <a:buClrTx/>
              <a:buSzPts val="2000"/>
              <a:buFont typeface="Arial" panose="020B0604020202020204" pitchFamily="34" charset="0"/>
              <a:buNone/>
              <a:defRPr sz="1125" b="0" spc="200">
                <a:solidFill>
                  <a:schemeClr val="tx1">
                    <a:lumMod val="85000"/>
                    <a:lumOff val="15000"/>
                  </a:schemeClr>
                </a:solidFill>
                <a:latin typeface="Arial" panose="020B0604020202020204" pitchFamily="34" charset="0"/>
                <a:ea typeface="微软雅黑" panose="020B0503020204020204" charset="-122"/>
              </a:defRPr>
            </a:lvl1pPr>
            <a:lvl2pPr marL="257175" indent="0" algn="ctr">
              <a:buNone/>
            </a:lvl2pPr>
            <a:lvl3pPr marL="514350" indent="0" algn="ctr">
              <a:buNone/>
            </a:lvl3pPr>
            <a:lvl4pPr marL="771525" indent="0" algn="ctr">
              <a:buNone/>
            </a:lvl4pPr>
            <a:lvl5pPr marL="1028700" indent="0" algn="ctr">
              <a:buNone/>
            </a:lvl5pPr>
            <a:lvl6pPr marL="1285875" indent="0" algn="ctr">
              <a:buNone/>
            </a:lvl6pPr>
            <a:lvl7pPr marL="1543050" indent="0" algn="ctr">
              <a:buNone/>
            </a:lvl7pPr>
            <a:lvl8pPr marL="1800225" indent="0" algn="ctr">
              <a:buNone/>
            </a:lvl8pPr>
            <a:lvl9pPr marL="2057400" indent="0" algn="ctr">
              <a:buNone/>
            </a:lvl9pPr>
          </a:lstStyle>
          <a:p>
            <a:r>
              <a:rPr lang="zh-CN" altLang="en-US"/>
              <a:t>单击此处编辑副标题</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9" r:link="rId10"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7" name="图片 6"/>
          <p:cNvPicPr/>
          <p:nvPr userDrawn="1">
            <p:custDataLst>
              <p:tags r:id="rId2"/>
            </p:custDataLst>
          </p:nvPr>
        </p:nvPicPr>
        <p:blipFill>
          <a:blip r:embed="rId11" r:link="rId12"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2" name="标题 1"/>
          <p:cNvSpPr>
            <a:spLocks noGrp="1"/>
          </p:cNvSpPr>
          <p:nvPr>
            <p:ph type="title"/>
            <p:custDataLst>
              <p:tags r:id="rId3"/>
            </p:custDataLst>
          </p:nvPr>
        </p:nvSpPr>
        <p:spPr>
          <a:xfrm>
            <a:off x="502411" y="498479"/>
            <a:ext cx="8139178" cy="331473"/>
          </a:xfrm>
        </p:spPr>
        <p:txBody>
          <a:bodyPr vert="horz" wrap="square" lIns="90170" tIns="46990" rIns="90170" bIns="46990" rtlCol="0" anchor="ctr" anchorCtr="0">
            <a:normAutofit/>
          </a:bodyPr>
          <a:lstStyle>
            <a:lvl1pPr marL="0" marR="0" algn="l" defTabSz="914400" rtl="0" eaLnBrk="1" fontAlgn="auto" latinLnBrk="0" hangingPunct="1">
              <a:lnSpc>
                <a:spcPct val="100000"/>
              </a:lnSpc>
              <a:buNone/>
              <a:defRPr kumimoji="0" lang="zh-CN" altLang="en-US" sz="135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4"/>
            </p:custDataLst>
          </p:nvPr>
        </p:nvSpPr>
        <p:spPr>
          <a:xfrm>
            <a:off x="502411" y="1626121"/>
            <a:ext cx="8139178" cy="4041680"/>
          </a:xfrm>
        </p:spPr>
        <p:txBody>
          <a:bodyPr vert="horz" wrap="square" lIns="90170" tIns="46990" rIns="90170" bIns="46990" rtlCol="0">
            <a:normAutofit/>
          </a:bodyPr>
          <a:lstStyle>
            <a:lvl1pPr marL="128905" marR="0" lvl="0" indent="-12827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9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386080" marR="0" lvl="1" indent="-12827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9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643255" marR="0" lvl="2" indent="-12827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9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900430" marR="0" lvl="3" indent="-12827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9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157605" marR="0" lvl="4" indent="-12827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9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2024/4/21</a:t>
            </a:fld>
            <a:endParaRPr lang="zh-CN" altLang="en-US"/>
          </a:p>
        </p:txBody>
      </p:sp>
      <p:sp>
        <p:nvSpPr>
          <p:cNvPr id="5" name="页脚占位符 4"/>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7" r:link="rId8" cstate="print">
            <a:extLst>
              <a:ext uri="{28A0092B-C50C-407E-A947-70E740481C1C}">
                <a14:useLocalDpi xmlns:a14="http://schemas.microsoft.com/office/drawing/2010/main" val="0"/>
              </a:ext>
            </a:extLst>
          </a:blip>
          <a:stretch>
            <a:fillRect/>
          </a:stretch>
        </p:blipFill>
        <p:spPr>
          <a:xfrm>
            <a:off x="3048000" y="0"/>
            <a:ext cx="3048000" cy="1756317"/>
          </a:xfrm>
          <a:prstGeom prst="rect">
            <a:avLst/>
          </a:prstGeom>
        </p:spPr>
      </p:pic>
      <p:sp>
        <p:nvSpPr>
          <p:cNvPr id="4" name="日期占位符 3"/>
          <p:cNvSpPr>
            <a:spLocks noGrp="1"/>
          </p:cNvSpPr>
          <p:nvPr>
            <p:ph type="dt" sz="half" idx="10"/>
            <p:custDataLst>
              <p:tags r:id="rId2"/>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2024/4/21</a:t>
            </a:fld>
            <a:endParaRPr lang="zh-CN" altLang="en-US"/>
          </a:p>
        </p:txBody>
      </p:sp>
      <p:sp>
        <p:nvSpPr>
          <p:cNvPr id="5" name="页脚占位符 4"/>
          <p:cNvSpPr>
            <a:spLocks noGrp="1"/>
          </p:cNvSpPr>
          <p:nvPr>
            <p:ph type="ftr" sz="quarter" idx="11"/>
            <p:custDataLst>
              <p:tags r:id="rId3"/>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4"/>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2" name="标题 1"/>
          <p:cNvSpPr>
            <a:spLocks noGrp="1"/>
          </p:cNvSpPr>
          <p:nvPr>
            <p:ph type="ctrTitle" idx="13" hasCustomPrompt="1"/>
            <p:custDataLst>
              <p:tags r:id="rId5"/>
            </p:custDataLst>
          </p:nvPr>
        </p:nvSpPr>
        <p:spPr>
          <a:xfrm>
            <a:off x="2722483" y="2814875"/>
            <a:ext cx="3699034" cy="1228249"/>
          </a:xfrm>
        </p:spPr>
        <p:txBody>
          <a:bodyPr vert="horz" wrap="square" lIns="90170" tIns="46990" rIns="90170" bIns="46990" anchor="ctr" anchorCtr="0">
            <a:normAutofit/>
          </a:bodyPr>
          <a:lstStyle>
            <a:lvl1pPr marL="0" marR="0" indent="0" algn="dist" defTabSz="914400" rtl="0" eaLnBrk="1" fontAlgn="auto" latinLnBrk="0" hangingPunct="1">
              <a:lnSpc>
                <a:spcPct val="100000"/>
              </a:lnSpc>
              <a:spcBef>
                <a:spcPct val="0"/>
              </a:spcBef>
              <a:spcAft>
                <a:spcPts val="0"/>
              </a:spcAft>
              <a:buClrTx/>
              <a:buSzPts val="8000"/>
              <a:buFont typeface="Arial" panose="020B0604020202020204" pitchFamily="34" charset="0"/>
              <a:buNone/>
              <a:defRPr sz="4500" b="0" spc="800">
                <a:solidFill>
                  <a:schemeClr val="tx1">
                    <a:lumMod val="85000"/>
                    <a:lumOff val="15000"/>
                  </a:schemeClr>
                </a:solidFill>
                <a:latin typeface="Arial" panose="020B0604020202020204" pitchFamily="34" charset="0"/>
                <a:ea typeface="汉仪旗黑-85S" panose="00020600040101010101" pitchFamily="18" charset="-122"/>
              </a:defRPr>
            </a:lvl1pPr>
          </a:lstStyle>
          <a:p>
            <a:r>
              <a:rPr lang="zh-CN" altLang="en-US" dirty="0"/>
              <a:t>编辑标题</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9" name="图片 8"/>
          <p:cNvPicPr/>
          <p:nvPr userDrawn="1">
            <p:custDataLst>
              <p:tags r:id="rId1"/>
            </p:custDataLst>
          </p:nvPr>
        </p:nvPicPr>
        <p:blipFill>
          <a:blip r:embed="rId10" r:link="rId11"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8" name="图片 7"/>
          <p:cNvPicPr/>
          <p:nvPr userDrawn="1">
            <p:custDataLst>
              <p:tags r:id="rId2"/>
            </p:custDataLst>
          </p:nvPr>
        </p:nvPicPr>
        <p:blipFill>
          <a:blip r:embed="rId12" r:link="rId13"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2" name="标题 1"/>
          <p:cNvSpPr>
            <a:spLocks noGrp="1"/>
          </p:cNvSpPr>
          <p:nvPr>
            <p:ph type="title"/>
            <p:custDataLst>
              <p:tags r:id="rId3"/>
            </p:custDataLst>
          </p:nvPr>
        </p:nvSpPr>
        <p:spPr>
          <a:xfrm>
            <a:off x="502411" y="498479"/>
            <a:ext cx="8139178" cy="331473"/>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35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4"/>
            </p:custDataLst>
          </p:nvPr>
        </p:nvSpPr>
        <p:spPr>
          <a:xfrm>
            <a:off x="502447" y="1626121"/>
            <a:ext cx="3962432" cy="4041680"/>
          </a:xfrm>
        </p:spPr>
        <p:txBody>
          <a:bodyPr vert="horz" wrap="square" lIns="90170" tIns="46990" rIns="90170" bIns="46990" rtlCol="0">
            <a:normAutofit/>
          </a:bodyPr>
          <a:lstStyle>
            <a:lvl1pPr marL="128905" marR="0" lvl="0" indent="-12827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9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386080" marR="0" lvl="1" indent="-12827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9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643255" marR="0" lvl="2" indent="-12827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9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900430" marR="0" lvl="3" indent="-12827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9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157605" marR="0" lvl="4" indent="-12827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9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5"/>
            </p:custDataLst>
          </p:nvPr>
        </p:nvSpPr>
        <p:spPr>
          <a:xfrm>
            <a:off x="4679158" y="1626121"/>
            <a:ext cx="3962432" cy="4041680"/>
          </a:xfrm>
        </p:spPr>
        <p:txBody>
          <a:bodyPr wrap="square" lIns="90170" tIns="46990" rIns="90170" bIns="46990">
            <a:normAutofit/>
          </a:bodyPr>
          <a:lstStyle>
            <a:lvl1pPr eaLnBrk="1" fontAlgn="auto" latinLnBrk="0" hangingPunct="1">
              <a:defRPr sz="900">
                <a:solidFill>
                  <a:schemeClr val="tx1"/>
                </a:solidFill>
                <a:latin typeface="Arial" panose="020B0604020202020204" pitchFamily="34" charset="0"/>
                <a:ea typeface="微软雅黑" panose="020B0503020204020204" charset="-122"/>
              </a:defRPr>
            </a:lvl1pPr>
            <a:lvl2pPr eaLnBrk="1" fontAlgn="auto" latinLnBrk="0" hangingPunct="1">
              <a:defRPr sz="900">
                <a:solidFill>
                  <a:schemeClr val="tx1"/>
                </a:solidFill>
                <a:latin typeface="Arial" panose="020B0604020202020204" pitchFamily="34" charset="0"/>
                <a:ea typeface="微软雅黑" panose="020B0503020204020204" charset="-122"/>
              </a:defRPr>
            </a:lvl2pPr>
            <a:lvl3pPr eaLnBrk="1" fontAlgn="auto" latinLnBrk="0" hangingPunct="1">
              <a:defRPr sz="900">
                <a:solidFill>
                  <a:schemeClr val="tx1"/>
                </a:solidFill>
                <a:latin typeface="Arial" panose="020B0604020202020204" pitchFamily="34" charset="0"/>
                <a:ea typeface="微软雅黑" panose="020B0503020204020204" charset="-122"/>
              </a:defRPr>
            </a:lvl3pPr>
            <a:lvl4pPr eaLnBrk="1" fontAlgn="auto" latinLnBrk="0" hangingPunct="1">
              <a:defRPr sz="900">
                <a:solidFill>
                  <a:schemeClr val="tx1"/>
                </a:solidFill>
                <a:latin typeface="Arial" panose="020B0604020202020204" pitchFamily="34" charset="0"/>
                <a:ea typeface="微软雅黑" panose="020B0503020204020204" charset="-122"/>
              </a:defRPr>
            </a:lvl4pPr>
            <a:lvl5pPr eaLnBrk="1" fontAlgn="auto" latinLnBrk="0" hangingPunct="1">
              <a:defRPr sz="90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6"/>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2024/4/21</a:t>
            </a:fld>
            <a:endParaRPr lang="zh-CN" altLang="en-US"/>
          </a:p>
        </p:txBody>
      </p:sp>
      <p:sp>
        <p:nvSpPr>
          <p:cNvPr id="6" name="页脚占位符 5"/>
          <p:cNvSpPr>
            <a:spLocks noGrp="1"/>
          </p:cNvSpPr>
          <p:nvPr>
            <p:ph type="ftr" sz="quarter" idx="11"/>
            <p:custDataLst>
              <p:tags r:id="rId7"/>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8"/>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1" name="图片 10"/>
          <p:cNvPicPr/>
          <p:nvPr userDrawn="1">
            <p:custDataLst>
              <p:tags r:id="rId1"/>
            </p:custDataLst>
          </p:nvPr>
        </p:nvPicPr>
        <p:blipFill>
          <a:blip r:embed="rId12" r:link="rId13"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10" name="图片 9"/>
          <p:cNvPicPr/>
          <p:nvPr userDrawn="1">
            <p:custDataLst>
              <p:tags r:id="rId2"/>
            </p:custDataLst>
          </p:nvPr>
        </p:nvPicPr>
        <p:blipFill>
          <a:blip r:embed="rId14" r:link="rId15"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2" name="标题 1"/>
          <p:cNvSpPr>
            <a:spLocks noGrp="1"/>
          </p:cNvSpPr>
          <p:nvPr>
            <p:ph type="title"/>
            <p:custDataLst>
              <p:tags r:id="rId3"/>
            </p:custDataLst>
          </p:nvPr>
        </p:nvSpPr>
        <p:spPr>
          <a:xfrm>
            <a:off x="502411" y="498479"/>
            <a:ext cx="8139178" cy="331473"/>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35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4"/>
            </p:custDataLst>
          </p:nvPr>
        </p:nvSpPr>
        <p:spPr>
          <a:xfrm>
            <a:off x="502447" y="1000133"/>
            <a:ext cx="3962432" cy="285752"/>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1125" b="0" u="none" strike="noStrike" kern="1200" cap="none" spc="200" normalizeH="0" baseline="0">
                <a:solidFill>
                  <a:schemeClr val="tx1"/>
                </a:solidFill>
                <a:uFillTx/>
                <a:latin typeface="Arial" panose="020B0604020202020204" pitchFamily="34" charset="0"/>
                <a:ea typeface="微软雅黑" panose="020B0503020204020204" charset="-122"/>
              </a:defRPr>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dirty="0"/>
              <a:t>单击此处编辑文本</a:t>
            </a:r>
          </a:p>
        </p:txBody>
      </p:sp>
      <p:sp>
        <p:nvSpPr>
          <p:cNvPr id="4" name="内容占位符 3"/>
          <p:cNvSpPr>
            <a:spLocks noGrp="1"/>
          </p:cNvSpPr>
          <p:nvPr>
            <p:ph sz="half" idx="2"/>
            <p:custDataLst>
              <p:tags r:id="rId5"/>
            </p:custDataLst>
          </p:nvPr>
        </p:nvSpPr>
        <p:spPr>
          <a:xfrm>
            <a:off x="502444" y="2023369"/>
            <a:ext cx="3962400" cy="3701064"/>
          </a:xfrm>
        </p:spPr>
        <p:txBody>
          <a:bodyPr vert="horz" wrap="square" lIns="90170" tIns="46990" rIns="90170" bIns="46990" rtlCol="0">
            <a:normAutofit/>
          </a:bodyPr>
          <a:lstStyle>
            <a:lvl1pPr marL="128905" marR="0" lvl="0" indent="-12827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9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386080" marR="0" lvl="1" indent="-12827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9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643255" marR="0" lvl="2" indent="-12827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9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900430" marR="0" lvl="3" indent="-12827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9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157605" marR="0" lvl="4" indent="-12827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9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6"/>
            </p:custDataLst>
          </p:nvPr>
        </p:nvSpPr>
        <p:spPr>
          <a:xfrm>
            <a:off x="4676812" y="1000133"/>
            <a:ext cx="3962432" cy="285752"/>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125" b="0"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a:sym typeface="+mn-ea"/>
              </a:rPr>
              <a:t>单击此处编辑文本</a:t>
            </a:r>
          </a:p>
        </p:txBody>
      </p:sp>
      <p:sp>
        <p:nvSpPr>
          <p:cNvPr id="6" name="内容占位符 5"/>
          <p:cNvSpPr>
            <a:spLocks noGrp="1"/>
          </p:cNvSpPr>
          <p:nvPr>
            <p:ph sz="quarter" idx="4"/>
            <p:custDataLst>
              <p:tags r:id="rId7"/>
            </p:custDataLst>
          </p:nvPr>
        </p:nvSpPr>
        <p:spPr>
          <a:xfrm>
            <a:off x="4676812" y="2023369"/>
            <a:ext cx="3962432" cy="3701064"/>
          </a:xfrm>
        </p:spPr>
        <p:txBody>
          <a:bodyPr vert="horz" wrap="square" lIns="90170" tIns="46990" rIns="90170" bIns="46990" rtlCol="0">
            <a:normAutofit/>
          </a:bodyPr>
          <a:lstStyle>
            <a:lvl1pPr marL="128905" marR="0" lvl="0" indent="-12827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9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386080" marR="0" lvl="1" indent="-12827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9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643255" marR="0" lvl="2" indent="-12827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9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900430" marR="0" lvl="3" indent="-12827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9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157605" marR="0" lvl="4" indent="-12827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9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8"/>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2024/4/21</a:t>
            </a:fld>
            <a:endParaRPr lang="zh-CN" altLang="en-US"/>
          </a:p>
        </p:txBody>
      </p:sp>
      <p:sp>
        <p:nvSpPr>
          <p:cNvPr id="8" name="页脚占位符 7"/>
          <p:cNvSpPr>
            <a:spLocks noGrp="1"/>
          </p:cNvSpPr>
          <p:nvPr>
            <p:ph type="ftr" sz="quarter" idx="11"/>
            <p:custDataLst>
              <p:tags r:id="rId9"/>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10"/>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8" r:link="rId9" cstate="print">
            <a:extLst>
              <a:ext uri="{28A0092B-C50C-407E-A947-70E740481C1C}">
                <a14:useLocalDpi xmlns:a14="http://schemas.microsoft.com/office/drawing/2010/main" val="0"/>
              </a:ext>
            </a:extLst>
          </a:blip>
          <a:stretch>
            <a:fillRect/>
          </a:stretch>
        </p:blipFill>
        <p:spPr>
          <a:xfrm rot="10800000" flipH="1">
            <a:off x="5623560" y="2006384"/>
            <a:ext cx="3291840" cy="2845234"/>
          </a:xfrm>
          <a:prstGeom prst="rect">
            <a:avLst/>
          </a:prstGeom>
        </p:spPr>
      </p:pic>
      <p:pic>
        <p:nvPicPr>
          <p:cNvPr id="6" name="图片 5"/>
          <p:cNvPicPr/>
          <p:nvPr userDrawn="1">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0" y="6234393"/>
            <a:ext cx="540068" cy="623607"/>
          </a:xfrm>
          <a:prstGeom prst="rect">
            <a:avLst/>
          </a:prstGeom>
        </p:spPr>
      </p:pic>
      <p:sp>
        <p:nvSpPr>
          <p:cNvPr id="2" name="标题 1"/>
          <p:cNvSpPr>
            <a:spLocks noGrp="1"/>
          </p:cNvSpPr>
          <p:nvPr>
            <p:ph type="title"/>
            <p:custDataLst>
              <p:tags r:id="rId3"/>
            </p:custDataLst>
          </p:nvPr>
        </p:nvSpPr>
        <p:spPr>
          <a:xfrm>
            <a:off x="502411" y="498476"/>
            <a:ext cx="8139178" cy="331473"/>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35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4"/>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2024/4/21</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6"/>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2024/4/21</a:t>
            </a:fld>
            <a:endParaRPr lang="zh-CN" altLang="en-US"/>
          </a:p>
        </p:txBody>
      </p:sp>
      <p:sp>
        <p:nvSpPr>
          <p:cNvPr id="3" name="页脚占位符 2"/>
          <p:cNvSpPr>
            <a:spLocks noGrp="1"/>
          </p:cNvSpPr>
          <p:nvPr>
            <p:ph type="ftr" sz="quarter" idx="11"/>
            <p:custDataLst>
              <p:tags r:id="rId2"/>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4" name="灯片编号占位符 3"/>
          <p:cNvSpPr>
            <a:spLocks noGrp="1"/>
          </p:cNvSpPr>
          <p:nvPr>
            <p:ph type="sldNum" sz="quarter" idx="12"/>
            <p:custDataLst>
              <p:tags r:id="rId3"/>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9" name="图片 8"/>
          <p:cNvPicPr/>
          <p:nvPr userDrawn="1">
            <p:custDataLst>
              <p:tags r:id="rId1"/>
            </p:custDataLst>
          </p:nvPr>
        </p:nvPicPr>
        <p:blipFill>
          <a:blip r:embed="rId10" r:link="rId11"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8" name="图片 7"/>
          <p:cNvPicPr/>
          <p:nvPr userDrawn="1">
            <p:custDataLst>
              <p:tags r:id="rId2"/>
            </p:custDataLst>
          </p:nvPr>
        </p:nvPicPr>
        <p:blipFill>
          <a:blip r:embed="rId12" r:link="rId13"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2" name="标题 1"/>
          <p:cNvSpPr>
            <a:spLocks noGrp="1"/>
          </p:cNvSpPr>
          <p:nvPr>
            <p:ph type="title"/>
            <p:custDataLst>
              <p:tags r:id="rId3"/>
            </p:custDataLst>
          </p:nvPr>
        </p:nvSpPr>
        <p:spPr>
          <a:xfrm>
            <a:off x="502447" y="498479"/>
            <a:ext cx="8139178" cy="331473"/>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35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4"/>
            </p:custDataLst>
          </p:nvPr>
        </p:nvSpPr>
        <p:spPr>
          <a:xfrm>
            <a:off x="502447" y="1626121"/>
            <a:ext cx="3962432" cy="4041680"/>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9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386080" marR="0" lvl="1" indent="-12827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900" b="0" i="0" u="none" strike="noStrike" kern="1200" cap="none" spc="150" normalizeH="0" baseline="0" noProof="1" dirty="0">
                <a:solidFill>
                  <a:schemeClr val="tx1"/>
                </a:solidFill>
                <a:uFillTx/>
                <a:latin typeface="+mn-lt"/>
                <a:ea typeface="+mn-ea"/>
                <a:cs typeface="+mn-cs"/>
                <a:sym typeface="+mn-ea"/>
              </a:defRPr>
            </a:lvl2pPr>
            <a:lvl3pPr marL="643255" marR="0" lvl="2" indent="-12827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900" b="0" i="0" u="none" strike="noStrike" kern="1200" cap="none" spc="150" normalizeH="0" baseline="0" noProof="1" dirty="0">
                <a:solidFill>
                  <a:schemeClr val="tx1"/>
                </a:solidFill>
                <a:uFillTx/>
                <a:latin typeface="+mn-lt"/>
                <a:ea typeface="+mn-ea"/>
                <a:cs typeface="+mn-cs"/>
                <a:sym typeface="+mn-ea"/>
              </a:defRPr>
            </a:lvl3pPr>
            <a:lvl4pPr marL="900430" marR="0" lvl="3" indent="-12827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900" b="0" i="0" u="none" strike="noStrike" kern="1200" cap="none" spc="150" normalizeH="0" baseline="0" noProof="1" dirty="0">
                <a:solidFill>
                  <a:schemeClr val="tx1"/>
                </a:solidFill>
                <a:uFillTx/>
                <a:latin typeface="+mn-lt"/>
                <a:ea typeface="+mn-ea"/>
                <a:cs typeface="+mn-cs"/>
                <a:sym typeface="+mn-ea"/>
              </a:defRPr>
            </a:lvl4pPr>
            <a:lvl5pPr marL="1157605" marR="0" lvl="4" indent="-12827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9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5"/>
            </p:custDataLst>
          </p:nvPr>
        </p:nvSpPr>
        <p:spPr>
          <a:xfrm>
            <a:off x="4679194" y="1626121"/>
            <a:ext cx="3962432" cy="4041680"/>
          </a:xfrm>
        </p:spPr>
        <p:txBody>
          <a:bodyPr vert="horz" wrap="square" lIns="90170" tIns="46990" rIns="90170" bIns="46990" rtlCol="0">
            <a:normAutofit/>
          </a:bodyPr>
          <a:lstStyle>
            <a:lvl1pPr marL="128905" marR="0" lvl="0" indent="-12827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9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6"/>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9EFD9D74-47D9-4702-A33C-335B63B48DBF}" type="datetimeFigureOut">
              <a:rPr lang="zh-CN" altLang="en-US" smtClean="0"/>
              <a:t>2024/4/21</a:t>
            </a:fld>
            <a:endParaRPr lang="zh-CN" altLang="en-US" dirty="0"/>
          </a:p>
        </p:txBody>
      </p:sp>
      <p:sp>
        <p:nvSpPr>
          <p:cNvPr id="6" name="页脚占位符 5"/>
          <p:cNvSpPr>
            <a:spLocks noGrp="1"/>
          </p:cNvSpPr>
          <p:nvPr>
            <p:ph type="ftr" sz="quarter" idx="11"/>
            <p:custDataLst>
              <p:tags r:id="rId7"/>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7" name="灯片编号占位符 6"/>
          <p:cNvSpPr>
            <a:spLocks noGrp="1"/>
          </p:cNvSpPr>
          <p:nvPr>
            <p:ph type="sldNum" sz="quarter" idx="12"/>
            <p:custDataLst>
              <p:tags r:id="rId8"/>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9" r:link="rId10"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7" name="图片 6"/>
          <p:cNvPicPr/>
          <p:nvPr userDrawn="1">
            <p:custDataLst>
              <p:tags r:id="rId2"/>
            </p:custDataLst>
          </p:nvPr>
        </p:nvPicPr>
        <p:blipFill>
          <a:blip r:embed="rId11" r:link="rId12"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2" name="竖排标题 1"/>
          <p:cNvSpPr>
            <a:spLocks noGrp="1"/>
          </p:cNvSpPr>
          <p:nvPr>
            <p:ph type="title" orient="vert"/>
            <p:custDataLst>
              <p:tags r:id="rId3"/>
            </p:custDataLst>
          </p:nvPr>
        </p:nvSpPr>
        <p:spPr>
          <a:xfrm>
            <a:off x="7928351" y="1626121"/>
            <a:ext cx="713238" cy="4041680"/>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135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4"/>
            </p:custDataLst>
          </p:nvPr>
        </p:nvSpPr>
        <p:spPr>
          <a:xfrm>
            <a:off x="502444" y="1626113"/>
            <a:ext cx="7371076" cy="4041680"/>
          </a:xfrm>
        </p:spPr>
        <p:txBody>
          <a:bodyPr vert="eaVert" wrap="square">
            <a:normAutofit/>
          </a:bodyPr>
          <a:lstStyle>
            <a:lvl1pPr indent="0" eaLnBrk="1" fontAlgn="auto" latinLnBrk="0" hangingPunct="1">
              <a:defRPr>
                <a:solidFill>
                  <a:schemeClr val="tx1"/>
                </a:solidFill>
                <a:latin typeface="Arial" panose="020B0604020202020204" pitchFamily="34" charset="0"/>
                <a:ea typeface="微软雅黑" panose="020B0503020204020204" charset="-122"/>
              </a:defRPr>
            </a:lvl1pPr>
            <a:lvl2pPr indent="0" eaLnBrk="1" fontAlgn="auto" latinLnBrk="0" hangingPunct="1">
              <a:defRPr>
                <a:solidFill>
                  <a:schemeClr val="tx1"/>
                </a:solidFill>
                <a:latin typeface="Arial" panose="020B0604020202020204" pitchFamily="34" charset="0"/>
                <a:ea typeface="微软雅黑" panose="020B0503020204020204" charset="-122"/>
              </a:defRPr>
            </a:lvl2pPr>
            <a:lvl3pPr indent="0" eaLnBrk="1" fontAlgn="auto" latinLnBrk="0" hangingPunct="1">
              <a:defRPr>
                <a:solidFill>
                  <a:schemeClr val="tx1"/>
                </a:solidFill>
                <a:latin typeface="Arial" panose="020B0604020202020204" pitchFamily="34" charset="0"/>
                <a:ea typeface="微软雅黑" panose="020B0503020204020204" charset="-122"/>
              </a:defRPr>
            </a:lvl3pPr>
            <a:lvl4pPr indent="0" eaLnBrk="1" fontAlgn="auto" latinLnBrk="0" hangingPunct="1">
              <a:defRPr>
                <a:solidFill>
                  <a:schemeClr val="tx1"/>
                </a:solidFill>
                <a:latin typeface="Arial" panose="020B0604020202020204" pitchFamily="34" charset="0"/>
                <a:ea typeface="微软雅黑" panose="020B0503020204020204" charset="-122"/>
              </a:defRPr>
            </a:lvl4pPr>
            <a:lvl5pPr indent="0" eaLnBrk="1" fontAlgn="auto" latinLnBrk="0" hangingPunct="1">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2024/4/21</a:t>
            </a:fld>
            <a:endParaRPr lang="zh-CN" altLang="en-US"/>
          </a:p>
        </p:txBody>
      </p:sp>
      <p:sp>
        <p:nvSpPr>
          <p:cNvPr id="5" name="页脚占位符 4"/>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8" r:link="rId9"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3" name="日期占位符 2"/>
          <p:cNvSpPr>
            <a:spLocks noGrp="1"/>
          </p:cNvSpPr>
          <p:nvPr>
            <p:ph type="dt" sz="half" idx="10"/>
            <p:custDataLst>
              <p:tags r:id="rId3"/>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2024/4/21</a:t>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5"/>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6"/>
            </p:custDataLst>
          </p:nvPr>
        </p:nvSpPr>
        <p:spPr>
          <a:xfrm>
            <a:off x="502447" y="1626121"/>
            <a:ext cx="8139178" cy="4041680"/>
          </a:xfrm>
        </p:spPr>
        <p:txBody>
          <a:bodyPr wrap="square">
            <a:normAutofit/>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6" name="图片 5"/>
          <p:cNvPicPr/>
          <p:nvPr userDrawn="1">
            <p:custDataLst>
              <p:tags r:id="rId1"/>
            </p:custDataLst>
          </p:nvPr>
        </p:nvPicPr>
        <p:blipFill>
          <a:blip r:embed="rId8" r:link="rId9">
            <a:extLst>
              <a:ext uri="{28A0092B-C50C-407E-A947-70E740481C1C}">
                <a14:useLocalDpi xmlns:a14="http://schemas.microsoft.com/office/drawing/2010/main" val="0"/>
              </a:ext>
            </a:extLst>
          </a:blip>
          <a:stretch>
            <a:fillRect/>
          </a:stretch>
        </p:blipFill>
        <p:spPr>
          <a:xfrm flipH="1">
            <a:off x="0" y="0"/>
            <a:ext cx="9144000" cy="6858000"/>
          </a:xfrm>
          <a:prstGeom prst="rect">
            <a:avLst/>
          </a:prstGeom>
        </p:spPr>
      </p:pic>
      <p:sp>
        <p:nvSpPr>
          <p:cNvPr id="3" name="日期占位符 2"/>
          <p:cNvSpPr>
            <a:spLocks noGrp="1"/>
          </p:cNvSpPr>
          <p:nvPr>
            <p:ph type="dt" sz="half" idx="10"/>
            <p:custDataLst>
              <p:tags r:id="rId2"/>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2024/4/21</a:t>
            </a:fld>
            <a:endParaRPr lang="zh-CN" altLang="en-US"/>
          </a:p>
        </p:txBody>
      </p:sp>
      <p:sp>
        <p:nvSpPr>
          <p:cNvPr id="4" name="页脚占位符 3"/>
          <p:cNvSpPr>
            <a:spLocks noGrp="1"/>
          </p:cNvSpPr>
          <p:nvPr>
            <p:ph type="ftr" sz="quarter" idx="11"/>
            <p:custDataLst>
              <p:tags r:id="rId3"/>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4"/>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4" hasCustomPrompt="1"/>
            <p:custDataLst>
              <p:tags r:id="rId5"/>
            </p:custDataLst>
          </p:nvPr>
        </p:nvSpPr>
        <p:spPr>
          <a:xfrm>
            <a:off x="4956810" y="3669189"/>
            <a:ext cx="1441133" cy="362903"/>
          </a:xfrm>
        </p:spPr>
        <p:txBody>
          <a:bodyPr vert="horz" wrap="square" lIns="90170" tIns="46990" rIns="90170" bIns="46990" anchor="t" anchorCtr="0">
            <a:noAutofit/>
          </a:bodyPr>
          <a:lstStyle>
            <a:lvl1pPr marL="257175" marR="0" indent="-257175" algn="l" rtl="0" eaLnBrk="1" fontAlgn="auto">
              <a:lnSpc>
                <a:spcPct val="100000"/>
              </a:lnSpc>
              <a:spcBef>
                <a:spcPts val="0"/>
              </a:spcBef>
              <a:spcAft>
                <a:spcPts val="0"/>
              </a:spcAft>
              <a:buClrTx/>
              <a:buSzPts val="2000"/>
              <a:buFont typeface="Arial" panose="020B0604020202020204" pitchFamily="34" charset="0"/>
              <a:buNone/>
              <a:defRPr sz="1350" b="0" spc="300">
                <a:solidFill>
                  <a:schemeClr val="tx1">
                    <a:lumMod val="85000"/>
                    <a:lumOff val="15000"/>
                  </a:schemeClr>
                </a:solidFill>
                <a:latin typeface="Arial" panose="020B0604020202020204" pitchFamily="34" charset="0"/>
                <a:ea typeface="微软雅黑" panose="020B0503020204020204" charset="-122"/>
              </a:defRPr>
            </a:lvl1pPr>
          </a:lstStyle>
          <a:p>
            <a:pPr marL="0" marR="0" lvl="0" indent="0" algn="l" defTabSz="914400" rtl="0" eaLnBrk="1" fontAlgn="auto" latinLnBrk="0" hangingPunct="1">
              <a:lnSpc>
                <a:spcPct val="100000"/>
              </a:lnSpc>
              <a:spcBef>
                <a:spcPts val="0"/>
              </a:spcBef>
              <a:spcAft>
                <a:spcPts val="0"/>
              </a:spcAft>
              <a:buClr>
                <a:schemeClr val="tx1">
                  <a:lumMod val="65000"/>
                  <a:lumOff val="35000"/>
                </a:schemeClr>
              </a:buClr>
              <a:buSzPts val="2000"/>
              <a:buFont typeface="Arial" panose="020B0604020202020204" pitchFamily="34" charset="0"/>
              <a:buNone/>
            </a:pPr>
            <a:r>
              <a:rPr lang="zh-CN" altLang="en-US"/>
              <a:t>编辑文本</a:t>
            </a:r>
          </a:p>
        </p:txBody>
      </p:sp>
      <p:sp>
        <p:nvSpPr>
          <p:cNvPr id="2" name="标题 1"/>
          <p:cNvSpPr>
            <a:spLocks noGrp="1"/>
          </p:cNvSpPr>
          <p:nvPr>
            <p:ph type="title" idx="13" hasCustomPrompt="1"/>
            <p:custDataLst>
              <p:tags r:id="rId6"/>
            </p:custDataLst>
          </p:nvPr>
        </p:nvSpPr>
        <p:spPr>
          <a:xfrm>
            <a:off x="4956974" y="2447683"/>
            <a:ext cx="3429027" cy="879158"/>
          </a:xfrm>
        </p:spPr>
        <p:txBody>
          <a:bodyPr vert="horz" wrap="square" lIns="90170" tIns="46990" rIns="90170" bIns="0" anchor="b" anchorCtr="0">
            <a:normAutofit/>
          </a:bodyPr>
          <a:lstStyle>
            <a:lvl1pPr marL="0" marR="0" indent="0" algn="l" defTabSz="914400" rtl="0" eaLnBrk="1" fontAlgn="auto" latinLnBrk="0" hangingPunct="1">
              <a:lnSpc>
                <a:spcPct val="100000"/>
              </a:lnSpc>
              <a:spcBef>
                <a:spcPct val="0"/>
              </a:spcBef>
              <a:spcAft>
                <a:spcPts val="0"/>
              </a:spcAft>
              <a:buClrTx/>
              <a:buSzPts val="6600"/>
              <a:buFont typeface="Arial" panose="020B0604020202020204" pitchFamily="34" charset="0"/>
              <a:buNone/>
              <a:defRPr sz="3715" b="0" spc="700">
                <a:solidFill>
                  <a:schemeClr val="tx1">
                    <a:lumMod val="85000"/>
                    <a:lumOff val="15000"/>
                  </a:schemeClr>
                </a:solidFill>
                <a:latin typeface="Arial" panose="020B0604020202020204" pitchFamily="34" charset="0"/>
                <a:ea typeface="汉仪旗黑-85S" panose="00020600040101010101" pitchFamily="18" charset="-122"/>
              </a:defRPr>
            </a:lvl1pPr>
          </a:lstStyle>
          <a:p>
            <a:r>
              <a:rPr lang="zh-CN" altLang="en-US"/>
              <a:t>编辑标题</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8" r:link="rId9"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2" name="标题 1"/>
          <p:cNvSpPr>
            <a:spLocks noGrp="1"/>
          </p:cNvSpPr>
          <p:nvPr>
            <p:ph type="title"/>
            <p:custDataLst>
              <p:tags r:id="rId3"/>
            </p:custDataLst>
          </p:nvPr>
        </p:nvSpPr>
        <p:spPr>
          <a:xfrm>
            <a:off x="502411" y="498476"/>
            <a:ext cx="8139178" cy="33147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2024/4/21</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219056" y="303809"/>
            <a:ext cx="8705888" cy="6250382"/>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015"/>
          </a:p>
        </p:txBody>
      </p:sp>
      <p:pic>
        <p:nvPicPr>
          <p:cNvPr id="9" name="图片 8"/>
          <p:cNvPicPr/>
          <p:nvPr userDrawn="1">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8" name="图片 7"/>
          <p:cNvPicPr/>
          <p:nvPr userDrawn="1">
            <p:custDataLst>
              <p:tags r:id="rId3"/>
            </p:custDataLst>
          </p:nvPr>
        </p:nvPicPr>
        <p:blipFill>
          <a:blip r:embed="rId12" r:link="rId13"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2" name="标题 1"/>
          <p:cNvSpPr>
            <a:spLocks noGrp="1"/>
          </p:cNvSpPr>
          <p:nvPr>
            <p:ph type="title" hasCustomPrompt="1"/>
            <p:custDataLst>
              <p:tags r:id="rId4"/>
            </p:custDataLst>
          </p:nvPr>
        </p:nvSpPr>
        <p:spPr>
          <a:xfrm>
            <a:off x="961200" y="1339650"/>
            <a:ext cx="7219800" cy="542700"/>
          </a:xfrm>
        </p:spPr>
        <p:txBody>
          <a:bodyPr wrap="square" anchor="ctr">
            <a:normAutofit/>
          </a:bodyPr>
          <a:lstStyle>
            <a:lvl1pPr>
              <a:defRPr sz="18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960835" y="2594250"/>
            <a:ext cx="7219950" cy="2583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2024/4/21</a:t>
            </a:fld>
            <a:endParaRPr lang="zh-CN" altLang="en-US"/>
          </a:p>
        </p:txBody>
      </p:sp>
      <p:sp>
        <p:nvSpPr>
          <p:cNvPr id="4" name="页脚占位符 3"/>
          <p:cNvSpPr>
            <a:spLocks noGrp="1"/>
          </p:cNvSpPr>
          <p:nvPr>
            <p:ph type="ftr" sz="quarter" idx="11"/>
            <p:custDataLst>
              <p:tags r:id="rId7"/>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8"/>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3618452" cy="68580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015"/>
          </a:p>
        </p:txBody>
      </p:sp>
      <p:pic>
        <p:nvPicPr>
          <p:cNvPr id="8" name="图片 7"/>
          <p:cNvPicPr/>
          <p:nvPr userDrawn="1">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2" name="标题 1"/>
          <p:cNvSpPr>
            <a:spLocks noGrp="1"/>
          </p:cNvSpPr>
          <p:nvPr>
            <p:ph type="title" hasCustomPrompt="1"/>
            <p:custDataLst>
              <p:tags r:id="rId3"/>
            </p:custDataLst>
          </p:nvPr>
        </p:nvSpPr>
        <p:spPr>
          <a:xfrm>
            <a:off x="437400" y="880650"/>
            <a:ext cx="2970000" cy="661500"/>
          </a:xfrm>
        </p:spPr>
        <p:txBody>
          <a:bodyPr wrap="square" anchor="ctr" anchorCtr="0">
            <a:normAutofit/>
          </a:bodyPr>
          <a:lstStyle>
            <a:lvl1pPr>
              <a:defRPr sz="2025" baseline="0">
                <a:solidFill>
                  <a:schemeClr val="tx1"/>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2024/4/21</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440100" y="2275650"/>
            <a:ext cx="2967300" cy="3069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3825900" y="1405930"/>
            <a:ext cx="4860000" cy="381595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9144000" cy="2664333"/>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015"/>
          </a:p>
        </p:txBody>
      </p:sp>
      <p:pic>
        <p:nvPicPr>
          <p:cNvPr id="10" name="图片 9"/>
          <p:cNvPicPr/>
          <p:nvPr userDrawn="1">
            <p:custDataLst>
              <p:tags r:id="rId2"/>
            </p:custDataLst>
          </p:nvPr>
        </p:nvPicPr>
        <p:blipFill>
          <a:blip r:embed="rId11" r:link="rId12"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8" name="图片 7"/>
          <p:cNvPicPr/>
          <p:nvPr userDrawn="1">
            <p:custDataLst>
              <p:tags r:id="rId3"/>
            </p:custDataLst>
          </p:nvPr>
        </p:nvPicPr>
        <p:blipFill>
          <a:blip r:embed="rId13" r:link="rId14"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2" name="标题 1"/>
          <p:cNvSpPr>
            <a:spLocks noGrp="1"/>
          </p:cNvSpPr>
          <p:nvPr>
            <p:ph type="title"/>
            <p:custDataLst>
              <p:tags r:id="rId4"/>
            </p:custDataLst>
          </p:nvPr>
        </p:nvSpPr>
        <p:spPr>
          <a:xfrm>
            <a:off x="459000" y="859500"/>
            <a:ext cx="8232300" cy="469800"/>
          </a:xfrm>
        </p:spPr>
        <p:txBody>
          <a:bodyPr wrap="square" anchor="ctr">
            <a:normAutofit/>
          </a:bodyPr>
          <a:lstStyle>
            <a:lvl1pPr algn="ctr">
              <a:defRPr sz="2025"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p>
        </p:txBody>
      </p:sp>
      <p:sp>
        <p:nvSpPr>
          <p:cNvPr id="3" name="日期占位符 2"/>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2024/4/21</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459000" y="1763100"/>
            <a:ext cx="8231981" cy="621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459581" y="3236850"/>
            <a:ext cx="8224200" cy="25731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5028971"/>
            <a:ext cx="9144000" cy="1829029"/>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015"/>
          </a:p>
        </p:txBody>
      </p:sp>
      <p:pic>
        <p:nvPicPr>
          <p:cNvPr id="10" name="图片 9"/>
          <p:cNvPicPr/>
          <p:nvPr userDrawn="1">
            <p:custDataLst>
              <p:tags r:id="rId2"/>
            </p:custDataLst>
          </p:nvPr>
        </p:nvPicPr>
        <p:blipFill>
          <a:blip r:embed="rId11" r:link="rId12"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8" name="图片 7"/>
          <p:cNvPicPr/>
          <p:nvPr userDrawn="1">
            <p:custDataLst>
              <p:tags r:id="rId3"/>
            </p:custDataLst>
          </p:nvPr>
        </p:nvPicPr>
        <p:blipFill>
          <a:blip r:embed="rId13" r:link="rId14"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2" name="标题 1"/>
          <p:cNvSpPr>
            <a:spLocks noGrp="1"/>
          </p:cNvSpPr>
          <p:nvPr>
            <p:ph type="title"/>
            <p:custDataLst>
              <p:tags r:id="rId4"/>
            </p:custDataLst>
          </p:nvPr>
        </p:nvSpPr>
        <p:spPr>
          <a:xfrm>
            <a:off x="453600" y="740250"/>
            <a:ext cx="8232300" cy="423900"/>
          </a:xfrm>
        </p:spPr>
        <p:txBody>
          <a:bodyPr wrap="square" anchor="ctr" anchorCtr="0">
            <a:normAutofit/>
          </a:bodyPr>
          <a:lstStyle>
            <a:lvl1pPr algn="ctr">
              <a:defRPr sz="18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2024/4/21</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453628" y="2082600"/>
            <a:ext cx="8243100" cy="2408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9"/>
            </p:custDataLst>
          </p:nvPr>
        </p:nvSpPr>
        <p:spPr>
          <a:xfrm>
            <a:off x="445500" y="5306850"/>
            <a:ext cx="8251200" cy="7587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0"/>
            <a:ext cx="9144000" cy="9144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015"/>
          </a:p>
        </p:txBody>
      </p:sp>
      <p:pic>
        <p:nvPicPr>
          <p:cNvPr id="12" name="图片 11"/>
          <p:cNvPicPr/>
          <p:nvPr userDrawn="1">
            <p:custDataLst>
              <p:tags r:id="rId2"/>
            </p:custDataLst>
          </p:nvPr>
        </p:nvPicPr>
        <p:blipFill>
          <a:blip r:embed="rId13" r:link="rId14" cstate="print">
            <a:extLst>
              <a:ext uri="{28A0092B-C50C-407E-A947-70E740481C1C}">
                <a14:useLocalDpi xmlns:a14="http://schemas.microsoft.com/office/drawing/2010/main" val="0"/>
              </a:ext>
            </a:extLst>
          </a:blip>
          <a:stretch>
            <a:fillRect/>
          </a:stretch>
        </p:blipFill>
        <p:spPr>
          <a:xfrm>
            <a:off x="8603932" y="6234393"/>
            <a:ext cx="540068" cy="623607"/>
          </a:xfrm>
          <a:prstGeom prst="rect">
            <a:avLst/>
          </a:prstGeom>
        </p:spPr>
      </p:pic>
      <p:pic>
        <p:nvPicPr>
          <p:cNvPr id="10" name="图片 9"/>
          <p:cNvPicPr/>
          <p:nvPr userDrawn="1">
            <p:custDataLst>
              <p:tags r:id="rId3"/>
            </p:custDataLst>
          </p:nvPr>
        </p:nvPicPr>
        <p:blipFill>
          <a:blip r:embed="rId15" r:link="rId16" cstate="print">
            <a:extLst>
              <a:ext uri="{28A0092B-C50C-407E-A947-70E740481C1C}">
                <a14:useLocalDpi xmlns:a14="http://schemas.microsoft.com/office/drawing/2010/main" val="0"/>
              </a:ext>
            </a:extLst>
          </a:blip>
          <a:stretch>
            <a:fillRect/>
          </a:stretch>
        </p:blipFill>
        <p:spPr>
          <a:xfrm>
            <a:off x="0" y="6234393"/>
            <a:ext cx="540068" cy="623607"/>
          </a:xfrm>
          <a:prstGeom prst="rect">
            <a:avLst/>
          </a:prstGeom>
        </p:spPr>
      </p:pic>
      <p:sp>
        <p:nvSpPr>
          <p:cNvPr id="2" name="标题 1"/>
          <p:cNvSpPr>
            <a:spLocks noGrp="1"/>
          </p:cNvSpPr>
          <p:nvPr>
            <p:ph type="title"/>
            <p:custDataLst>
              <p:tags r:id="rId4"/>
            </p:custDataLst>
          </p:nvPr>
        </p:nvSpPr>
        <p:spPr>
          <a:xfrm>
            <a:off x="434700" y="292846"/>
            <a:ext cx="8278200" cy="33147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2024/4/21</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434700" y="2025000"/>
            <a:ext cx="4006800" cy="21708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4681800" y="2025000"/>
            <a:ext cx="4025700" cy="21708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429300" y="4914450"/>
            <a:ext cx="4006800" cy="585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4689900" y="4910850"/>
            <a:ext cx="4025700" cy="585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1572518"/>
            <a:ext cx="9144000" cy="3712964"/>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015"/>
          </a:p>
        </p:txBody>
      </p:sp>
      <p:pic>
        <p:nvPicPr>
          <p:cNvPr id="9" name="图片 8"/>
          <p:cNvPicPr/>
          <p:nvPr userDrawn="1">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7928848" y="5454883"/>
            <a:ext cx="1215152" cy="1403117"/>
          </a:xfrm>
          <a:prstGeom prst="rect">
            <a:avLst/>
          </a:prstGeom>
        </p:spPr>
      </p:pic>
      <p:pic>
        <p:nvPicPr>
          <p:cNvPr id="8" name="图片 7"/>
          <p:cNvPicPr/>
          <p:nvPr userDrawn="1">
            <p:custDataLst>
              <p:tags r:id="rId3"/>
            </p:custDataLst>
          </p:nvPr>
        </p:nvPicPr>
        <p:blipFill>
          <a:blip r:embed="rId12" r:link="rId13">
            <a:extLst>
              <a:ext uri="{28A0092B-C50C-407E-A947-70E740481C1C}">
                <a14:useLocalDpi xmlns:a14="http://schemas.microsoft.com/office/drawing/2010/main" val="0"/>
              </a:ext>
            </a:extLst>
          </a:blip>
          <a:stretch>
            <a:fillRect/>
          </a:stretch>
        </p:blipFill>
        <p:spPr>
          <a:xfrm>
            <a:off x="0" y="5454883"/>
            <a:ext cx="1215152" cy="1403117"/>
          </a:xfrm>
          <a:prstGeom prst="rect">
            <a:avLst/>
          </a:prstGeom>
        </p:spPr>
      </p:pic>
      <p:sp>
        <p:nvSpPr>
          <p:cNvPr id="2" name="标题 1"/>
          <p:cNvSpPr>
            <a:spLocks noGrp="1"/>
          </p:cNvSpPr>
          <p:nvPr>
            <p:ph type="title" hasCustomPrompt="1"/>
            <p:custDataLst>
              <p:tags r:id="rId4"/>
            </p:custDataLst>
          </p:nvPr>
        </p:nvSpPr>
        <p:spPr>
          <a:xfrm>
            <a:off x="1142100" y="1637550"/>
            <a:ext cx="6858000" cy="1790100"/>
          </a:xfrm>
        </p:spPr>
        <p:txBody>
          <a:bodyPr wrap="square" anchor="b">
            <a:normAutofit/>
          </a:bodyPr>
          <a:lstStyle>
            <a:lvl1pPr algn="ctr">
              <a:defRPr sz="3375"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2024/4/21</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141810" y="4069800"/>
            <a:ext cx="6858000" cy="1242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tags" Target="../tags/tag3.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tags" Target="../tags/tag7.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tags" Target="../tags/tag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tags" Target="../tags/tag6.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tags" Target="../tags/tag5.xml"/><Relationship Id="rId10" Type="http://schemas.openxmlformats.org/officeDocument/2006/relationships/slideLayout" Target="../slideLayouts/slideLayout21.xml"/><Relationship Id="rId19"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pSp>
        <p:nvGrpSpPr>
          <p:cNvPr id="1026" name="Group 2"/>
          <p:cNvGrpSpPr/>
          <p:nvPr/>
        </p:nvGrpSpPr>
        <p:grpSpPr>
          <a:xfrm>
            <a:off x="0" y="1588"/>
            <a:ext cx="9132888" cy="6845300"/>
            <a:chOff x="0" y="1"/>
            <a:chExt cx="5753" cy="4312"/>
          </a:xfrm>
        </p:grpSpPr>
        <p:sp>
          <p:nvSpPr>
            <p:cNvPr id="734211" name="Freeform 3"/>
            <p:cNvSpPr/>
            <p:nvPr/>
          </p:nvSpPr>
          <p:spPr bwMode="auto">
            <a:xfrm>
              <a:off x="3394" y="999"/>
              <a:ext cx="2359" cy="3314"/>
            </a:xfrm>
            <a:custGeom>
              <a:avLst/>
              <a:gdLst>
                <a:gd name="T0" fmla="*/ 1905 w 2359"/>
                <a:gd name="T1" fmla="*/ 3312 h 3314"/>
                <a:gd name="T2" fmla="*/ 2358 w 2359"/>
                <a:gd name="T3" fmla="*/ 3313 h 3314"/>
                <a:gd name="T4" fmla="*/ 2358 w 2359"/>
                <a:gd name="T5" fmla="*/ 1437 h 3314"/>
                <a:gd name="T6" fmla="*/ 0 w 2359"/>
                <a:gd name="T7" fmla="*/ 0 h 3314"/>
                <a:gd name="T8" fmla="*/ 201 w 2359"/>
                <a:gd name="T9" fmla="*/ 150 h 3314"/>
                <a:gd name="T10" fmla="*/ 366 w 2359"/>
                <a:gd name="T11" fmla="*/ 279 h 3314"/>
                <a:gd name="T12" fmla="*/ 552 w 2359"/>
                <a:gd name="T13" fmla="*/ 441 h 3314"/>
                <a:gd name="T14" fmla="*/ 732 w 2359"/>
                <a:gd name="T15" fmla="*/ 612 h 3314"/>
                <a:gd name="T16" fmla="*/ 996 w 2359"/>
                <a:gd name="T17" fmla="*/ 903 h 3314"/>
                <a:gd name="T18" fmla="*/ 1230 w 2359"/>
                <a:gd name="T19" fmla="*/ 1212 h 3314"/>
                <a:gd name="T20" fmla="*/ 1400 w 2359"/>
                <a:gd name="T21" fmla="*/ 1482 h 3314"/>
                <a:gd name="T22" fmla="*/ 1548 w 2359"/>
                <a:gd name="T23" fmla="*/ 1761 h 3314"/>
                <a:gd name="T24" fmla="*/ 1665 w 2359"/>
                <a:gd name="T25" fmla="*/ 2040 h 3314"/>
                <a:gd name="T26" fmla="*/ 1751 w 2359"/>
                <a:gd name="T27" fmla="*/ 2295 h 3314"/>
                <a:gd name="T28" fmla="*/ 1809 w 2359"/>
                <a:gd name="T29" fmla="*/ 2511 h 3314"/>
                <a:gd name="T30" fmla="*/ 1863 w 2359"/>
                <a:gd name="T31" fmla="*/ 2778 h 3314"/>
                <a:gd name="T32" fmla="*/ 1890 w 2359"/>
                <a:gd name="T33" fmla="*/ 3012 h 3314"/>
                <a:gd name="T34" fmla="*/ 1905 w 2359"/>
                <a:gd name="T35" fmla="*/ 3312 h 3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59" h="3314">
                  <a:moveTo>
                    <a:pt x="1905" y="3312"/>
                  </a:moveTo>
                  <a:lnTo>
                    <a:pt x="2358" y="3313"/>
                  </a:lnTo>
                  <a:lnTo>
                    <a:pt x="2358" y="1437"/>
                  </a:lnTo>
                  <a:lnTo>
                    <a:pt x="0" y="0"/>
                  </a:lnTo>
                  <a:lnTo>
                    <a:pt x="201" y="150"/>
                  </a:lnTo>
                  <a:lnTo>
                    <a:pt x="366" y="279"/>
                  </a:lnTo>
                  <a:lnTo>
                    <a:pt x="552" y="441"/>
                  </a:lnTo>
                  <a:lnTo>
                    <a:pt x="732" y="612"/>
                  </a:lnTo>
                  <a:lnTo>
                    <a:pt x="996" y="903"/>
                  </a:lnTo>
                  <a:lnTo>
                    <a:pt x="1230" y="1212"/>
                  </a:lnTo>
                  <a:lnTo>
                    <a:pt x="1400" y="1482"/>
                  </a:lnTo>
                  <a:lnTo>
                    <a:pt x="1548" y="1761"/>
                  </a:lnTo>
                  <a:lnTo>
                    <a:pt x="1665" y="2040"/>
                  </a:lnTo>
                  <a:lnTo>
                    <a:pt x="1751" y="2295"/>
                  </a:lnTo>
                  <a:lnTo>
                    <a:pt x="1809" y="2511"/>
                  </a:lnTo>
                  <a:lnTo>
                    <a:pt x="1863" y="2778"/>
                  </a:lnTo>
                  <a:lnTo>
                    <a:pt x="1890" y="3012"/>
                  </a:lnTo>
                  <a:lnTo>
                    <a:pt x="1905" y="3312"/>
                  </a:lnTo>
                </a:path>
              </a:pathLst>
            </a:custGeom>
            <a:gradFill rotWithShape="0">
              <a:gsLst>
                <a:gs pos="0">
                  <a:schemeClr val="accent2">
                    <a:gamma/>
                    <a:shade val="46275"/>
                    <a:invGamma/>
                  </a:schemeClr>
                </a:gs>
                <a:gs pos="100000">
                  <a:schemeClr val="accent2"/>
                </a:gs>
              </a:gsLst>
              <a:lin ang="0" scaled="1"/>
            </a:gradFill>
            <a:ln>
              <a:noFill/>
            </a:ln>
            <a:effectLst/>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1033" name="Arc 4"/>
            <p:cNvSpPr/>
            <p:nvPr/>
          </p:nvSpPr>
          <p:spPr>
            <a:xfrm>
              <a:off x="0" y="1"/>
              <a:ext cx="5298" cy="4312"/>
            </a:xfrm>
            <a:custGeom>
              <a:avLst/>
              <a:gdLst/>
              <a:ahLst/>
              <a:cxnLst>
                <a:cxn ang="0">
                  <a:pos x="0" y="0"/>
                </a:cxn>
                <a:cxn ang="0">
                  <a:pos x="5" y="1"/>
                </a:cxn>
                <a:cxn ang="0">
                  <a:pos x="0" y="0"/>
                </a:cxn>
                <a:cxn ang="0">
                  <a:pos x="5" y="1"/>
                </a:cxn>
                <a:cxn ang="0">
                  <a:pos x="0" y="1"/>
                </a:cxn>
                <a:cxn ang="0">
                  <a:pos x="0" y="0"/>
                </a:cxn>
              </a:cxnLst>
              <a:rect l="0" t="0" r="0" b="0"/>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12700" cap="rnd" cmpd="sng">
              <a:solidFill>
                <a:schemeClr val="accent2">
                  <a:alpha val="100000"/>
                </a:schemeClr>
              </a:solidFill>
              <a:prstDash val="solid"/>
              <a:round/>
              <a:headEnd type="none" w="sm" len="sm"/>
              <a:tailEnd type="none" w="sm" len="sm"/>
            </a:ln>
          </p:spPr>
          <p:txBody>
            <a:bodyPr/>
            <a:lstStyle/>
            <a:p>
              <a:endParaRPr lang="zh-CN" altLang="en-US"/>
            </a:p>
          </p:txBody>
        </p:sp>
      </p:grpSp>
      <p:sp>
        <p:nvSpPr>
          <p:cNvPr id="734213" name="Rectangle 5"/>
          <p:cNvSpPr>
            <a:spLocks noGrp="1" noChangeArrowheads="1"/>
          </p:cNvSpPr>
          <p:nvPr>
            <p:ph type="title"/>
          </p:nvPr>
        </p:nvSpPr>
        <p:spPr bwMode="auto">
          <a:xfrm>
            <a:off x="685800" y="609600"/>
            <a:ext cx="7772400" cy="1143000"/>
          </a:xfrm>
          <a:prstGeom prst="rect">
            <a:avLst/>
          </a:prstGeom>
          <a:noFill/>
          <a:ln>
            <a:noFill/>
          </a:ln>
          <a:effectLst/>
        </p:spPr>
        <p:txBody>
          <a:bodyPr vert="horz" wrap="square" lIns="92075" tIns="46038" rIns="92075" bIns="46038" numCol="1" anchor="ctr" anchorCtr="0" compatLnSpc="1"/>
          <a:lstStyle/>
          <a:p>
            <a:pPr lvl="0"/>
            <a:r>
              <a:rPr lang="zh-CN" altLang="en-US" noProof="1"/>
              <a:t>单击此处编辑母版标题样式</a:t>
            </a:r>
          </a:p>
        </p:txBody>
      </p:sp>
      <p:sp>
        <p:nvSpPr>
          <p:cNvPr id="734214" name="Rectangle 6"/>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2075" tIns="46038" rIns="92075" bIns="46038" numCol="1" anchor="ctr" anchorCtr="0" compatLnSpc="1"/>
          <a:lstStyle>
            <a:lvl1pPr algn="l" eaLnBrk="1" hangingPunct="1">
              <a:defRPr sz="1400" b="0">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34215" name="Rectangle 7"/>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2075" tIns="46038" rIns="92075" bIns="46038" numCol="1" anchor="ctr" anchorCtr="0" compatLnSpc="1"/>
          <a:lstStyle>
            <a:lvl1pPr algn="ctr" eaLnBrk="1" hangingPunct="1">
              <a:defRPr sz="1400" b="0">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34216" name="Rectangle 8"/>
          <p:cNvSpPr>
            <a:spLocks noGrp="1" noChangeArrowheads="1"/>
          </p:cNvSpPr>
          <p:nvPr>
            <p:ph type="sldNum" sz="quarter" idx="4"/>
          </p:nvPr>
        </p:nvSpPr>
        <p:spPr bwMode="auto">
          <a:xfrm>
            <a:off x="6553200" y="6248400"/>
            <a:ext cx="1905000" cy="457200"/>
          </a:xfrm>
          <a:prstGeom prst="rect">
            <a:avLst/>
          </a:prstGeom>
          <a:noFill/>
          <a:ln>
            <a:noFill/>
          </a:ln>
          <a:effectLst/>
        </p:spPr>
        <p:txBody>
          <a:bodyPr vert="horz" wrap="square" lIns="92075" tIns="46038" rIns="92075" bIns="46038" numCol="1" anchor="ctr" anchorCtr="0" compatLnSpc="1"/>
          <a:lstStyle>
            <a:lvl1pPr algn="r">
              <a:defRPr sz="1400" b="0">
                <a:solidFill>
                  <a:schemeClr val="tx1"/>
                </a:solidFill>
              </a:defRPr>
            </a:lvl1p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
        <p:nvSpPr>
          <p:cNvPr id="1031" name="Rectangle 9"/>
          <p:cNvSpPr>
            <a:spLocks noGrp="1"/>
          </p:cNvSpPr>
          <p:nvPr>
            <p:ph type="body"/>
          </p:nvPr>
        </p:nvSpPr>
        <p:spPr>
          <a:xfrm>
            <a:off x="685800" y="1981200"/>
            <a:ext cx="77724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502412" y="1189673"/>
            <a:ext cx="8139178" cy="331473"/>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502412" y="1578299"/>
            <a:ext cx="8139178" cy="4041680"/>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659807" y="5619625"/>
            <a:ext cx="2025000" cy="237600"/>
          </a:xfrm>
          <a:prstGeom prst="rect">
            <a:avLst/>
          </a:prstGeom>
        </p:spPr>
        <p:txBody>
          <a:bodyPr vert="horz" wrap="square" lIns="91440" tIns="45720" rIns="91440" bIns="45720" rtlCol="0" anchor="ctr">
            <a:normAutofit/>
          </a:bodyPr>
          <a:lstStyle>
            <a:lvl1pPr algn="l">
              <a:defRPr sz="675">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t>2024/4/21</a:t>
            </a:fld>
            <a:endParaRPr lang="zh-CN" altLang="en-US"/>
          </a:p>
        </p:txBody>
      </p:sp>
      <p:sp>
        <p:nvSpPr>
          <p:cNvPr id="5" name="页脚占位符 4"/>
          <p:cNvSpPr>
            <a:spLocks noGrp="1"/>
          </p:cNvSpPr>
          <p:nvPr>
            <p:ph type="ftr" sz="quarter" idx="3"/>
            <p:custDataLst>
              <p:tags r:id="rId23"/>
            </p:custDataLst>
          </p:nvPr>
        </p:nvSpPr>
        <p:spPr>
          <a:xfrm>
            <a:off x="3087000" y="5619625"/>
            <a:ext cx="2970000" cy="237600"/>
          </a:xfrm>
          <a:prstGeom prst="rect">
            <a:avLst/>
          </a:prstGeom>
        </p:spPr>
        <p:txBody>
          <a:bodyPr vert="horz" wrap="square" lIns="91440" tIns="45720" rIns="91440" bIns="45720" rtlCol="0" anchor="ctr">
            <a:normAutofit/>
          </a:bodyPr>
          <a:lstStyle>
            <a:lvl1pPr algn="ctr">
              <a:defRPr sz="675">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6457950" y="5619625"/>
            <a:ext cx="2025000" cy="237600"/>
          </a:xfrm>
          <a:prstGeom prst="rect">
            <a:avLst/>
          </a:prstGeom>
        </p:spPr>
        <p:txBody>
          <a:bodyPr vert="horz" wrap="square" lIns="91440" tIns="45720" rIns="91440" bIns="45720" rtlCol="0" anchor="ctr">
            <a:normAutofit/>
          </a:bodyPr>
          <a:lstStyle>
            <a:lvl1pPr algn="r">
              <a:defRPr sz="675">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5"/>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lt1"/>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514350" rtl="0" eaLnBrk="1" fontAlgn="auto" latinLnBrk="0" hangingPunct="1">
        <a:lnSpc>
          <a:spcPct val="100000"/>
        </a:lnSpc>
        <a:spcBef>
          <a:spcPct val="0"/>
        </a:spcBef>
        <a:buNone/>
        <a:defRPr sz="1350" b="1" u="none" strike="noStrike" kern="1200" cap="none" spc="200" normalizeH="0">
          <a:solidFill>
            <a:schemeClr val="tx1"/>
          </a:solidFill>
          <a:uFillTx/>
          <a:latin typeface="Arial" panose="020B0604020202020204" pitchFamily="34" charset="0"/>
          <a:ea typeface="微软雅黑" panose="020B0503020204020204" charset="-122"/>
          <a:cs typeface="+mj-cs"/>
        </a:defRPr>
      </a:lvl1pPr>
    </p:titleStyle>
    <p:bodyStyle>
      <a:lvl1pPr marL="128905" indent="-128270" algn="l" defTabSz="514350" rtl="0" eaLnBrk="1" fontAlgn="auto" latinLnBrk="0" hangingPunct="1">
        <a:lnSpc>
          <a:spcPct val="130000"/>
        </a:lnSpc>
        <a:spcBef>
          <a:spcPts val="0"/>
        </a:spcBef>
        <a:spcAft>
          <a:spcPts val="1000"/>
        </a:spcAft>
        <a:buFont typeface="Arial" panose="020B0604020202020204" pitchFamily="34" charset="0"/>
        <a:buChar char="•"/>
        <a:defRPr sz="9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386080" indent="-128270" algn="l" defTabSz="514350" rtl="0" eaLnBrk="1" fontAlgn="auto" latinLnBrk="0" hangingPunct="1">
        <a:lnSpc>
          <a:spcPct val="130000"/>
        </a:lnSpc>
        <a:spcBef>
          <a:spcPts val="0"/>
        </a:spcBef>
        <a:spcAft>
          <a:spcPts val="1000"/>
        </a:spcAft>
        <a:buFont typeface="Arial" panose="020B0604020202020204" pitchFamily="34" charset="0"/>
        <a:buChar char="•"/>
        <a:tabLst>
          <a:tab pos="905510" algn="l"/>
        </a:tabLst>
        <a:defRPr sz="9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643255" indent="-128270" algn="l" defTabSz="514350" rtl="0" eaLnBrk="1" fontAlgn="auto" latinLnBrk="0" hangingPunct="1">
        <a:lnSpc>
          <a:spcPct val="130000"/>
        </a:lnSpc>
        <a:spcBef>
          <a:spcPts val="0"/>
        </a:spcBef>
        <a:spcAft>
          <a:spcPts val="1000"/>
        </a:spcAft>
        <a:buFont typeface="Arial" panose="020B0604020202020204" pitchFamily="34" charset="0"/>
        <a:buChar char="•"/>
        <a:defRPr sz="9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900430" indent="-128270" algn="l" defTabSz="514350" rtl="0" eaLnBrk="1" fontAlgn="auto" latinLnBrk="0" hangingPunct="1">
        <a:lnSpc>
          <a:spcPct val="130000"/>
        </a:lnSpc>
        <a:spcBef>
          <a:spcPts val="0"/>
        </a:spcBef>
        <a:spcAft>
          <a:spcPts val="1000"/>
        </a:spcAft>
        <a:buFont typeface="Arial" panose="020B0604020202020204" pitchFamily="34" charset="0"/>
        <a:buChar char="•"/>
        <a:defRPr sz="9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1157605" indent="-128270" algn="l" defTabSz="514350" rtl="0" eaLnBrk="1" fontAlgn="auto" latinLnBrk="0" hangingPunct="1">
        <a:lnSpc>
          <a:spcPct val="130000"/>
        </a:lnSpc>
        <a:spcBef>
          <a:spcPts val="0"/>
        </a:spcBef>
        <a:spcAft>
          <a:spcPts val="1000"/>
        </a:spcAft>
        <a:buFont typeface="Arial" panose="020B0604020202020204" pitchFamily="34" charset="0"/>
        <a:buChar char="•"/>
        <a:defRPr sz="9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1414780"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6pPr>
      <a:lvl7pPr marL="1671955"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7pPr>
      <a:lvl8pPr marL="1929130"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8pPr>
      <a:lvl9pPr marL="2186305"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9pPr>
    </p:bodyStyle>
    <p:otherStyle>
      <a:defPPr>
        <a:defRPr lang="zh-CN"/>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 Id="rId5" Type="http://schemas.openxmlformats.org/officeDocument/2006/relationships/slideLayout" Target="../slideLayouts/slideLayout12.xml"/><Relationship Id="rId4" Type="http://schemas.openxmlformats.org/officeDocument/2006/relationships/tags" Target="../tags/tag144.xml"/></Relationships>
</file>

<file path=ppt/slides/_rels/slide2.xml.rels><?xml version="1.0" encoding="UTF-8" standalone="yes"?>
<Relationships xmlns="http://schemas.openxmlformats.org/package/2006/relationships"><Relationship Id="rId26" Type="http://schemas.openxmlformats.org/officeDocument/2006/relationships/tags" Target="../tags/tag170.xml"/><Relationship Id="rId21" Type="http://schemas.openxmlformats.org/officeDocument/2006/relationships/tags" Target="../tags/tag165.xml"/><Relationship Id="rId42" Type="http://schemas.openxmlformats.org/officeDocument/2006/relationships/tags" Target="../tags/tag186.xml"/><Relationship Id="rId47" Type="http://schemas.openxmlformats.org/officeDocument/2006/relationships/tags" Target="../tags/tag191.xml"/><Relationship Id="rId63" Type="http://schemas.openxmlformats.org/officeDocument/2006/relationships/tags" Target="../tags/tag207.xml"/><Relationship Id="rId68" Type="http://schemas.openxmlformats.org/officeDocument/2006/relationships/tags" Target="../tags/tag212.xml"/><Relationship Id="rId16" Type="http://schemas.openxmlformats.org/officeDocument/2006/relationships/tags" Target="../tags/tag160.xml"/><Relationship Id="rId11" Type="http://schemas.openxmlformats.org/officeDocument/2006/relationships/tags" Target="../tags/tag155.xml"/><Relationship Id="rId24" Type="http://schemas.openxmlformats.org/officeDocument/2006/relationships/tags" Target="../tags/tag168.xml"/><Relationship Id="rId32" Type="http://schemas.openxmlformats.org/officeDocument/2006/relationships/tags" Target="../tags/tag176.xml"/><Relationship Id="rId37" Type="http://schemas.openxmlformats.org/officeDocument/2006/relationships/tags" Target="../tags/tag181.xml"/><Relationship Id="rId40" Type="http://schemas.openxmlformats.org/officeDocument/2006/relationships/tags" Target="../tags/tag184.xml"/><Relationship Id="rId45" Type="http://schemas.openxmlformats.org/officeDocument/2006/relationships/tags" Target="../tags/tag189.xml"/><Relationship Id="rId53" Type="http://schemas.openxmlformats.org/officeDocument/2006/relationships/tags" Target="../tags/tag197.xml"/><Relationship Id="rId58" Type="http://schemas.openxmlformats.org/officeDocument/2006/relationships/tags" Target="../tags/tag202.xml"/><Relationship Id="rId66" Type="http://schemas.openxmlformats.org/officeDocument/2006/relationships/tags" Target="../tags/tag210.xml"/><Relationship Id="rId74" Type="http://schemas.openxmlformats.org/officeDocument/2006/relationships/tags" Target="../tags/tag218.xml"/><Relationship Id="rId79" Type="http://schemas.openxmlformats.org/officeDocument/2006/relationships/image" Target="../media/image3.png"/><Relationship Id="rId5" Type="http://schemas.openxmlformats.org/officeDocument/2006/relationships/tags" Target="../tags/tag149.xml"/><Relationship Id="rId61" Type="http://schemas.openxmlformats.org/officeDocument/2006/relationships/tags" Target="../tags/tag205.xml"/><Relationship Id="rId19" Type="http://schemas.openxmlformats.org/officeDocument/2006/relationships/tags" Target="../tags/tag163.xml"/><Relationship Id="rId14" Type="http://schemas.openxmlformats.org/officeDocument/2006/relationships/tags" Target="../tags/tag158.xml"/><Relationship Id="rId22" Type="http://schemas.openxmlformats.org/officeDocument/2006/relationships/tags" Target="../tags/tag166.xml"/><Relationship Id="rId27" Type="http://schemas.openxmlformats.org/officeDocument/2006/relationships/tags" Target="../tags/tag171.xml"/><Relationship Id="rId30" Type="http://schemas.openxmlformats.org/officeDocument/2006/relationships/tags" Target="../tags/tag174.xml"/><Relationship Id="rId35" Type="http://schemas.openxmlformats.org/officeDocument/2006/relationships/tags" Target="../tags/tag179.xml"/><Relationship Id="rId43" Type="http://schemas.openxmlformats.org/officeDocument/2006/relationships/tags" Target="../tags/tag187.xml"/><Relationship Id="rId48" Type="http://schemas.openxmlformats.org/officeDocument/2006/relationships/tags" Target="../tags/tag192.xml"/><Relationship Id="rId56" Type="http://schemas.openxmlformats.org/officeDocument/2006/relationships/tags" Target="../tags/tag200.xml"/><Relationship Id="rId64" Type="http://schemas.openxmlformats.org/officeDocument/2006/relationships/tags" Target="../tags/tag208.xml"/><Relationship Id="rId69" Type="http://schemas.openxmlformats.org/officeDocument/2006/relationships/tags" Target="../tags/tag213.xml"/><Relationship Id="rId77" Type="http://schemas.openxmlformats.org/officeDocument/2006/relationships/image" Target="../media/image2.png"/><Relationship Id="rId8" Type="http://schemas.openxmlformats.org/officeDocument/2006/relationships/tags" Target="../tags/tag152.xml"/><Relationship Id="rId51" Type="http://schemas.openxmlformats.org/officeDocument/2006/relationships/tags" Target="../tags/tag195.xml"/><Relationship Id="rId72" Type="http://schemas.openxmlformats.org/officeDocument/2006/relationships/tags" Target="../tags/tag216.xml"/><Relationship Id="rId80" Type="http://schemas.openxmlformats.org/officeDocument/2006/relationships/image" Target="file:///C:\Users\1V994W2\PycharmProjects\PPT_Background_Generation/pic_temp/1_pic_quater_right_up.png" TargetMode="External"/><Relationship Id="rId3" Type="http://schemas.openxmlformats.org/officeDocument/2006/relationships/tags" Target="../tags/tag147.xml"/><Relationship Id="rId12" Type="http://schemas.openxmlformats.org/officeDocument/2006/relationships/tags" Target="../tags/tag156.xml"/><Relationship Id="rId17" Type="http://schemas.openxmlformats.org/officeDocument/2006/relationships/tags" Target="../tags/tag161.xml"/><Relationship Id="rId25" Type="http://schemas.openxmlformats.org/officeDocument/2006/relationships/tags" Target="../tags/tag169.xml"/><Relationship Id="rId33" Type="http://schemas.openxmlformats.org/officeDocument/2006/relationships/tags" Target="../tags/tag177.xml"/><Relationship Id="rId38" Type="http://schemas.openxmlformats.org/officeDocument/2006/relationships/tags" Target="../tags/tag182.xml"/><Relationship Id="rId46" Type="http://schemas.openxmlformats.org/officeDocument/2006/relationships/tags" Target="../tags/tag190.xml"/><Relationship Id="rId59" Type="http://schemas.openxmlformats.org/officeDocument/2006/relationships/tags" Target="../tags/tag203.xml"/><Relationship Id="rId67" Type="http://schemas.openxmlformats.org/officeDocument/2006/relationships/tags" Target="../tags/tag211.xml"/><Relationship Id="rId20" Type="http://schemas.openxmlformats.org/officeDocument/2006/relationships/tags" Target="../tags/tag164.xml"/><Relationship Id="rId41" Type="http://schemas.openxmlformats.org/officeDocument/2006/relationships/tags" Target="../tags/tag185.xml"/><Relationship Id="rId54" Type="http://schemas.openxmlformats.org/officeDocument/2006/relationships/tags" Target="../tags/tag198.xml"/><Relationship Id="rId62" Type="http://schemas.openxmlformats.org/officeDocument/2006/relationships/tags" Target="../tags/tag206.xml"/><Relationship Id="rId70" Type="http://schemas.openxmlformats.org/officeDocument/2006/relationships/tags" Target="../tags/tag214.xml"/><Relationship Id="rId75" Type="http://schemas.openxmlformats.org/officeDocument/2006/relationships/slideLayout" Target="../slideLayouts/slideLayout18.xml"/><Relationship Id="rId1" Type="http://schemas.openxmlformats.org/officeDocument/2006/relationships/tags" Target="../tags/tag145.xml"/><Relationship Id="rId6" Type="http://schemas.openxmlformats.org/officeDocument/2006/relationships/tags" Target="../tags/tag150.xml"/><Relationship Id="rId15" Type="http://schemas.openxmlformats.org/officeDocument/2006/relationships/tags" Target="../tags/tag159.xml"/><Relationship Id="rId23" Type="http://schemas.openxmlformats.org/officeDocument/2006/relationships/tags" Target="../tags/tag167.xml"/><Relationship Id="rId28" Type="http://schemas.openxmlformats.org/officeDocument/2006/relationships/tags" Target="../tags/tag172.xml"/><Relationship Id="rId36" Type="http://schemas.openxmlformats.org/officeDocument/2006/relationships/tags" Target="../tags/tag180.xml"/><Relationship Id="rId49" Type="http://schemas.openxmlformats.org/officeDocument/2006/relationships/tags" Target="../tags/tag193.xml"/><Relationship Id="rId57" Type="http://schemas.openxmlformats.org/officeDocument/2006/relationships/tags" Target="../tags/tag201.xml"/><Relationship Id="rId10" Type="http://schemas.openxmlformats.org/officeDocument/2006/relationships/tags" Target="../tags/tag154.xml"/><Relationship Id="rId31" Type="http://schemas.openxmlformats.org/officeDocument/2006/relationships/tags" Target="../tags/tag175.xml"/><Relationship Id="rId44" Type="http://schemas.openxmlformats.org/officeDocument/2006/relationships/tags" Target="../tags/tag188.xml"/><Relationship Id="rId52" Type="http://schemas.openxmlformats.org/officeDocument/2006/relationships/tags" Target="../tags/tag196.xml"/><Relationship Id="rId60" Type="http://schemas.openxmlformats.org/officeDocument/2006/relationships/tags" Target="../tags/tag204.xml"/><Relationship Id="rId65" Type="http://schemas.openxmlformats.org/officeDocument/2006/relationships/tags" Target="../tags/tag209.xml"/><Relationship Id="rId73" Type="http://schemas.openxmlformats.org/officeDocument/2006/relationships/tags" Target="../tags/tag217.xml"/><Relationship Id="rId78" Type="http://schemas.openxmlformats.org/officeDocument/2006/relationships/image" Target="file:///C:\Users\1V994W2\PycharmProjects\PPT_Background_Generation/pic_temp/0_pic_quater_left_up.png" TargetMode="External"/><Relationship Id="rId4" Type="http://schemas.openxmlformats.org/officeDocument/2006/relationships/tags" Target="../tags/tag148.xml"/><Relationship Id="rId9" Type="http://schemas.openxmlformats.org/officeDocument/2006/relationships/tags" Target="../tags/tag153.xml"/><Relationship Id="rId13" Type="http://schemas.openxmlformats.org/officeDocument/2006/relationships/tags" Target="../tags/tag157.xml"/><Relationship Id="rId18" Type="http://schemas.openxmlformats.org/officeDocument/2006/relationships/tags" Target="../tags/tag162.xml"/><Relationship Id="rId39" Type="http://schemas.openxmlformats.org/officeDocument/2006/relationships/tags" Target="../tags/tag183.xml"/><Relationship Id="rId34" Type="http://schemas.openxmlformats.org/officeDocument/2006/relationships/tags" Target="../tags/tag178.xml"/><Relationship Id="rId50" Type="http://schemas.openxmlformats.org/officeDocument/2006/relationships/tags" Target="../tags/tag194.xml"/><Relationship Id="rId55" Type="http://schemas.openxmlformats.org/officeDocument/2006/relationships/tags" Target="../tags/tag199.xml"/><Relationship Id="rId76" Type="http://schemas.openxmlformats.org/officeDocument/2006/relationships/notesSlide" Target="../notesSlides/notesSlide1.xml"/><Relationship Id="rId7" Type="http://schemas.openxmlformats.org/officeDocument/2006/relationships/tags" Target="../tags/tag151.xml"/><Relationship Id="rId71" Type="http://schemas.openxmlformats.org/officeDocument/2006/relationships/tags" Target="../tags/tag215.xml"/><Relationship Id="rId2" Type="http://schemas.openxmlformats.org/officeDocument/2006/relationships/tags" Target="../tags/tag146.xml"/><Relationship Id="rId29" Type="http://schemas.openxmlformats.org/officeDocument/2006/relationships/tags" Target="../tags/tag173.xml"/></Relationships>
</file>

<file path=ppt/slides/_rels/slide3.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left_up.png" TargetMode="External"/><Relationship Id="rId3" Type="http://schemas.openxmlformats.org/officeDocument/2006/relationships/tags" Target="../tags/tag221.xml"/><Relationship Id="rId7" Type="http://schemas.openxmlformats.org/officeDocument/2006/relationships/image" Target="../media/image2.png"/><Relationship Id="rId2" Type="http://schemas.openxmlformats.org/officeDocument/2006/relationships/tags" Target="../tags/tag220.xml"/><Relationship Id="rId1" Type="http://schemas.openxmlformats.org/officeDocument/2006/relationships/tags" Target="../tags/tag219.xml"/><Relationship Id="rId6" Type="http://schemas.openxmlformats.org/officeDocument/2006/relationships/notesSlide" Target="../notesSlides/notesSlide2.xml"/><Relationship Id="rId5" Type="http://schemas.openxmlformats.org/officeDocument/2006/relationships/slideLayout" Target="../slideLayouts/slideLayout18.xml"/><Relationship Id="rId10" Type="http://schemas.openxmlformats.org/officeDocument/2006/relationships/image" Target="file:///C:\Users\1V994W2\PycharmProjects\PPT_Background_Generation/pic_temp/1_pic_quater_right_up.png" TargetMode="External"/><Relationship Id="rId4" Type="http://schemas.openxmlformats.org/officeDocument/2006/relationships/tags" Target="../tags/tag222.xm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left_up.png" TargetMode="External"/><Relationship Id="rId3" Type="http://schemas.openxmlformats.org/officeDocument/2006/relationships/tags" Target="../tags/tag225.xml"/><Relationship Id="rId7" Type="http://schemas.openxmlformats.org/officeDocument/2006/relationships/image" Target="../media/image2.png"/><Relationship Id="rId2" Type="http://schemas.openxmlformats.org/officeDocument/2006/relationships/tags" Target="../tags/tag224.xml"/><Relationship Id="rId1" Type="http://schemas.openxmlformats.org/officeDocument/2006/relationships/tags" Target="../tags/tag223.xml"/><Relationship Id="rId6" Type="http://schemas.openxmlformats.org/officeDocument/2006/relationships/notesSlide" Target="../notesSlides/notesSlide3.xml"/><Relationship Id="rId5" Type="http://schemas.openxmlformats.org/officeDocument/2006/relationships/slideLayout" Target="../slideLayouts/slideLayout18.xml"/><Relationship Id="rId10" Type="http://schemas.openxmlformats.org/officeDocument/2006/relationships/image" Target="file:///C:\Users\1V994W2\PycharmProjects\PPT_Background_Generation/pic_temp/1_pic_quater_right_up.png" TargetMode="External"/><Relationship Id="rId4" Type="http://schemas.openxmlformats.org/officeDocument/2006/relationships/tags" Target="../tags/tag226.xml"/><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229.xml"/><Relationship Id="rId7" Type="http://schemas.openxmlformats.org/officeDocument/2006/relationships/image" Target="file:///C:\Users\1V994W2\PycharmProjects\PPT_Background_Generation/pic_temp/0_pic_quater_left_up.png" TargetMode="External"/><Relationship Id="rId2" Type="http://schemas.openxmlformats.org/officeDocument/2006/relationships/tags" Target="../tags/tag228.xml"/><Relationship Id="rId1" Type="http://schemas.openxmlformats.org/officeDocument/2006/relationships/tags" Target="../tags/tag227.xml"/><Relationship Id="rId6" Type="http://schemas.openxmlformats.org/officeDocument/2006/relationships/image" Target="../media/image2.png"/><Relationship Id="rId5" Type="http://schemas.openxmlformats.org/officeDocument/2006/relationships/slideLayout" Target="../slideLayouts/slideLayout18.xml"/><Relationship Id="rId4" Type="http://schemas.openxmlformats.org/officeDocument/2006/relationships/tags" Target="../tags/tag230.xml"/><Relationship Id="rId9" Type="http://schemas.openxmlformats.org/officeDocument/2006/relationships/image" Target="file:///C:\Users\1V994W2\PycharmProjects\PPT_Background_Generation/pic_temp/1_pic_quater_right_up.png" TargetMode="External"/></Relationships>
</file>

<file path=ppt/slides/_rels/slide6.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left_up.png" TargetMode="External"/><Relationship Id="rId3" Type="http://schemas.openxmlformats.org/officeDocument/2006/relationships/tags" Target="../tags/tag233.xml"/><Relationship Id="rId7" Type="http://schemas.openxmlformats.org/officeDocument/2006/relationships/image" Target="../media/image2.png"/><Relationship Id="rId2" Type="http://schemas.openxmlformats.org/officeDocument/2006/relationships/tags" Target="../tags/tag232.xml"/><Relationship Id="rId1" Type="http://schemas.openxmlformats.org/officeDocument/2006/relationships/tags" Target="../tags/tag231.xml"/><Relationship Id="rId6" Type="http://schemas.openxmlformats.org/officeDocument/2006/relationships/notesSlide" Target="../notesSlides/notesSlide4.xml"/><Relationship Id="rId5" Type="http://schemas.openxmlformats.org/officeDocument/2006/relationships/slideLayout" Target="../slideLayouts/slideLayout18.xml"/><Relationship Id="rId10" Type="http://schemas.openxmlformats.org/officeDocument/2006/relationships/image" Target="file:///C:\Users\1V994W2\PycharmProjects\PPT_Background_Generation/pic_temp/1_pic_quater_right_up.png" TargetMode="External"/><Relationship Id="rId4" Type="http://schemas.openxmlformats.org/officeDocument/2006/relationships/tags" Target="../tags/tag234.xml"/><Relationship Id="rId9"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left_up.png" TargetMode="External"/><Relationship Id="rId3" Type="http://schemas.openxmlformats.org/officeDocument/2006/relationships/tags" Target="../tags/tag237.xml"/><Relationship Id="rId7" Type="http://schemas.openxmlformats.org/officeDocument/2006/relationships/image" Target="../media/image2.png"/><Relationship Id="rId2" Type="http://schemas.openxmlformats.org/officeDocument/2006/relationships/tags" Target="../tags/tag236.xml"/><Relationship Id="rId1" Type="http://schemas.openxmlformats.org/officeDocument/2006/relationships/tags" Target="../tags/tag235.xml"/><Relationship Id="rId6" Type="http://schemas.openxmlformats.org/officeDocument/2006/relationships/notesSlide" Target="../notesSlides/notesSlide5.xml"/><Relationship Id="rId5" Type="http://schemas.openxmlformats.org/officeDocument/2006/relationships/slideLayout" Target="../slideLayouts/slideLayout18.xml"/><Relationship Id="rId10" Type="http://schemas.openxmlformats.org/officeDocument/2006/relationships/image" Target="file:///C:\Users\1V994W2\PycharmProjects\PPT_Background_Generation/pic_temp/1_pic_quater_right_up.png" TargetMode="External"/><Relationship Id="rId4" Type="http://schemas.openxmlformats.org/officeDocument/2006/relationships/tags" Target="../tags/tag238.xml"/><Relationship Id="rId9"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left_up.png" TargetMode="External"/><Relationship Id="rId3" Type="http://schemas.openxmlformats.org/officeDocument/2006/relationships/tags" Target="../tags/tag241.xml"/><Relationship Id="rId7" Type="http://schemas.openxmlformats.org/officeDocument/2006/relationships/image" Target="../media/image2.png"/><Relationship Id="rId2" Type="http://schemas.openxmlformats.org/officeDocument/2006/relationships/tags" Target="../tags/tag240.xml"/><Relationship Id="rId1" Type="http://schemas.openxmlformats.org/officeDocument/2006/relationships/tags" Target="../tags/tag239.xml"/><Relationship Id="rId6" Type="http://schemas.openxmlformats.org/officeDocument/2006/relationships/notesSlide" Target="../notesSlides/notesSlide6.xml"/><Relationship Id="rId5" Type="http://schemas.openxmlformats.org/officeDocument/2006/relationships/slideLayout" Target="../slideLayouts/slideLayout18.xml"/><Relationship Id="rId10" Type="http://schemas.openxmlformats.org/officeDocument/2006/relationships/image" Target="file:///C:\Users\1V994W2\PycharmProjects\PPT_Background_Generation/pic_temp/1_pic_quater_right_up.png" TargetMode="External"/><Relationship Id="rId4" Type="http://schemas.openxmlformats.org/officeDocument/2006/relationships/tags" Target="../tags/tag242.xml"/><Relationship Id="rId9"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left_up.png" TargetMode="External"/><Relationship Id="rId3" Type="http://schemas.openxmlformats.org/officeDocument/2006/relationships/tags" Target="../tags/tag245.xml"/><Relationship Id="rId7" Type="http://schemas.openxmlformats.org/officeDocument/2006/relationships/image" Target="../media/image2.png"/><Relationship Id="rId2" Type="http://schemas.openxmlformats.org/officeDocument/2006/relationships/tags" Target="../tags/tag244.xml"/><Relationship Id="rId1" Type="http://schemas.openxmlformats.org/officeDocument/2006/relationships/tags" Target="../tags/tag243.xml"/><Relationship Id="rId6" Type="http://schemas.openxmlformats.org/officeDocument/2006/relationships/notesSlide" Target="../notesSlides/notesSlide7.xml"/><Relationship Id="rId5" Type="http://schemas.openxmlformats.org/officeDocument/2006/relationships/slideLayout" Target="../slideLayouts/slideLayout18.xml"/><Relationship Id="rId10" Type="http://schemas.openxmlformats.org/officeDocument/2006/relationships/image" Target="file:///C:\Users\1V994W2\PycharmProjects\PPT_Background_Generation/pic_temp/1_pic_quater_right_up.png" TargetMode="External"/><Relationship Id="rId4" Type="http://schemas.openxmlformats.org/officeDocument/2006/relationships/tags" Target="../tags/tag246.xml"/><Relationship Id="rId9"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left_up.png" TargetMode="External"/><Relationship Id="rId3" Type="http://schemas.openxmlformats.org/officeDocument/2006/relationships/tags" Target="../tags/tag249.xml"/><Relationship Id="rId7" Type="http://schemas.openxmlformats.org/officeDocument/2006/relationships/image" Target="../media/image2.png"/><Relationship Id="rId2" Type="http://schemas.openxmlformats.org/officeDocument/2006/relationships/tags" Target="../tags/tag248.xml"/><Relationship Id="rId1" Type="http://schemas.openxmlformats.org/officeDocument/2006/relationships/tags" Target="../tags/tag247.xml"/><Relationship Id="rId6" Type="http://schemas.openxmlformats.org/officeDocument/2006/relationships/slideLayout" Target="../slideLayouts/slideLayout18.xml"/><Relationship Id="rId5" Type="http://schemas.openxmlformats.org/officeDocument/2006/relationships/tags" Target="../tags/tag251.xml"/><Relationship Id="rId10" Type="http://schemas.openxmlformats.org/officeDocument/2006/relationships/image" Target="file:///C:\Users\1V994W2\PycharmProjects\PPT_Background_Generation/pic_temp/1_pic_quater_right_up.png" TargetMode="External"/><Relationship Id="rId4" Type="http://schemas.openxmlformats.org/officeDocument/2006/relationships/tags" Target="../tags/tag250.xml"/><Relationship Id="rId9"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left_up.png" TargetMode="External"/><Relationship Id="rId3" Type="http://schemas.openxmlformats.org/officeDocument/2006/relationships/tags" Target="../tags/tag254.xml"/><Relationship Id="rId7" Type="http://schemas.openxmlformats.org/officeDocument/2006/relationships/image" Target="../media/image2.png"/><Relationship Id="rId2" Type="http://schemas.openxmlformats.org/officeDocument/2006/relationships/tags" Target="../tags/tag253.xml"/><Relationship Id="rId1" Type="http://schemas.openxmlformats.org/officeDocument/2006/relationships/tags" Target="../tags/tag252.xml"/><Relationship Id="rId6" Type="http://schemas.openxmlformats.org/officeDocument/2006/relationships/slideLayout" Target="../slideLayouts/slideLayout18.xml"/><Relationship Id="rId5" Type="http://schemas.openxmlformats.org/officeDocument/2006/relationships/tags" Target="../tags/tag256.xml"/><Relationship Id="rId10" Type="http://schemas.openxmlformats.org/officeDocument/2006/relationships/image" Target="file:///C:\Users\1V994W2\PycharmProjects\PPT_Background_Generation/pic_temp/1_pic_quater_right_up.png" TargetMode="External"/><Relationship Id="rId4" Type="http://schemas.openxmlformats.org/officeDocument/2006/relationships/tags" Target="../tags/tag255.xml"/><Relationship Id="rId9"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left_up.png" TargetMode="External"/><Relationship Id="rId3" Type="http://schemas.openxmlformats.org/officeDocument/2006/relationships/tags" Target="../tags/tag259.xml"/><Relationship Id="rId7" Type="http://schemas.openxmlformats.org/officeDocument/2006/relationships/image" Target="../media/image2.png"/><Relationship Id="rId2" Type="http://schemas.openxmlformats.org/officeDocument/2006/relationships/tags" Target="../tags/tag258.xml"/><Relationship Id="rId1" Type="http://schemas.openxmlformats.org/officeDocument/2006/relationships/tags" Target="../tags/tag257.xml"/><Relationship Id="rId6" Type="http://schemas.openxmlformats.org/officeDocument/2006/relationships/slideLayout" Target="../slideLayouts/slideLayout18.xml"/><Relationship Id="rId5" Type="http://schemas.openxmlformats.org/officeDocument/2006/relationships/tags" Target="../tags/tag261.xml"/><Relationship Id="rId10" Type="http://schemas.openxmlformats.org/officeDocument/2006/relationships/image" Target="file:///C:\Users\1V994W2\PycharmProjects\PPT_Background_Generation/pic_temp/1_pic_quater_right_up.png" TargetMode="External"/><Relationship Id="rId4" Type="http://schemas.openxmlformats.org/officeDocument/2006/relationships/tags" Target="../tags/tag260.xml"/><Relationship Id="rId9"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264.xml"/><Relationship Id="rId7" Type="http://schemas.openxmlformats.org/officeDocument/2006/relationships/notesSlide" Target="../notesSlides/notesSlide8.xml"/><Relationship Id="rId2" Type="http://schemas.openxmlformats.org/officeDocument/2006/relationships/tags" Target="../tags/tag263.xml"/><Relationship Id="rId1" Type="http://schemas.openxmlformats.org/officeDocument/2006/relationships/tags" Target="../tags/tag262.xml"/><Relationship Id="rId6" Type="http://schemas.openxmlformats.org/officeDocument/2006/relationships/slideLayout" Target="../slideLayouts/slideLayout18.xml"/><Relationship Id="rId11" Type="http://schemas.openxmlformats.org/officeDocument/2006/relationships/image" Target="file:///C:\Users\1V994W2\PycharmProjects\PPT_Background_Generation/pic_temp/1_pic_quater_right_up.png" TargetMode="External"/><Relationship Id="rId5" Type="http://schemas.openxmlformats.org/officeDocument/2006/relationships/tags" Target="../tags/tag266.xml"/><Relationship Id="rId10" Type="http://schemas.openxmlformats.org/officeDocument/2006/relationships/image" Target="../media/image3.png"/><Relationship Id="rId4" Type="http://schemas.openxmlformats.org/officeDocument/2006/relationships/tags" Target="../tags/tag265.xml"/><Relationship Id="rId9" Type="http://schemas.openxmlformats.org/officeDocument/2006/relationships/image" Target="file:///C:\Users\1V994W2\PycharmProjects\PPT_Background_Generation/pic_temp/0_pic_quater_left_up.png"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269.xml"/><Relationship Id="rId7" Type="http://schemas.openxmlformats.org/officeDocument/2006/relationships/notesSlide" Target="../notesSlides/notesSlide9.xml"/><Relationship Id="rId2" Type="http://schemas.openxmlformats.org/officeDocument/2006/relationships/tags" Target="../tags/tag268.xml"/><Relationship Id="rId1" Type="http://schemas.openxmlformats.org/officeDocument/2006/relationships/tags" Target="../tags/tag267.xml"/><Relationship Id="rId6" Type="http://schemas.openxmlformats.org/officeDocument/2006/relationships/slideLayout" Target="../slideLayouts/slideLayout18.xml"/><Relationship Id="rId11" Type="http://schemas.openxmlformats.org/officeDocument/2006/relationships/image" Target="file:///C:\Users\1V994W2\PycharmProjects\PPT_Background_Generation/pic_temp/1_pic_quater_right_up.png" TargetMode="External"/><Relationship Id="rId5" Type="http://schemas.openxmlformats.org/officeDocument/2006/relationships/tags" Target="../tags/tag271.xml"/><Relationship Id="rId10" Type="http://schemas.openxmlformats.org/officeDocument/2006/relationships/image" Target="../media/image3.png"/><Relationship Id="rId4" Type="http://schemas.openxmlformats.org/officeDocument/2006/relationships/tags" Target="../tags/tag270.xml"/><Relationship Id="rId9" Type="http://schemas.openxmlformats.org/officeDocument/2006/relationships/image" Target="file:///C:\Users\1V994W2\PycharmProjects\PPT_Background_Generation/pic_temp/0_pic_quater_left_up.png"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png"/><Relationship Id="rId3" Type="http://schemas.openxmlformats.org/officeDocument/2006/relationships/tags" Target="../tags/tag274.xml"/><Relationship Id="rId7" Type="http://schemas.openxmlformats.org/officeDocument/2006/relationships/notesSlide" Target="../notesSlides/notesSlide10.xml"/><Relationship Id="rId12" Type="http://schemas.openxmlformats.org/officeDocument/2006/relationships/image" Target="../media/image7.png"/><Relationship Id="rId2" Type="http://schemas.openxmlformats.org/officeDocument/2006/relationships/tags" Target="../tags/tag273.xml"/><Relationship Id="rId1" Type="http://schemas.openxmlformats.org/officeDocument/2006/relationships/tags" Target="../tags/tag272.xml"/><Relationship Id="rId6" Type="http://schemas.openxmlformats.org/officeDocument/2006/relationships/slideLayout" Target="../slideLayouts/slideLayout18.xml"/><Relationship Id="rId11" Type="http://schemas.openxmlformats.org/officeDocument/2006/relationships/image" Target="file:///C:\Users\1V994W2\PycharmProjects\PPT_Background_Generation/pic_temp/1_pic_quater_right_up.png" TargetMode="External"/><Relationship Id="rId5" Type="http://schemas.openxmlformats.org/officeDocument/2006/relationships/tags" Target="../tags/tag276.xml"/><Relationship Id="rId10" Type="http://schemas.openxmlformats.org/officeDocument/2006/relationships/image" Target="../media/image3.png"/><Relationship Id="rId4" Type="http://schemas.openxmlformats.org/officeDocument/2006/relationships/tags" Target="../tags/tag275.xml"/><Relationship Id="rId9" Type="http://schemas.openxmlformats.org/officeDocument/2006/relationships/image" Target="file:///C:\Users\1V994W2\PycharmProjects\PPT_Background_Generation/pic_temp/0_pic_quater_left_up.png"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left_up.png" TargetMode="External"/><Relationship Id="rId3" Type="http://schemas.openxmlformats.org/officeDocument/2006/relationships/tags" Target="../tags/tag279.xml"/><Relationship Id="rId7" Type="http://schemas.openxmlformats.org/officeDocument/2006/relationships/image" Target="../media/image2.png"/><Relationship Id="rId2" Type="http://schemas.openxmlformats.org/officeDocument/2006/relationships/tags" Target="../tags/tag278.xml"/><Relationship Id="rId1" Type="http://schemas.openxmlformats.org/officeDocument/2006/relationships/tags" Target="../tags/tag277.xml"/><Relationship Id="rId6" Type="http://schemas.openxmlformats.org/officeDocument/2006/relationships/slideLayout" Target="../slideLayouts/slideLayout18.xml"/><Relationship Id="rId5" Type="http://schemas.openxmlformats.org/officeDocument/2006/relationships/tags" Target="../tags/tag281.xml"/><Relationship Id="rId10" Type="http://schemas.openxmlformats.org/officeDocument/2006/relationships/image" Target="file:///C:\Users\1V994W2\PycharmProjects\PPT_Background_Generation/pic_temp/1_pic_quater_right_up.png" TargetMode="External"/><Relationship Id="rId4" Type="http://schemas.openxmlformats.org/officeDocument/2006/relationships/tags" Target="../tags/tag280.xml"/><Relationship Id="rId9"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left_up.png" TargetMode="External"/><Relationship Id="rId3" Type="http://schemas.openxmlformats.org/officeDocument/2006/relationships/tags" Target="../tags/tag284.xml"/><Relationship Id="rId7" Type="http://schemas.openxmlformats.org/officeDocument/2006/relationships/image" Target="../media/image2.png"/><Relationship Id="rId2" Type="http://schemas.openxmlformats.org/officeDocument/2006/relationships/tags" Target="../tags/tag283.xml"/><Relationship Id="rId1" Type="http://schemas.openxmlformats.org/officeDocument/2006/relationships/tags" Target="../tags/tag282.xml"/><Relationship Id="rId6" Type="http://schemas.openxmlformats.org/officeDocument/2006/relationships/notesSlide" Target="../notesSlides/notesSlide11.xml"/><Relationship Id="rId5" Type="http://schemas.openxmlformats.org/officeDocument/2006/relationships/slideLayout" Target="../slideLayouts/slideLayout18.xml"/><Relationship Id="rId10" Type="http://schemas.openxmlformats.org/officeDocument/2006/relationships/image" Target="file:///C:\Users\1V994W2\PycharmProjects\PPT_Background_Generation/pic_temp/1_pic_quater_right_up.png" TargetMode="External"/><Relationship Id="rId4" Type="http://schemas.openxmlformats.org/officeDocument/2006/relationships/tags" Target="../tags/tag285.xml"/><Relationship Id="rId9" Type="http://schemas.openxmlformats.org/officeDocument/2006/relationships/image" Target="../media/image3.png"/></Relationships>
</file>

<file path=ppt/slides/_rels/slide1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288.xml"/><Relationship Id="rId7" Type="http://schemas.openxmlformats.org/officeDocument/2006/relationships/image" Target="file:///C:\Users\1V994W2\PycharmProjects\PPT_Background_Generation/pic_temp/0_pic_quater_left_up.png" TargetMode="External"/><Relationship Id="rId2" Type="http://schemas.openxmlformats.org/officeDocument/2006/relationships/tags" Target="../tags/tag287.xml"/><Relationship Id="rId1" Type="http://schemas.openxmlformats.org/officeDocument/2006/relationships/tags" Target="../tags/tag286.xml"/><Relationship Id="rId6" Type="http://schemas.openxmlformats.org/officeDocument/2006/relationships/image" Target="../media/image2.png"/><Relationship Id="rId5" Type="http://schemas.openxmlformats.org/officeDocument/2006/relationships/slideLayout" Target="../slideLayouts/slideLayout18.xml"/><Relationship Id="rId4" Type="http://schemas.openxmlformats.org/officeDocument/2006/relationships/tags" Target="../tags/tag289.xml"/><Relationship Id="rId9" Type="http://schemas.openxmlformats.org/officeDocument/2006/relationships/image" Target="file:///C:\Users\1V994W2\PycharmProjects\PPT_Background_Generation/pic_temp/1_pic_quater_right_up.png" TargetMode="External"/></Relationships>
</file>

<file path=ppt/slides/_rels/slide19.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left_up.png" TargetMode="External"/><Relationship Id="rId3" Type="http://schemas.openxmlformats.org/officeDocument/2006/relationships/tags" Target="../tags/tag292.xml"/><Relationship Id="rId7" Type="http://schemas.openxmlformats.org/officeDocument/2006/relationships/image" Target="../media/image2.png"/><Relationship Id="rId2" Type="http://schemas.openxmlformats.org/officeDocument/2006/relationships/tags" Target="../tags/tag291.xml"/><Relationship Id="rId1" Type="http://schemas.openxmlformats.org/officeDocument/2006/relationships/tags" Target="../tags/tag290.xml"/><Relationship Id="rId6" Type="http://schemas.openxmlformats.org/officeDocument/2006/relationships/notesSlide" Target="../notesSlides/notesSlide12.xml"/><Relationship Id="rId5" Type="http://schemas.openxmlformats.org/officeDocument/2006/relationships/slideLayout" Target="../slideLayouts/slideLayout18.xml"/><Relationship Id="rId10" Type="http://schemas.openxmlformats.org/officeDocument/2006/relationships/image" Target="file:///C:\Users\1V994W2\PycharmProjects\PPT_Background_Generation/pic_temp/1_pic_quater_right_up.png" TargetMode="External"/><Relationship Id="rId4" Type="http://schemas.openxmlformats.org/officeDocument/2006/relationships/tags" Target="../tags/tag293.xml"/><Relationship Id="rId9" Type="http://schemas.openxmlformats.org/officeDocument/2006/relationships/image" Target="../media/image3.png"/></Relationships>
</file>

<file path=ppt/slides/_rels/slide2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296.xml"/><Relationship Id="rId7" Type="http://schemas.openxmlformats.org/officeDocument/2006/relationships/notesSlide" Target="../notesSlides/notesSlide13.xml"/><Relationship Id="rId2" Type="http://schemas.openxmlformats.org/officeDocument/2006/relationships/tags" Target="../tags/tag295.xml"/><Relationship Id="rId1" Type="http://schemas.openxmlformats.org/officeDocument/2006/relationships/tags" Target="../tags/tag294.xml"/><Relationship Id="rId6" Type="http://schemas.openxmlformats.org/officeDocument/2006/relationships/slideLayout" Target="../slideLayouts/slideLayout18.xml"/><Relationship Id="rId11" Type="http://schemas.openxmlformats.org/officeDocument/2006/relationships/image" Target="file:///C:\Users\1V994W2\PycharmProjects\PPT_Background_Generation/pic_temp/1_pic_quater_right_up.png" TargetMode="External"/><Relationship Id="rId5" Type="http://schemas.openxmlformats.org/officeDocument/2006/relationships/tags" Target="../tags/tag298.xml"/><Relationship Id="rId10" Type="http://schemas.openxmlformats.org/officeDocument/2006/relationships/image" Target="../media/image3.png"/><Relationship Id="rId4" Type="http://schemas.openxmlformats.org/officeDocument/2006/relationships/tags" Target="../tags/tag297.xml"/><Relationship Id="rId9" Type="http://schemas.openxmlformats.org/officeDocument/2006/relationships/image" Target="file:///C:\Users\1V994W2\PycharmProjects\PPT_Background_Generation/pic_temp/0_pic_quater_left_up.png" TargetMode="External"/></Relationships>
</file>

<file path=ppt/slides/_rels/slide21.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left_up.png" TargetMode="External"/><Relationship Id="rId3" Type="http://schemas.openxmlformats.org/officeDocument/2006/relationships/tags" Target="../tags/tag301.xml"/><Relationship Id="rId7" Type="http://schemas.openxmlformats.org/officeDocument/2006/relationships/image" Target="../media/image2.png"/><Relationship Id="rId2" Type="http://schemas.openxmlformats.org/officeDocument/2006/relationships/tags" Target="../tags/tag300.xml"/><Relationship Id="rId1" Type="http://schemas.openxmlformats.org/officeDocument/2006/relationships/tags" Target="../tags/tag299.xml"/><Relationship Id="rId6" Type="http://schemas.openxmlformats.org/officeDocument/2006/relationships/slideLayout" Target="../slideLayouts/slideLayout18.xml"/><Relationship Id="rId5" Type="http://schemas.openxmlformats.org/officeDocument/2006/relationships/tags" Target="../tags/tag303.xml"/><Relationship Id="rId10" Type="http://schemas.openxmlformats.org/officeDocument/2006/relationships/image" Target="file:///C:\Users\1V994W2\PycharmProjects\PPT_Background_Generation/pic_temp/1_pic_quater_right_up.png" TargetMode="External"/><Relationship Id="rId4" Type="http://schemas.openxmlformats.org/officeDocument/2006/relationships/tags" Target="../tags/tag302.xml"/><Relationship Id="rId9" Type="http://schemas.openxmlformats.org/officeDocument/2006/relationships/image" Target="../media/image3.png"/></Relationships>
</file>

<file path=ppt/slides/_rels/slide22.xml.rels><?xml version="1.0" encoding="UTF-8" standalone="yes"?>
<Relationships xmlns="http://schemas.openxmlformats.org/package/2006/relationships"><Relationship Id="rId8" Type="http://schemas.openxmlformats.org/officeDocument/2006/relationships/tags" Target="../tags/tag311.xml"/><Relationship Id="rId13" Type="http://schemas.openxmlformats.org/officeDocument/2006/relationships/tags" Target="../tags/tag316.xml"/><Relationship Id="rId18" Type="http://schemas.openxmlformats.org/officeDocument/2006/relationships/image" Target="file:///C:\Users\1V994W2\PycharmProjects\PPT_Background_Generation/pic_temp/1_pic_quater_right_up.png" TargetMode="External"/><Relationship Id="rId3" Type="http://schemas.openxmlformats.org/officeDocument/2006/relationships/tags" Target="../tags/tag306.xml"/><Relationship Id="rId7" Type="http://schemas.openxmlformats.org/officeDocument/2006/relationships/tags" Target="../tags/tag310.xml"/><Relationship Id="rId12" Type="http://schemas.openxmlformats.org/officeDocument/2006/relationships/tags" Target="../tags/tag315.xml"/><Relationship Id="rId17" Type="http://schemas.openxmlformats.org/officeDocument/2006/relationships/image" Target="../media/image3.png"/><Relationship Id="rId2" Type="http://schemas.openxmlformats.org/officeDocument/2006/relationships/tags" Target="../tags/tag305.xml"/><Relationship Id="rId16" Type="http://schemas.openxmlformats.org/officeDocument/2006/relationships/image" Target="file:///C:\Users\1V994W2\PycharmProjects\PPT_Background_Generation/pic_temp/0_pic_quater_left_up.png" TargetMode="External"/><Relationship Id="rId1" Type="http://schemas.openxmlformats.org/officeDocument/2006/relationships/tags" Target="../tags/tag304.xml"/><Relationship Id="rId6" Type="http://schemas.openxmlformats.org/officeDocument/2006/relationships/tags" Target="../tags/tag309.xml"/><Relationship Id="rId11" Type="http://schemas.openxmlformats.org/officeDocument/2006/relationships/tags" Target="../tags/tag314.xml"/><Relationship Id="rId5" Type="http://schemas.openxmlformats.org/officeDocument/2006/relationships/tags" Target="../tags/tag308.xml"/><Relationship Id="rId15" Type="http://schemas.openxmlformats.org/officeDocument/2006/relationships/image" Target="../media/image2.png"/><Relationship Id="rId10" Type="http://schemas.openxmlformats.org/officeDocument/2006/relationships/tags" Target="../tags/tag313.xml"/><Relationship Id="rId4" Type="http://schemas.openxmlformats.org/officeDocument/2006/relationships/tags" Target="../tags/tag307.xml"/><Relationship Id="rId9" Type="http://schemas.openxmlformats.org/officeDocument/2006/relationships/tags" Target="../tags/tag312.xml"/><Relationship Id="rId14"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8" Type="http://schemas.openxmlformats.org/officeDocument/2006/relationships/tags" Target="../tags/tag324.xml"/><Relationship Id="rId13" Type="http://schemas.openxmlformats.org/officeDocument/2006/relationships/tags" Target="../tags/tag329.xml"/><Relationship Id="rId18" Type="http://schemas.openxmlformats.org/officeDocument/2006/relationships/image" Target="../media/image3.png"/><Relationship Id="rId3" Type="http://schemas.openxmlformats.org/officeDocument/2006/relationships/tags" Target="../tags/tag319.xml"/><Relationship Id="rId7" Type="http://schemas.openxmlformats.org/officeDocument/2006/relationships/tags" Target="../tags/tag323.xml"/><Relationship Id="rId12" Type="http://schemas.openxmlformats.org/officeDocument/2006/relationships/tags" Target="../tags/tag328.xml"/><Relationship Id="rId17" Type="http://schemas.openxmlformats.org/officeDocument/2006/relationships/image" Target="file:///C:\Users\1V994W2\PycharmProjects\PPT_Background_Generation/pic_temp/0_pic_quater_left_up.png" TargetMode="External"/><Relationship Id="rId2" Type="http://schemas.openxmlformats.org/officeDocument/2006/relationships/tags" Target="../tags/tag318.xml"/><Relationship Id="rId16" Type="http://schemas.openxmlformats.org/officeDocument/2006/relationships/image" Target="../media/image2.png"/><Relationship Id="rId1" Type="http://schemas.openxmlformats.org/officeDocument/2006/relationships/tags" Target="../tags/tag317.xml"/><Relationship Id="rId6" Type="http://schemas.openxmlformats.org/officeDocument/2006/relationships/tags" Target="../tags/tag322.xml"/><Relationship Id="rId11" Type="http://schemas.openxmlformats.org/officeDocument/2006/relationships/tags" Target="../tags/tag327.xml"/><Relationship Id="rId5" Type="http://schemas.openxmlformats.org/officeDocument/2006/relationships/tags" Target="../tags/tag321.xml"/><Relationship Id="rId15" Type="http://schemas.openxmlformats.org/officeDocument/2006/relationships/slideLayout" Target="../slideLayouts/slideLayout18.xml"/><Relationship Id="rId10" Type="http://schemas.openxmlformats.org/officeDocument/2006/relationships/tags" Target="../tags/tag326.xml"/><Relationship Id="rId19" Type="http://schemas.openxmlformats.org/officeDocument/2006/relationships/image" Target="file:///C:\Users\1V994W2\PycharmProjects\PPT_Background_Generation/pic_temp/1_pic_quater_right_up.png" TargetMode="External"/><Relationship Id="rId4" Type="http://schemas.openxmlformats.org/officeDocument/2006/relationships/tags" Target="../tags/tag320.xml"/><Relationship Id="rId9" Type="http://schemas.openxmlformats.org/officeDocument/2006/relationships/tags" Target="../tags/tag325.xml"/><Relationship Id="rId14" Type="http://schemas.openxmlformats.org/officeDocument/2006/relationships/tags" Target="../tags/tag330.xml"/></Relationships>
</file>

<file path=ppt/slides/_rels/slide2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333.xml"/><Relationship Id="rId7" Type="http://schemas.openxmlformats.org/officeDocument/2006/relationships/slideLayout" Target="../slideLayouts/slideLayout18.xml"/><Relationship Id="rId2" Type="http://schemas.openxmlformats.org/officeDocument/2006/relationships/tags" Target="../tags/tag332.xml"/><Relationship Id="rId1" Type="http://schemas.openxmlformats.org/officeDocument/2006/relationships/tags" Target="../tags/tag331.xml"/><Relationship Id="rId6" Type="http://schemas.openxmlformats.org/officeDocument/2006/relationships/tags" Target="../tags/tag336.xml"/><Relationship Id="rId11" Type="http://schemas.openxmlformats.org/officeDocument/2006/relationships/image" Target="file:///C:\Users\1V994W2\PycharmProjects\PPT_Background_Generation/pic_temp/1_pic_quater_right_up.png" TargetMode="External"/><Relationship Id="rId5" Type="http://schemas.openxmlformats.org/officeDocument/2006/relationships/tags" Target="../tags/tag335.xml"/><Relationship Id="rId10" Type="http://schemas.openxmlformats.org/officeDocument/2006/relationships/image" Target="../media/image3.png"/><Relationship Id="rId4" Type="http://schemas.openxmlformats.org/officeDocument/2006/relationships/tags" Target="../tags/tag334.xml"/><Relationship Id="rId9" Type="http://schemas.openxmlformats.org/officeDocument/2006/relationships/image" Target="file:///C:\Users\1V994W2\PycharmProjects\PPT_Background_Generation/pic_temp/0_pic_quater_left_up.png" TargetMode="External"/></Relationships>
</file>

<file path=ppt/slides/_rels/slide25.xml.rels><?xml version="1.0" encoding="UTF-8" standalone="yes"?>
<Relationships xmlns="http://schemas.openxmlformats.org/package/2006/relationships"><Relationship Id="rId8" Type="http://schemas.openxmlformats.org/officeDocument/2006/relationships/tags" Target="../tags/tag344.xml"/><Relationship Id="rId13" Type="http://schemas.openxmlformats.org/officeDocument/2006/relationships/tags" Target="../tags/tag349.xml"/><Relationship Id="rId18" Type="http://schemas.openxmlformats.org/officeDocument/2006/relationships/tags" Target="../tags/tag354.xml"/><Relationship Id="rId26" Type="http://schemas.openxmlformats.org/officeDocument/2006/relationships/image" Target="../media/image2.png"/><Relationship Id="rId3" Type="http://schemas.openxmlformats.org/officeDocument/2006/relationships/tags" Target="../tags/tag339.xml"/><Relationship Id="rId21" Type="http://schemas.openxmlformats.org/officeDocument/2006/relationships/tags" Target="../tags/tag357.xml"/><Relationship Id="rId7" Type="http://schemas.openxmlformats.org/officeDocument/2006/relationships/tags" Target="../tags/tag343.xml"/><Relationship Id="rId12" Type="http://schemas.openxmlformats.org/officeDocument/2006/relationships/tags" Target="../tags/tag348.xml"/><Relationship Id="rId17" Type="http://schemas.openxmlformats.org/officeDocument/2006/relationships/tags" Target="../tags/tag353.xml"/><Relationship Id="rId25" Type="http://schemas.openxmlformats.org/officeDocument/2006/relationships/notesSlide" Target="../notesSlides/notesSlide14.xml"/><Relationship Id="rId2" Type="http://schemas.openxmlformats.org/officeDocument/2006/relationships/tags" Target="../tags/tag338.xml"/><Relationship Id="rId16" Type="http://schemas.openxmlformats.org/officeDocument/2006/relationships/tags" Target="../tags/tag352.xml"/><Relationship Id="rId20" Type="http://schemas.openxmlformats.org/officeDocument/2006/relationships/tags" Target="../tags/tag356.xml"/><Relationship Id="rId29" Type="http://schemas.openxmlformats.org/officeDocument/2006/relationships/image" Target="file:///C:\Users\1V994W2\PycharmProjects\PPT_Background_Generation/pic_temp/1_pic_quater_right_up.png" TargetMode="External"/><Relationship Id="rId1" Type="http://schemas.openxmlformats.org/officeDocument/2006/relationships/tags" Target="../tags/tag337.xml"/><Relationship Id="rId6" Type="http://schemas.openxmlformats.org/officeDocument/2006/relationships/tags" Target="../tags/tag342.xml"/><Relationship Id="rId11" Type="http://schemas.openxmlformats.org/officeDocument/2006/relationships/tags" Target="../tags/tag347.xml"/><Relationship Id="rId24" Type="http://schemas.openxmlformats.org/officeDocument/2006/relationships/slideLayout" Target="../slideLayouts/slideLayout18.xml"/><Relationship Id="rId5" Type="http://schemas.openxmlformats.org/officeDocument/2006/relationships/tags" Target="../tags/tag341.xml"/><Relationship Id="rId15" Type="http://schemas.openxmlformats.org/officeDocument/2006/relationships/tags" Target="../tags/tag351.xml"/><Relationship Id="rId23" Type="http://schemas.openxmlformats.org/officeDocument/2006/relationships/tags" Target="../tags/tag359.xml"/><Relationship Id="rId28" Type="http://schemas.openxmlformats.org/officeDocument/2006/relationships/image" Target="../media/image3.png"/><Relationship Id="rId10" Type="http://schemas.openxmlformats.org/officeDocument/2006/relationships/tags" Target="../tags/tag346.xml"/><Relationship Id="rId19" Type="http://schemas.openxmlformats.org/officeDocument/2006/relationships/tags" Target="../tags/tag355.xml"/><Relationship Id="rId4" Type="http://schemas.openxmlformats.org/officeDocument/2006/relationships/tags" Target="../tags/tag340.xml"/><Relationship Id="rId9" Type="http://schemas.openxmlformats.org/officeDocument/2006/relationships/tags" Target="../tags/tag345.xml"/><Relationship Id="rId14" Type="http://schemas.openxmlformats.org/officeDocument/2006/relationships/tags" Target="../tags/tag350.xml"/><Relationship Id="rId22" Type="http://schemas.openxmlformats.org/officeDocument/2006/relationships/tags" Target="../tags/tag358.xml"/><Relationship Id="rId27" Type="http://schemas.openxmlformats.org/officeDocument/2006/relationships/image" Target="file:///C:\Users\1V994W2\PycharmProjects\PPT_Background_Generation/pic_temp/0_pic_quater_left_up.png" TargetMode="External"/></Relationships>
</file>

<file path=ppt/slides/_rels/slide26.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left_up.png" TargetMode="External"/><Relationship Id="rId3" Type="http://schemas.openxmlformats.org/officeDocument/2006/relationships/tags" Target="../tags/tag362.xml"/><Relationship Id="rId7" Type="http://schemas.openxmlformats.org/officeDocument/2006/relationships/image" Target="../media/image2.png"/><Relationship Id="rId2" Type="http://schemas.openxmlformats.org/officeDocument/2006/relationships/tags" Target="../tags/tag361.xml"/><Relationship Id="rId1" Type="http://schemas.openxmlformats.org/officeDocument/2006/relationships/tags" Target="../tags/tag360.xml"/><Relationship Id="rId6" Type="http://schemas.openxmlformats.org/officeDocument/2006/relationships/notesSlide" Target="../notesSlides/notesSlide15.xml"/><Relationship Id="rId5" Type="http://schemas.openxmlformats.org/officeDocument/2006/relationships/slideLayout" Target="../slideLayouts/slideLayout18.xml"/><Relationship Id="rId10" Type="http://schemas.openxmlformats.org/officeDocument/2006/relationships/image" Target="file:///C:\Users\1V994W2\PycharmProjects\PPT_Background_Generation/pic_temp/1_pic_quater_right_up.png" TargetMode="External"/><Relationship Id="rId4" Type="http://schemas.openxmlformats.org/officeDocument/2006/relationships/tags" Target="../tags/tag363.xml"/><Relationship Id="rId9" Type="http://schemas.openxmlformats.org/officeDocument/2006/relationships/image" Target="../media/image3.png"/></Relationships>
</file>

<file path=ppt/slides/_rels/slide27.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left_up.png" TargetMode="External"/><Relationship Id="rId3" Type="http://schemas.openxmlformats.org/officeDocument/2006/relationships/tags" Target="../tags/tag366.xml"/><Relationship Id="rId7" Type="http://schemas.openxmlformats.org/officeDocument/2006/relationships/image" Target="../media/image2.png"/><Relationship Id="rId2" Type="http://schemas.openxmlformats.org/officeDocument/2006/relationships/tags" Target="../tags/tag365.xml"/><Relationship Id="rId1" Type="http://schemas.openxmlformats.org/officeDocument/2006/relationships/tags" Target="../tags/tag364.xml"/><Relationship Id="rId6" Type="http://schemas.openxmlformats.org/officeDocument/2006/relationships/slideLayout" Target="../slideLayouts/slideLayout18.xml"/><Relationship Id="rId5" Type="http://schemas.openxmlformats.org/officeDocument/2006/relationships/tags" Target="../tags/tag368.xml"/><Relationship Id="rId10" Type="http://schemas.openxmlformats.org/officeDocument/2006/relationships/image" Target="file:///C:\Users\1V994W2\PycharmProjects\PPT_Background_Generation/pic_temp/1_pic_quater_right_up.png" TargetMode="External"/><Relationship Id="rId4" Type="http://schemas.openxmlformats.org/officeDocument/2006/relationships/tags" Target="../tags/tag367.xml"/><Relationship Id="rId9" Type="http://schemas.openxmlformats.org/officeDocument/2006/relationships/image" Target="../media/image3.png"/></Relationships>
</file>

<file path=ppt/slides/_rels/slide28.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left_up.png" TargetMode="External"/><Relationship Id="rId3" Type="http://schemas.openxmlformats.org/officeDocument/2006/relationships/tags" Target="../tags/tag371.xml"/><Relationship Id="rId7" Type="http://schemas.openxmlformats.org/officeDocument/2006/relationships/image" Target="../media/image2.png"/><Relationship Id="rId2" Type="http://schemas.openxmlformats.org/officeDocument/2006/relationships/tags" Target="../tags/tag370.xml"/><Relationship Id="rId1" Type="http://schemas.openxmlformats.org/officeDocument/2006/relationships/tags" Target="../tags/tag369.xml"/><Relationship Id="rId6" Type="http://schemas.openxmlformats.org/officeDocument/2006/relationships/slideLayout" Target="../slideLayouts/slideLayout18.xml"/><Relationship Id="rId5" Type="http://schemas.openxmlformats.org/officeDocument/2006/relationships/tags" Target="../tags/tag373.xml"/><Relationship Id="rId10" Type="http://schemas.openxmlformats.org/officeDocument/2006/relationships/image" Target="file:///C:\Users\1V994W2\PycharmProjects\PPT_Background_Generation/pic_temp/1_pic_quater_right_up.png" TargetMode="External"/><Relationship Id="rId4" Type="http://schemas.openxmlformats.org/officeDocument/2006/relationships/tags" Target="../tags/tag372.xml"/><Relationship Id="rId9" Type="http://schemas.openxmlformats.org/officeDocument/2006/relationships/image" Target="../media/image3.png"/></Relationships>
</file>

<file path=ppt/slides/_rels/slide29.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left_up.png" TargetMode="External"/><Relationship Id="rId3" Type="http://schemas.openxmlformats.org/officeDocument/2006/relationships/tags" Target="../tags/tag376.xml"/><Relationship Id="rId7" Type="http://schemas.openxmlformats.org/officeDocument/2006/relationships/image" Target="../media/image2.png"/><Relationship Id="rId2" Type="http://schemas.openxmlformats.org/officeDocument/2006/relationships/tags" Target="../tags/tag375.xml"/><Relationship Id="rId1" Type="http://schemas.openxmlformats.org/officeDocument/2006/relationships/tags" Target="../tags/tag374.xml"/><Relationship Id="rId6" Type="http://schemas.openxmlformats.org/officeDocument/2006/relationships/slideLayout" Target="../slideLayouts/slideLayout18.xml"/><Relationship Id="rId5" Type="http://schemas.openxmlformats.org/officeDocument/2006/relationships/tags" Target="../tags/tag378.xml"/><Relationship Id="rId10" Type="http://schemas.openxmlformats.org/officeDocument/2006/relationships/image" Target="file:///C:\Users\1V994W2\PycharmProjects\PPT_Background_Generation/pic_temp/1_pic_quater_right_up.png" TargetMode="External"/><Relationship Id="rId4" Type="http://schemas.openxmlformats.org/officeDocument/2006/relationships/tags" Target="../tags/tag377.xml"/><Relationship Id="rId9" Type="http://schemas.openxmlformats.org/officeDocument/2006/relationships/image" Target="../media/image3.png"/></Relationships>
</file>

<file path=ppt/slides/_rels/slide3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381.xml"/><Relationship Id="rId7" Type="http://schemas.openxmlformats.org/officeDocument/2006/relationships/slideLayout" Target="../slideLayouts/slideLayout18.xml"/><Relationship Id="rId2" Type="http://schemas.openxmlformats.org/officeDocument/2006/relationships/tags" Target="../tags/tag380.xml"/><Relationship Id="rId1" Type="http://schemas.openxmlformats.org/officeDocument/2006/relationships/tags" Target="../tags/tag379.xml"/><Relationship Id="rId6" Type="http://schemas.openxmlformats.org/officeDocument/2006/relationships/tags" Target="../tags/tag384.xml"/><Relationship Id="rId11" Type="http://schemas.openxmlformats.org/officeDocument/2006/relationships/image" Target="file:///C:\Users\1V994W2\PycharmProjects\PPT_Background_Generation/pic_temp/1_pic_quater_right_up.png" TargetMode="External"/><Relationship Id="rId5" Type="http://schemas.openxmlformats.org/officeDocument/2006/relationships/tags" Target="../tags/tag383.xml"/><Relationship Id="rId10" Type="http://schemas.openxmlformats.org/officeDocument/2006/relationships/image" Target="../media/image3.png"/><Relationship Id="rId4" Type="http://schemas.openxmlformats.org/officeDocument/2006/relationships/tags" Target="../tags/tag382.xml"/><Relationship Id="rId9" Type="http://schemas.openxmlformats.org/officeDocument/2006/relationships/image" Target="file:///C:\Users\1V994W2\PycharmProjects\PPT_Background_Generation/pic_temp/0_pic_quater_left_up.png" TargetMode="External"/></Relationships>
</file>

<file path=ppt/slides/_rels/slide3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87.xml"/><Relationship Id="rId7" Type="http://schemas.openxmlformats.org/officeDocument/2006/relationships/image" Target="file:///C:\Users\1V994W2\PycharmProjects\PPT_Background_Generation/pic_temp/0_pic_quater_left_up.png" TargetMode="External"/><Relationship Id="rId2" Type="http://schemas.openxmlformats.org/officeDocument/2006/relationships/tags" Target="../tags/tag386.xml"/><Relationship Id="rId1" Type="http://schemas.openxmlformats.org/officeDocument/2006/relationships/tags" Target="../tags/tag385.xml"/><Relationship Id="rId6" Type="http://schemas.openxmlformats.org/officeDocument/2006/relationships/image" Target="../media/image2.png"/><Relationship Id="rId5" Type="http://schemas.openxmlformats.org/officeDocument/2006/relationships/slideLayout" Target="../slideLayouts/slideLayout18.xml"/><Relationship Id="rId4" Type="http://schemas.openxmlformats.org/officeDocument/2006/relationships/tags" Target="../tags/tag388.xml"/><Relationship Id="rId9" Type="http://schemas.openxmlformats.org/officeDocument/2006/relationships/image" Target="file:///C:\Users\1V994W2\PycharmProjects\PPT_Background_Generation/pic_temp/1_pic_quater_right_up.png" TargetMode="External"/></Relationships>
</file>

<file path=ppt/slides/_rels/slide3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91.xml"/><Relationship Id="rId7" Type="http://schemas.openxmlformats.org/officeDocument/2006/relationships/image" Target="file:///C:\Users\1V994W2\PycharmProjects\PPT_Background_Generation/pic_temp/0_pic_quater_left_up.png" TargetMode="External"/><Relationship Id="rId2" Type="http://schemas.openxmlformats.org/officeDocument/2006/relationships/tags" Target="../tags/tag390.xml"/><Relationship Id="rId1" Type="http://schemas.openxmlformats.org/officeDocument/2006/relationships/tags" Target="../tags/tag389.xml"/><Relationship Id="rId6" Type="http://schemas.openxmlformats.org/officeDocument/2006/relationships/image" Target="../media/image2.png"/><Relationship Id="rId5" Type="http://schemas.openxmlformats.org/officeDocument/2006/relationships/notesSlide" Target="../notesSlides/notesSlide16.xml"/><Relationship Id="rId4" Type="http://schemas.openxmlformats.org/officeDocument/2006/relationships/slideLayout" Target="../slideLayouts/slideLayout18.xml"/><Relationship Id="rId9" Type="http://schemas.openxmlformats.org/officeDocument/2006/relationships/image" Target="file:///C:\Users\1V994W2\PycharmProjects\PPT_Background_Generation/pic_temp/1_pic_quater_right_up.p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custDataLst>
              <p:tags r:id="rId2"/>
            </p:custDataLst>
          </p:nvPr>
        </p:nvSpPr>
        <p:spPr>
          <a:xfrm>
            <a:off x="4509135" y="2420620"/>
            <a:ext cx="4531360" cy="728345"/>
          </a:xfrm>
          <a:prstGeom prst="rect">
            <a:avLst/>
          </a:prstGeom>
        </p:spPr>
        <p:txBody>
          <a:bodyPr vert="horz" wrap="square" lIns="90170" tIns="46990" rIns="90170" bIns="0" rtlCol="0" anchor="b" anchorCtr="0">
            <a:noAutofit/>
          </a:bodyPr>
          <a:lstStyle>
            <a:lvl1pPr marL="0" marR="0" indent="0" algn="l" defTabSz="914400" rtl="0" eaLnBrk="1" fontAlgn="auto" latinLnBrk="0" hangingPunct="1">
              <a:lnSpc>
                <a:spcPct val="100000"/>
              </a:lnSpc>
              <a:spcBef>
                <a:spcPct val="0"/>
              </a:spcBef>
              <a:spcAft>
                <a:spcPts val="0"/>
              </a:spcAft>
              <a:buClrTx/>
              <a:buSzPts val="5400"/>
              <a:buFont typeface="Arial" panose="020B0604020202020204" pitchFamily="34" charset="0"/>
              <a:buNone/>
              <a:defRPr sz="3040" b="0" u="none" strike="noStrike" kern="1200" cap="none" spc="600" normalizeH="0">
                <a:solidFill>
                  <a:schemeClr val="tx1">
                    <a:lumMod val="85000"/>
                    <a:lumOff val="15000"/>
                  </a:schemeClr>
                </a:solidFill>
                <a:uFillTx/>
                <a:latin typeface="Arial" panose="020B0604020202020204" pitchFamily="34" charset="0"/>
                <a:ea typeface="汉仪旗黑-85S" panose="00020600040101010101" pitchFamily="18" charset="-122"/>
                <a:cs typeface="+mj-cs"/>
              </a:defRPr>
            </a:lvl1pPr>
          </a:lstStyle>
          <a:p>
            <a:pPr marL="0" indent="0" algn="l">
              <a:lnSpc>
                <a:spcPct val="100000"/>
              </a:lnSpc>
              <a:spcBef>
                <a:spcPts val="0"/>
              </a:spcBef>
              <a:spcAft>
                <a:spcPts val="0"/>
              </a:spcAft>
              <a:buSzPct val="100000"/>
              <a:buNone/>
            </a:pPr>
            <a:r>
              <a:rPr lang="zh-CN" altLang="en-US" sz="4400" dirty="0">
                <a:solidFill>
                  <a:schemeClr val="accent1"/>
                </a:solidFill>
                <a:latin typeface="Times New Roman" panose="02020603050405020304" pitchFamily="18" charset="0"/>
                <a:ea typeface="楷体" panose="02010609060101010101" charset="-122"/>
              </a:rPr>
              <a:t>管理信息系统</a:t>
            </a:r>
          </a:p>
        </p:txBody>
      </p:sp>
      <p:sp>
        <p:nvSpPr>
          <p:cNvPr id="17" name="文本框 16"/>
          <p:cNvSpPr txBox="1"/>
          <p:nvPr>
            <p:custDataLst>
              <p:tags r:id="rId3"/>
            </p:custDataLst>
          </p:nvPr>
        </p:nvSpPr>
        <p:spPr>
          <a:xfrm>
            <a:off x="4932040" y="3572510"/>
            <a:ext cx="3930020" cy="576580"/>
          </a:xfrm>
          <a:prstGeom prst="rect">
            <a:avLst/>
          </a:prstGeom>
          <a:noFill/>
        </p:spPr>
        <p:txBody>
          <a:bodyPr wrap="square" lIns="67627" tIns="35242" rIns="67627" bIns="35242" rtlCol="0"/>
          <a:lstStyle>
            <a:defPPr>
              <a:defRPr lang="zh-CN"/>
            </a:defPPr>
            <a:lvl1pPr>
              <a:defRPr sz="4800" b="1" spc="600">
                <a:solidFill>
                  <a:schemeClr val="tx1">
                    <a:lumMod val="85000"/>
                    <a:lumOff val="15000"/>
                  </a:schemeClr>
                </a:solidFill>
                <a:uFillTx/>
                <a:latin typeface="Arial" panose="020B0604020202020204" pitchFamily="34" charset="0"/>
                <a:ea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1800" u="none" strike="noStrike" baseline="0" dirty="0">
                <a:solidFill>
                  <a:schemeClr val="tx2">
                    <a:lumMod val="50000"/>
                  </a:schemeClr>
                </a:solidFill>
                <a:uLnTx/>
                <a:uFillTx/>
                <a:latin typeface="Times New Roman" panose="02020603050405020304" pitchFamily="18" charset="0"/>
                <a:ea typeface="楷体" panose="02010609060101010101" charset="-122"/>
              </a:rPr>
              <a:t>第</a:t>
            </a:r>
            <a:r>
              <a:rPr lang="en-US" altLang="zh-CN" sz="1800" u="none" strike="noStrike" baseline="0" dirty="0">
                <a:solidFill>
                  <a:schemeClr val="tx2">
                    <a:lumMod val="50000"/>
                  </a:schemeClr>
                </a:solidFill>
                <a:uLnTx/>
                <a:uFillTx/>
                <a:latin typeface="Times New Roman" panose="02020603050405020304" pitchFamily="18" charset="0"/>
                <a:ea typeface="楷体" panose="02010609060101010101" charset="-122"/>
              </a:rPr>
              <a:t>6</a:t>
            </a:r>
            <a:r>
              <a:rPr lang="zh-CN" altLang="en-US" sz="1800" u="none" strike="noStrike" baseline="0" dirty="0">
                <a:solidFill>
                  <a:schemeClr val="tx2">
                    <a:lumMod val="50000"/>
                  </a:schemeClr>
                </a:solidFill>
                <a:uLnTx/>
                <a:uFillTx/>
                <a:latin typeface="Times New Roman" panose="02020603050405020304" pitchFamily="18" charset="0"/>
                <a:ea typeface="楷体" panose="02010609060101010101" charset="-122"/>
              </a:rPr>
              <a:t>章 信息系统实施与管理</a:t>
            </a:r>
          </a:p>
        </p:txBody>
      </p:sp>
      <p:sp>
        <p:nvSpPr>
          <p:cNvPr id="2" name="副标题 1">
            <a:extLst>
              <a:ext uri="{FF2B5EF4-FFF2-40B4-BE49-F238E27FC236}">
                <a16:creationId xmlns:a16="http://schemas.microsoft.com/office/drawing/2014/main" id="{23C48648-DDD0-F9E6-D86F-62866EF58160}"/>
              </a:ext>
            </a:extLst>
          </p:cNvPr>
          <p:cNvSpPr>
            <a:spLocks noGrp="1"/>
          </p:cNvSpPr>
          <p:nvPr>
            <p:ph type="subTitle" idx="13"/>
            <p:custDataLst>
              <p:tags r:id="rId4"/>
            </p:custDataLst>
          </p:nvPr>
        </p:nvSpPr>
        <p:spPr>
          <a:xfrm>
            <a:off x="6804025" y="5085080"/>
            <a:ext cx="2058035" cy="830580"/>
          </a:xfrm>
        </p:spPr>
        <p:txBody>
          <a:bodyPr>
            <a:noAutofit/>
          </a:bodyPr>
          <a:lstStyle/>
          <a:p>
            <a:pPr marL="0" lvl="0" indent="0" algn="l">
              <a:lnSpc>
                <a:spcPct val="100000"/>
              </a:lnSpc>
              <a:spcBef>
                <a:spcPts val="0"/>
              </a:spcBef>
              <a:spcAft>
                <a:spcPts val="0"/>
              </a:spcAft>
              <a:buSzPct val="100000"/>
              <a:buNone/>
            </a:pPr>
            <a:r>
              <a:rPr lang="zh-CN" altLang="en-US" sz="3600" b="1" dirty="0">
                <a:solidFill>
                  <a:schemeClr val="dk1">
                    <a:lumMod val="85000"/>
                    <a:lumOff val="15000"/>
                  </a:schemeClr>
                </a:solidFill>
                <a:latin typeface="Times New Roman" panose="02020603050405020304" pitchFamily="18" charset="0"/>
                <a:ea typeface="楷体" panose="02010609060101010101" charset="-122"/>
              </a:rPr>
              <a:t>鞠京芮</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77" r:link="rId78"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79" r:link="rId80"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6185" name="矩形 4"/>
          <p:cNvSpPr/>
          <p:nvPr>
            <p:custDataLst>
              <p:tags r:id="rId4"/>
            </p:custDataLst>
          </p:nvPr>
        </p:nvSpPr>
        <p:spPr>
          <a:xfrm>
            <a:off x="1422400" y="1201738"/>
            <a:ext cx="914400" cy="400050"/>
          </a:xfrm>
          <a:prstGeom prst="rect">
            <a:avLst/>
          </a:prstGeom>
          <a:noFill/>
          <a:ln w="12700" cap="sq" cmpd="sng">
            <a:solidFill>
              <a:schemeClr val="dk1"/>
            </a:solidFill>
            <a:prstDash val="solid"/>
            <a:miter/>
            <a:headEnd type="none" w="med" len="med"/>
            <a:tailEnd type="none" w="med" len="med"/>
          </a:ln>
        </p:spPr>
        <p:txBody>
          <a:bodyPr lIns="90000" tIns="46800" rIns="90000" bIns="46800"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2000" b="1">
                <a:solidFill>
                  <a:schemeClr val="dk1"/>
                </a:solidFill>
                <a:latin typeface="Times New Roman" panose="02020603050405020304" pitchFamily="18" charset="0"/>
                <a:ea typeface="楷体" panose="02010609060101010101" charset="-122"/>
              </a:rPr>
              <a:t>规划</a:t>
            </a:r>
          </a:p>
        </p:txBody>
      </p:sp>
      <p:sp>
        <p:nvSpPr>
          <p:cNvPr id="6186" name="矩形 5"/>
          <p:cNvSpPr/>
          <p:nvPr>
            <p:custDataLst>
              <p:tags r:id="rId5"/>
            </p:custDataLst>
          </p:nvPr>
        </p:nvSpPr>
        <p:spPr>
          <a:xfrm>
            <a:off x="1422400" y="2089468"/>
            <a:ext cx="914400" cy="400050"/>
          </a:xfrm>
          <a:prstGeom prst="rect">
            <a:avLst/>
          </a:prstGeom>
          <a:noFill/>
          <a:ln w="12700" cap="sq" cmpd="sng">
            <a:solidFill>
              <a:schemeClr val="dk1"/>
            </a:solidFill>
            <a:prstDash val="solid"/>
            <a:miter/>
            <a:headEnd type="none" w="med" len="med"/>
            <a:tailEnd type="none" w="med" len="med"/>
          </a:ln>
        </p:spPr>
        <p:txBody>
          <a:bodyPr lIns="90000" tIns="46800" rIns="90000" bIns="46800"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2000" b="1">
                <a:solidFill>
                  <a:schemeClr val="dk1"/>
                </a:solidFill>
                <a:latin typeface="Times New Roman" panose="02020603050405020304" pitchFamily="18" charset="0"/>
                <a:ea typeface="楷体" panose="02010609060101010101" charset="-122"/>
              </a:rPr>
              <a:t>分析</a:t>
            </a:r>
          </a:p>
        </p:txBody>
      </p:sp>
      <p:sp>
        <p:nvSpPr>
          <p:cNvPr id="6187" name="矩形 6"/>
          <p:cNvSpPr/>
          <p:nvPr>
            <p:custDataLst>
              <p:tags r:id="rId6"/>
            </p:custDataLst>
          </p:nvPr>
        </p:nvSpPr>
        <p:spPr>
          <a:xfrm>
            <a:off x="1422400" y="2808288"/>
            <a:ext cx="914400" cy="400050"/>
          </a:xfrm>
          <a:prstGeom prst="rect">
            <a:avLst/>
          </a:prstGeom>
          <a:noFill/>
          <a:ln w="12700" cap="sq" cmpd="sng">
            <a:solidFill>
              <a:schemeClr val="dk1"/>
            </a:solidFill>
            <a:prstDash val="solid"/>
            <a:miter/>
            <a:headEnd type="none" w="med" len="med"/>
            <a:tailEnd type="none" w="med" len="med"/>
          </a:ln>
        </p:spPr>
        <p:txBody>
          <a:bodyPr lIns="90000" tIns="46800" rIns="90000" bIns="46800"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2000" b="1">
                <a:solidFill>
                  <a:schemeClr val="dk1"/>
                </a:solidFill>
                <a:latin typeface="Times New Roman" panose="02020603050405020304" pitchFamily="18" charset="0"/>
                <a:ea typeface="楷体" panose="02010609060101010101" charset="-122"/>
              </a:rPr>
              <a:t>设计</a:t>
            </a:r>
          </a:p>
        </p:txBody>
      </p:sp>
      <p:sp>
        <p:nvSpPr>
          <p:cNvPr id="6188" name="矩形 7"/>
          <p:cNvSpPr/>
          <p:nvPr>
            <p:custDataLst>
              <p:tags r:id="rId7"/>
            </p:custDataLst>
          </p:nvPr>
        </p:nvSpPr>
        <p:spPr>
          <a:xfrm>
            <a:off x="1422400" y="3673793"/>
            <a:ext cx="914400" cy="400050"/>
          </a:xfrm>
          <a:prstGeom prst="rect">
            <a:avLst/>
          </a:prstGeom>
          <a:noFill/>
          <a:ln w="12700" cap="sq" cmpd="sng">
            <a:solidFill>
              <a:schemeClr val="dk1"/>
            </a:solidFill>
            <a:prstDash val="solid"/>
            <a:miter/>
            <a:headEnd type="none" w="med" len="med"/>
            <a:tailEnd type="none" w="med" len="med"/>
          </a:ln>
        </p:spPr>
        <p:txBody>
          <a:bodyPr lIns="90000" tIns="46800" rIns="90000" bIns="46800"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2000" b="1">
                <a:solidFill>
                  <a:schemeClr val="dk1"/>
                </a:solidFill>
                <a:latin typeface="Times New Roman" panose="02020603050405020304" pitchFamily="18" charset="0"/>
                <a:ea typeface="楷体" panose="02010609060101010101" charset="-122"/>
              </a:rPr>
              <a:t>开发</a:t>
            </a:r>
          </a:p>
        </p:txBody>
      </p:sp>
      <p:sp>
        <p:nvSpPr>
          <p:cNvPr id="6189" name="矩形 8"/>
          <p:cNvSpPr/>
          <p:nvPr>
            <p:custDataLst>
              <p:tags r:id="rId8"/>
            </p:custDataLst>
          </p:nvPr>
        </p:nvSpPr>
        <p:spPr>
          <a:xfrm>
            <a:off x="1422400" y="4515168"/>
            <a:ext cx="914400" cy="400050"/>
          </a:xfrm>
          <a:prstGeom prst="rect">
            <a:avLst/>
          </a:prstGeom>
          <a:noFill/>
          <a:ln w="12700" cap="sq" cmpd="sng">
            <a:solidFill>
              <a:schemeClr val="dk1"/>
            </a:solidFill>
            <a:prstDash val="solid"/>
            <a:miter/>
            <a:headEnd type="none" w="med" len="med"/>
            <a:tailEnd type="none" w="med" len="med"/>
          </a:ln>
        </p:spPr>
        <p:txBody>
          <a:bodyPr lIns="90000" tIns="46800" rIns="90000" bIns="46800"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2000" b="1">
                <a:solidFill>
                  <a:schemeClr val="dk1"/>
                </a:solidFill>
                <a:latin typeface="Times New Roman" panose="02020603050405020304" pitchFamily="18" charset="0"/>
                <a:ea typeface="楷体" panose="02010609060101010101" charset="-122"/>
              </a:rPr>
              <a:t>测试</a:t>
            </a:r>
          </a:p>
        </p:txBody>
      </p:sp>
      <p:sp>
        <p:nvSpPr>
          <p:cNvPr id="6190" name="矩形 9"/>
          <p:cNvSpPr/>
          <p:nvPr>
            <p:custDataLst>
              <p:tags r:id="rId9"/>
            </p:custDataLst>
          </p:nvPr>
        </p:nvSpPr>
        <p:spPr>
          <a:xfrm>
            <a:off x="1422400" y="5378768"/>
            <a:ext cx="914400" cy="400050"/>
          </a:xfrm>
          <a:prstGeom prst="rect">
            <a:avLst/>
          </a:prstGeom>
          <a:noFill/>
          <a:ln w="12700" cap="sq" cmpd="sng">
            <a:solidFill>
              <a:schemeClr val="dk1"/>
            </a:solidFill>
            <a:prstDash val="solid"/>
            <a:miter/>
            <a:headEnd type="none" w="med" len="med"/>
            <a:tailEnd type="none" w="med" len="med"/>
          </a:ln>
        </p:spPr>
        <p:txBody>
          <a:bodyPr lIns="90000" tIns="46800" rIns="90000" bIns="46800"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2000" b="1">
                <a:solidFill>
                  <a:schemeClr val="dk1"/>
                </a:solidFill>
                <a:latin typeface="Times New Roman" panose="02020603050405020304" pitchFamily="18" charset="0"/>
                <a:ea typeface="楷体" panose="02010609060101010101" charset="-122"/>
              </a:rPr>
              <a:t>实施</a:t>
            </a:r>
          </a:p>
        </p:txBody>
      </p:sp>
      <p:sp>
        <p:nvSpPr>
          <p:cNvPr id="6191" name="矩形 10"/>
          <p:cNvSpPr/>
          <p:nvPr>
            <p:custDataLst>
              <p:tags r:id="rId10"/>
            </p:custDataLst>
          </p:nvPr>
        </p:nvSpPr>
        <p:spPr>
          <a:xfrm>
            <a:off x="1422400" y="6170613"/>
            <a:ext cx="914400" cy="400050"/>
          </a:xfrm>
          <a:prstGeom prst="rect">
            <a:avLst/>
          </a:prstGeom>
          <a:noFill/>
          <a:ln w="12700" cap="sq" cmpd="sng">
            <a:solidFill>
              <a:schemeClr val="dk1"/>
            </a:solidFill>
            <a:prstDash val="solid"/>
            <a:miter/>
            <a:headEnd type="none" w="med" len="med"/>
            <a:tailEnd type="none" w="med" len="med"/>
          </a:ln>
        </p:spPr>
        <p:txBody>
          <a:bodyPr lIns="90000" tIns="46800" rIns="90000" bIns="46800"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2000" b="1">
                <a:solidFill>
                  <a:schemeClr val="dk1"/>
                </a:solidFill>
                <a:latin typeface="Times New Roman" panose="02020603050405020304" pitchFamily="18" charset="0"/>
                <a:ea typeface="楷体" panose="02010609060101010101" charset="-122"/>
              </a:rPr>
              <a:t>维护</a:t>
            </a:r>
          </a:p>
        </p:txBody>
      </p:sp>
      <p:sp>
        <p:nvSpPr>
          <p:cNvPr id="6192" name="直接连接符 11"/>
          <p:cNvSpPr/>
          <p:nvPr>
            <p:custDataLst>
              <p:tags r:id="rId11"/>
            </p:custDataLst>
          </p:nvPr>
        </p:nvSpPr>
        <p:spPr>
          <a:xfrm flipH="1">
            <a:off x="1854200" y="1628775"/>
            <a:ext cx="0" cy="431800"/>
          </a:xfrm>
          <a:prstGeom prst="line">
            <a:avLst/>
          </a:prstGeom>
          <a:ln w="12700" cap="sq" cmpd="sng">
            <a:solidFill>
              <a:schemeClr val="dk1"/>
            </a:solidFill>
            <a:prstDash val="solid"/>
            <a:headEnd type="none" w="med" len="med"/>
            <a:tailEnd type="triangle" w="med" len="med"/>
          </a:ln>
        </p:spPr>
      </p:sp>
      <p:sp>
        <p:nvSpPr>
          <p:cNvPr id="6193" name="直接连接符 12"/>
          <p:cNvSpPr/>
          <p:nvPr>
            <p:custDataLst>
              <p:tags r:id="rId12"/>
            </p:custDataLst>
          </p:nvPr>
        </p:nvSpPr>
        <p:spPr>
          <a:xfrm flipH="1">
            <a:off x="1854200" y="2494280"/>
            <a:ext cx="0" cy="358775"/>
          </a:xfrm>
          <a:prstGeom prst="line">
            <a:avLst/>
          </a:prstGeom>
          <a:ln w="12700" cap="sq" cmpd="sng">
            <a:solidFill>
              <a:schemeClr val="dk1"/>
            </a:solidFill>
            <a:prstDash val="solid"/>
            <a:headEnd type="none" w="med" len="med"/>
            <a:tailEnd type="triangle" w="med" len="med"/>
          </a:ln>
        </p:spPr>
      </p:sp>
      <p:sp>
        <p:nvSpPr>
          <p:cNvPr id="6194" name="直接连接符 13"/>
          <p:cNvSpPr/>
          <p:nvPr>
            <p:custDataLst>
              <p:tags r:id="rId13"/>
            </p:custDataLst>
          </p:nvPr>
        </p:nvSpPr>
        <p:spPr>
          <a:xfrm flipH="1">
            <a:off x="1854200" y="3213100"/>
            <a:ext cx="0" cy="431800"/>
          </a:xfrm>
          <a:prstGeom prst="line">
            <a:avLst/>
          </a:prstGeom>
          <a:ln w="12700" cap="sq" cmpd="sng">
            <a:solidFill>
              <a:schemeClr val="dk1"/>
            </a:solidFill>
            <a:prstDash val="solid"/>
            <a:headEnd type="none" w="med" len="med"/>
            <a:tailEnd type="triangle" w="med" len="med"/>
          </a:ln>
        </p:spPr>
      </p:sp>
      <p:sp>
        <p:nvSpPr>
          <p:cNvPr id="6195" name="直接连接符 14"/>
          <p:cNvSpPr/>
          <p:nvPr>
            <p:custDataLst>
              <p:tags r:id="rId14"/>
            </p:custDataLst>
          </p:nvPr>
        </p:nvSpPr>
        <p:spPr>
          <a:xfrm flipH="1">
            <a:off x="1854200" y="4078605"/>
            <a:ext cx="0" cy="431800"/>
          </a:xfrm>
          <a:prstGeom prst="line">
            <a:avLst/>
          </a:prstGeom>
          <a:ln w="12700" cap="sq" cmpd="sng">
            <a:solidFill>
              <a:schemeClr val="dk1"/>
            </a:solidFill>
            <a:prstDash val="solid"/>
            <a:headEnd type="none" w="med" len="med"/>
            <a:tailEnd type="triangle" w="med" len="med"/>
          </a:ln>
        </p:spPr>
      </p:sp>
      <p:sp>
        <p:nvSpPr>
          <p:cNvPr id="6196" name="直接连接符 15"/>
          <p:cNvSpPr/>
          <p:nvPr>
            <p:custDataLst>
              <p:tags r:id="rId15"/>
            </p:custDataLst>
          </p:nvPr>
        </p:nvSpPr>
        <p:spPr>
          <a:xfrm flipH="1">
            <a:off x="1854200" y="4942205"/>
            <a:ext cx="0" cy="431800"/>
          </a:xfrm>
          <a:prstGeom prst="line">
            <a:avLst/>
          </a:prstGeom>
          <a:ln w="12700" cap="sq" cmpd="sng">
            <a:solidFill>
              <a:schemeClr val="dk1"/>
            </a:solidFill>
            <a:prstDash val="solid"/>
            <a:headEnd type="none" w="med" len="med"/>
            <a:tailEnd type="triangle" w="med" len="med"/>
          </a:ln>
        </p:spPr>
      </p:sp>
      <p:sp>
        <p:nvSpPr>
          <p:cNvPr id="6197" name="直接连接符 16"/>
          <p:cNvSpPr/>
          <p:nvPr>
            <p:custDataLst>
              <p:tags r:id="rId16"/>
            </p:custDataLst>
          </p:nvPr>
        </p:nvSpPr>
        <p:spPr>
          <a:xfrm flipH="1">
            <a:off x="1854200" y="5805805"/>
            <a:ext cx="0" cy="360680"/>
          </a:xfrm>
          <a:prstGeom prst="line">
            <a:avLst/>
          </a:prstGeom>
          <a:ln w="12700" cap="sq" cmpd="sng">
            <a:solidFill>
              <a:schemeClr val="dk1"/>
            </a:solidFill>
            <a:prstDash val="solid"/>
            <a:headEnd type="none" w="med" len="med"/>
            <a:tailEnd type="triangle" w="med" len="med"/>
          </a:ln>
        </p:spPr>
      </p:sp>
      <p:sp>
        <p:nvSpPr>
          <p:cNvPr id="6198" name="左大括号 17"/>
          <p:cNvSpPr/>
          <p:nvPr>
            <p:custDataLst>
              <p:tags r:id="rId17"/>
            </p:custDataLst>
          </p:nvPr>
        </p:nvSpPr>
        <p:spPr>
          <a:xfrm>
            <a:off x="990600" y="3860800"/>
            <a:ext cx="287655" cy="1800225"/>
          </a:xfrm>
          <a:prstGeom prst="leftBrace">
            <a:avLst>
              <a:gd name="adj1" fmla="val 52180"/>
              <a:gd name="adj2" fmla="val 50000"/>
            </a:avLst>
          </a:prstGeom>
          <a:noFill/>
          <a:ln w="12700" cap="sq" cmpd="sng">
            <a:solidFill>
              <a:schemeClr val="dk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000" b="1">
              <a:solidFill>
                <a:schemeClr val="dk1"/>
              </a:solidFill>
              <a:latin typeface="微软雅黑" panose="020B0503020204020204" charset="-122"/>
              <a:ea typeface="微软雅黑" panose="020B0503020204020204" charset="-122"/>
            </a:endParaRPr>
          </a:p>
        </p:txBody>
      </p:sp>
      <p:sp>
        <p:nvSpPr>
          <p:cNvPr id="6199" name="矩形 18"/>
          <p:cNvSpPr/>
          <p:nvPr>
            <p:custDataLst>
              <p:tags r:id="rId18"/>
            </p:custDataLst>
          </p:nvPr>
        </p:nvSpPr>
        <p:spPr>
          <a:xfrm>
            <a:off x="219075" y="4508818"/>
            <a:ext cx="914400" cy="400050"/>
          </a:xfrm>
          <a:prstGeom prst="rect">
            <a:avLst/>
          </a:prstGeom>
          <a:noFill/>
          <a:ln w="12700">
            <a:noFill/>
          </a:ln>
        </p:spPr>
        <p:txBody>
          <a:bodyPr lIns="90000" tIns="46800" rIns="90000" bIns="46800"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2000" b="1">
                <a:solidFill>
                  <a:schemeClr val="dk1"/>
                </a:solidFill>
                <a:latin typeface="Times New Roman" panose="02020603050405020304" pitchFamily="18" charset="0"/>
                <a:ea typeface="楷体" panose="02010609060101010101" charset="-122"/>
              </a:rPr>
              <a:t>实施</a:t>
            </a:r>
          </a:p>
        </p:txBody>
      </p:sp>
      <p:sp>
        <p:nvSpPr>
          <p:cNvPr id="6200" name="文本框 312337"/>
          <p:cNvSpPr txBox="1"/>
          <p:nvPr>
            <p:custDataLst>
              <p:tags r:id="rId19"/>
            </p:custDataLst>
          </p:nvPr>
        </p:nvSpPr>
        <p:spPr>
          <a:xfrm>
            <a:off x="4140200" y="981075"/>
            <a:ext cx="4776470" cy="923290"/>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定义开发的系统</a:t>
            </a:r>
          </a:p>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确定项目范围</a:t>
            </a:r>
          </a:p>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制定项目计划（包括任务、资源和时间框架）</a:t>
            </a:r>
          </a:p>
        </p:txBody>
      </p:sp>
      <p:sp>
        <p:nvSpPr>
          <p:cNvPr id="6201" name="文本框 312338"/>
          <p:cNvSpPr txBox="1"/>
          <p:nvPr>
            <p:custDataLst>
              <p:tags r:id="rId20"/>
            </p:custDataLst>
          </p:nvPr>
        </p:nvSpPr>
        <p:spPr>
          <a:xfrm>
            <a:off x="4086225" y="2127250"/>
            <a:ext cx="2247900" cy="369570"/>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为系统收集用户需求</a:t>
            </a:r>
          </a:p>
        </p:txBody>
      </p:sp>
      <p:sp>
        <p:nvSpPr>
          <p:cNvPr id="6202" name="文本框 312339"/>
          <p:cNvSpPr txBox="1"/>
          <p:nvPr>
            <p:custDataLst>
              <p:tags r:id="rId21"/>
            </p:custDataLst>
          </p:nvPr>
        </p:nvSpPr>
        <p:spPr>
          <a:xfrm>
            <a:off x="4157980" y="2644775"/>
            <a:ext cx="2707640" cy="646430"/>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设计支持系统的技术框架</a:t>
            </a:r>
          </a:p>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设计系统模块</a:t>
            </a:r>
          </a:p>
        </p:txBody>
      </p:sp>
      <p:sp>
        <p:nvSpPr>
          <p:cNvPr id="6203" name="文本框 312340"/>
          <p:cNvSpPr txBox="1"/>
          <p:nvPr>
            <p:custDataLst>
              <p:tags r:id="rId22"/>
            </p:custDataLst>
          </p:nvPr>
        </p:nvSpPr>
        <p:spPr>
          <a:xfrm>
            <a:off x="4157980" y="3437255"/>
            <a:ext cx="2018030" cy="646430"/>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建立技术构架</a:t>
            </a:r>
          </a:p>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建立数据库和程序</a:t>
            </a:r>
          </a:p>
        </p:txBody>
      </p:sp>
      <p:sp>
        <p:nvSpPr>
          <p:cNvPr id="6204" name="文本框 312341"/>
          <p:cNvSpPr txBox="1"/>
          <p:nvPr>
            <p:custDataLst>
              <p:tags r:id="rId23"/>
            </p:custDataLst>
          </p:nvPr>
        </p:nvSpPr>
        <p:spPr>
          <a:xfrm>
            <a:off x="4157980" y="4371975"/>
            <a:ext cx="2018030" cy="646430"/>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编写测试条件</a:t>
            </a:r>
          </a:p>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完成对系统的测试</a:t>
            </a:r>
          </a:p>
        </p:txBody>
      </p:sp>
      <p:sp>
        <p:nvSpPr>
          <p:cNvPr id="6205" name="文本框 312342"/>
          <p:cNvSpPr txBox="1"/>
          <p:nvPr>
            <p:custDataLst>
              <p:tags r:id="rId24"/>
            </p:custDataLst>
          </p:nvPr>
        </p:nvSpPr>
        <p:spPr>
          <a:xfrm>
            <a:off x="4157980" y="5237480"/>
            <a:ext cx="2477770" cy="646430"/>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编写详细的用户说明书</a:t>
            </a:r>
          </a:p>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为系统用户提供培训</a:t>
            </a:r>
          </a:p>
        </p:txBody>
      </p:sp>
      <p:sp>
        <p:nvSpPr>
          <p:cNvPr id="6206" name="文本框 312343"/>
          <p:cNvSpPr txBox="1"/>
          <p:nvPr>
            <p:custDataLst>
              <p:tags r:id="rId25"/>
            </p:custDataLst>
          </p:nvPr>
        </p:nvSpPr>
        <p:spPr>
          <a:xfrm>
            <a:off x="4181475" y="6101080"/>
            <a:ext cx="2707640" cy="646430"/>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建立帮助以支持系统用户</a:t>
            </a:r>
          </a:p>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对系统需求变化提供支持</a:t>
            </a:r>
          </a:p>
        </p:txBody>
      </p:sp>
      <p:sp>
        <p:nvSpPr>
          <p:cNvPr id="6207" name="左大括号 26"/>
          <p:cNvSpPr/>
          <p:nvPr>
            <p:custDataLst>
              <p:tags r:id="rId26"/>
            </p:custDataLst>
          </p:nvPr>
        </p:nvSpPr>
        <p:spPr>
          <a:xfrm>
            <a:off x="3799205" y="1047750"/>
            <a:ext cx="358775" cy="720725"/>
          </a:xfrm>
          <a:prstGeom prst="leftBrace">
            <a:avLst>
              <a:gd name="adj1" fmla="val 16731"/>
              <a:gd name="adj2" fmla="val 50000"/>
            </a:avLst>
          </a:prstGeom>
          <a:noFill/>
          <a:ln w="12700" cap="sq" cmpd="sng">
            <a:solidFill>
              <a:schemeClr val="dk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000" b="1">
              <a:solidFill>
                <a:schemeClr val="dk1"/>
              </a:solidFill>
              <a:latin typeface="微软雅黑" panose="020B0503020204020204" charset="-122"/>
              <a:ea typeface="微软雅黑" panose="020B0503020204020204" charset="-122"/>
            </a:endParaRPr>
          </a:p>
        </p:txBody>
      </p:sp>
      <p:sp>
        <p:nvSpPr>
          <p:cNvPr id="6208" name="左大括号 27"/>
          <p:cNvSpPr/>
          <p:nvPr>
            <p:custDataLst>
              <p:tags r:id="rId27"/>
            </p:custDataLst>
          </p:nvPr>
        </p:nvSpPr>
        <p:spPr>
          <a:xfrm>
            <a:off x="3942080" y="2781300"/>
            <a:ext cx="215900" cy="431800"/>
          </a:xfrm>
          <a:prstGeom prst="leftBrace">
            <a:avLst>
              <a:gd name="adj1" fmla="val 16657"/>
              <a:gd name="adj2" fmla="val 50000"/>
            </a:avLst>
          </a:prstGeom>
          <a:noFill/>
          <a:ln w="12700" cap="sq" cmpd="sng">
            <a:solidFill>
              <a:schemeClr val="dk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000" b="1">
              <a:solidFill>
                <a:schemeClr val="dk1"/>
              </a:solidFill>
              <a:latin typeface="微软雅黑" panose="020B0503020204020204" charset="-122"/>
              <a:ea typeface="微软雅黑" panose="020B0503020204020204" charset="-122"/>
            </a:endParaRPr>
          </a:p>
        </p:txBody>
      </p:sp>
      <p:sp>
        <p:nvSpPr>
          <p:cNvPr id="6209" name="左大括号 28"/>
          <p:cNvSpPr/>
          <p:nvPr>
            <p:custDataLst>
              <p:tags r:id="rId28"/>
            </p:custDataLst>
          </p:nvPr>
        </p:nvSpPr>
        <p:spPr>
          <a:xfrm>
            <a:off x="3942080" y="3573780"/>
            <a:ext cx="215900" cy="431800"/>
          </a:xfrm>
          <a:prstGeom prst="leftBrace">
            <a:avLst>
              <a:gd name="adj1" fmla="val 16657"/>
              <a:gd name="adj2" fmla="val 50000"/>
            </a:avLst>
          </a:prstGeom>
          <a:noFill/>
          <a:ln w="12700" cap="sq" cmpd="sng">
            <a:solidFill>
              <a:schemeClr val="dk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000" b="1">
              <a:solidFill>
                <a:schemeClr val="dk1"/>
              </a:solidFill>
              <a:latin typeface="微软雅黑" panose="020B0503020204020204" charset="-122"/>
              <a:ea typeface="微软雅黑" panose="020B0503020204020204" charset="-122"/>
            </a:endParaRPr>
          </a:p>
        </p:txBody>
      </p:sp>
      <p:sp>
        <p:nvSpPr>
          <p:cNvPr id="6210" name="左大括号 29"/>
          <p:cNvSpPr/>
          <p:nvPr>
            <p:custDataLst>
              <p:tags r:id="rId29"/>
            </p:custDataLst>
          </p:nvPr>
        </p:nvSpPr>
        <p:spPr>
          <a:xfrm>
            <a:off x="3942080" y="4437380"/>
            <a:ext cx="215900" cy="431800"/>
          </a:xfrm>
          <a:prstGeom prst="leftBrace">
            <a:avLst>
              <a:gd name="adj1" fmla="val 16657"/>
              <a:gd name="adj2" fmla="val 50000"/>
            </a:avLst>
          </a:prstGeom>
          <a:noFill/>
          <a:ln w="12700" cap="sq" cmpd="sng">
            <a:solidFill>
              <a:schemeClr val="dk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000" b="1">
              <a:solidFill>
                <a:schemeClr val="dk1"/>
              </a:solidFill>
              <a:latin typeface="微软雅黑" panose="020B0503020204020204" charset="-122"/>
              <a:ea typeface="微软雅黑" panose="020B0503020204020204" charset="-122"/>
            </a:endParaRPr>
          </a:p>
        </p:txBody>
      </p:sp>
      <p:sp>
        <p:nvSpPr>
          <p:cNvPr id="6211" name="左大括号 30"/>
          <p:cNvSpPr/>
          <p:nvPr>
            <p:custDataLst>
              <p:tags r:id="rId30"/>
            </p:custDataLst>
          </p:nvPr>
        </p:nvSpPr>
        <p:spPr>
          <a:xfrm>
            <a:off x="3942080" y="5374005"/>
            <a:ext cx="215900" cy="431800"/>
          </a:xfrm>
          <a:prstGeom prst="leftBrace">
            <a:avLst>
              <a:gd name="adj1" fmla="val 16657"/>
              <a:gd name="adj2" fmla="val 50000"/>
            </a:avLst>
          </a:prstGeom>
          <a:noFill/>
          <a:ln w="12700" cap="sq" cmpd="sng">
            <a:solidFill>
              <a:schemeClr val="dk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000" b="1">
              <a:solidFill>
                <a:schemeClr val="dk1"/>
              </a:solidFill>
              <a:latin typeface="微软雅黑" panose="020B0503020204020204" charset="-122"/>
              <a:ea typeface="微软雅黑" panose="020B0503020204020204" charset="-122"/>
            </a:endParaRPr>
          </a:p>
        </p:txBody>
      </p:sp>
      <p:sp>
        <p:nvSpPr>
          <p:cNvPr id="6212" name="左大括号 31"/>
          <p:cNvSpPr/>
          <p:nvPr>
            <p:custDataLst>
              <p:tags r:id="rId31"/>
            </p:custDataLst>
          </p:nvPr>
        </p:nvSpPr>
        <p:spPr>
          <a:xfrm>
            <a:off x="4015105" y="6237605"/>
            <a:ext cx="215900" cy="431800"/>
          </a:xfrm>
          <a:prstGeom prst="leftBrace">
            <a:avLst>
              <a:gd name="adj1" fmla="val 16657"/>
              <a:gd name="adj2" fmla="val 50000"/>
            </a:avLst>
          </a:prstGeom>
          <a:noFill/>
          <a:ln w="12700" cap="sq" cmpd="sng">
            <a:solidFill>
              <a:schemeClr val="dk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000" b="1">
              <a:solidFill>
                <a:schemeClr val="dk1"/>
              </a:solidFill>
              <a:latin typeface="微软雅黑" panose="020B0503020204020204" charset="-122"/>
              <a:ea typeface="微软雅黑" panose="020B0503020204020204" charset="-122"/>
            </a:endParaRPr>
          </a:p>
        </p:txBody>
      </p:sp>
      <p:sp>
        <p:nvSpPr>
          <p:cNvPr id="6213" name="直接连接符 32"/>
          <p:cNvSpPr/>
          <p:nvPr>
            <p:custDataLst>
              <p:tags r:id="rId32"/>
            </p:custDataLst>
          </p:nvPr>
        </p:nvSpPr>
        <p:spPr>
          <a:xfrm>
            <a:off x="2359025" y="1408430"/>
            <a:ext cx="1367155" cy="0"/>
          </a:xfrm>
          <a:prstGeom prst="line">
            <a:avLst/>
          </a:prstGeom>
          <a:ln w="12700" cap="sq" cmpd="sng">
            <a:solidFill>
              <a:schemeClr val="dk1"/>
            </a:solidFill>
            <a:prstDash val="solid"/>
            <a:headEnd type="none" w="med" len="med"/>
            <a:tailEnd type="none" w="med" len="med"/>
          </a:ln>
        </p:spPr>
      </p:sp>
      <p:sp>
        <p:nvSpPr>
          <p:cNvPr id="6214" name="直接连接符 33"/>
          <p:cNvSpPr/>
          <p:nvPr>
            <p:custDataLst>
              <p:tags r:id="rId33"/>
            </p:custDataLst>
          </p:nvPr>
        </p:nvSpPr>
        <p:spPr>
          <a:xfrm>
            <a:off x="2359025" y="2278380"/>
            <a:ext cx="1798955" cy="0"/>
          </a:xfrm>
          <a:prstGeom prst="line">
            <a:avLst/>
          </a:prstGeom>
          <a:ln w="12700" cap="sq" cmpd="sng">
            <a:solidFill>
              <a:schemeClr val="dk1"/>
            </a:solidFill>
            <a:prstDash val="solid"/>
            <a:headEnd type="none" w="med" len="med"/>
            <a:tailEnd type="none" w="med" len="med"/>
          </a:ln>
        </p:spPr>
      </p:sp>
      <p:sp>
        <p:nvSpPr>
          <p:cNvPr id="6215" name="直接连接符 34"/>
          <p:cNvSpPr/>
          <p:nvPr>
            <p:custDataLst>
              <p:tags r:id="rId34"/>
            </p:custDataLst>
          </p:nvPr>
        </p:nvSpPr>
        <p:spPr>
          <a:xfrm>
            <a:off x="2359025" y="2997200"/>
            <a:ext cx="1511300" cy="0"/>
          </a:xfrm>
          <a:prstGeom prst="line">
            <a:avLst/>
          </a:prstGeom>
          <a:ln w="12700" cap="sq" cmpd="sng">
            <a:solidFill>
              <a:schemeClr val="dk1"/>
            </a:solidFill>
            <a:prstDash val="solid"/>
            <a:headEnd type="none" w="med" len="med"/>
            <a:tailEnd type="none" w="med" len="med"/>
          </a:ln>
        </p:spPr>
      </p:sp>
      <p:sp>
        <p:nvSpPr>
          <p:cNvPr id="6216" name="直接连接符 35"/>
          <p:cNvSpPr/>
          <p:nvPr>
            <p:custDataLst>
              <p:tags r:id="rId35"/>
            </p:custDataLst>
          </p:nvPr>
        </p:nvSpPr>
        <p:spPr>
          <a:xfrm>
            <a:off x="2359025" y="3789680"/>
            <a:ext cx="1511300" cy="0"/>
          </a:xfrm>
          <a:prstGeom prst="line">
            <a:avLst/>
          </a:prstGeom>
          <a:ln w="12700" cap="sq" cmpd="sng">
            <a:solidFill>
              <a:schemeClr val="dk1"/>
            </a:solidFill>
            <a:prstDash val="solid"/>
            <a:headEnd type="none" w="med" len="med"/>
            <a:tailEnd type="none" w="med" len="med"/>
          </a:ln>
        </p:spPr>
      </p:sp>
      <p:sp>
        <p:nvSpPr>
          <p:cNvPr id="6217" name="直接连接符 36"/>
          <p:cNvSpPr/>
          <p:nvPr>
            <p:custDataLst>
              <p:tags r:id="rId36"/>
            </p:custDataLst>
          </p:nvPr>
        </p:nvSpPr>
        <p:spPr>
          <a:xfrm>
            <a:off x="2359025" y="4653280"/>
            <a:ext cx="1511300" cy="0"/>
          </a:xfrm>
          <a:prstGeom prst="line">
            <a:avLst/>
          </a:prstGeom>
          <a:ln w="12700" cap="sq" cmpd="sng">
            <a:solidFill>
              <a:schemeClr val="dk1"/>
            </a:solidFill>
            <a:prstDash val="solid"/>
            <a:headEnd type="none" w="med" len="med"/>
            <a:tailEnd type="none" w="med" len="med"/>
          </a:ln>
        </p:spPr>
      </p:sp>
      <p:sp>
        <p:nvSpPr>
          <p:cNvPr id="6218" name="直接连接符 37"/>
          <p:cNvSpPr/>
          <p:nvPr>
            <p:custDataLst>
              <p:tags r:id="rId37"/>
            </p:custDataLst>
          </p:nvPr>
        </p:nvSpPr>
        <p:spPr>
          <a:xfrm>
            <a:off x="2359025" y="5589905"/>
            <a:ext cx="1511300" cy="0"/>
          </a:xfrm>
          <a:prstGeom prst="line">
            <a:avLst/>
          </a:prstGeom>
          <a:ln w="12700" cap="sq" cmpd="sng">
            <a:solidFill>
              <a:schemeClr val="dk1"/>
            </a:solidFill>
            <a:prstDash val="solid"/>
            <a:headEnd type="none" w="med" len="med"/>
            <a:tailEnd type="none" w="med" len="med"/>
          </a:ln>
        </p:spPr>
      </p:sp>
      <p:sp>
        <p:nvSpPr>
          <p:cNvPr id="6219" name="直接连接符 38"/>
          <p:cNvSpPr/>
          <p:nvPr>
            <p:custDataLst>
              <p:tags r:id="rId38"/>
            </p:custDataLst>
          </p:nvPr>
        </p:nvSpPr>
        <p:spPr>
          <a:xfrm>
            <a:off x="2359025" y="6453505"/>
            <a:ext cx="1511300" cy="0"/>
          </a:xfrm>
          <a:prstGeom prst="line">
            <a:avLst/>
          </a:prstGeom>
          <a:ln w="12700" cap="sq" cmpd="sng">
            <a:solidFill>
              <a:schemeClr val="dk1"/>
            </a:solidFill>
            <a:prstDash val="solid"/>
            <a:headEnd type="none" w="med" len="med"/>
            <a:tailEnd type="none" w="med" len="med"/>
          </a:ln>
        </p:spPr>
      </p:sp>
      <p:sp>
        <p:nvSpPr>
          <p:cNvPr id="6147" name="文本框 39"/>
          <p:cNvSpPr txBox="1"/>
          <p:nvPr/>
        </p:nvSpPr>
        <p:spPr>
          <a:xfrm>
            <a:off x="95250" y="260350"/>
            <a:ext cx="4115435" cy="52197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a:spcBef>
                <a:spcPct val="0"/>
              </a:spcBef>
              <a:buClrTx/>
              <a:buSzTx/>
              <a:buFontTx/>
              <a:buNone/>
            </a:pPr>
            <a:r>
              <a:rPr lang="zh-CN" altLang="en-US" sz="2800" b="1">
                <a:solidFill>
                  <a:schemeClr val="accent1"/>
                </a:solidFill>
                <a:latin typeface="Times New Roman" panose="02020603050405020304" pitchFamily="18" charset="0"/>
                <a:ea typeface="楷体" panose="02010609060101010101" charset="-122"/>
              </a:rPr>
              <a:t>管理信息系统开发的阶段</a:t>
            </a:r>
          </a:p>
        </p:txBody>
      </p:sp>
      <p:sp>
        <p:nvSpPr>
          <p:cNvPr id="6150" name="矩形 41"/>
          <p:cNvSpPr/>
          <p:nvPr>
            <p:custDataLst>
              <p:tags r:id="rId39"/>
            </p:custDataLst>
          </p:nvPr>
        </p:nvSpPr>
        <p:spPr>
          <a:xfrm>
            <a:off x="1422400" y="1213168"/>
            <a:ext cx="914400" cy="400050"/>
          </a:xfrm>
          <a:prstGeom prst="rect">
            <a:avLst/>
          </a:prstGeom>
          <a:noFill/>
          <a:ln w="12700" cap="sq" cmpd="sng">
            <a:solidFill>
              <a:schemeClr val="dk1"/>
            </a:solidFill>
            <a:prstDash val="solid"/>
            <a:miter/>
            <a:headEnd type="none" w="med" len="med"/>
            <a:tailEnd type="none" w="med" len="med"/>
          </a:ln>
        </p:spPr>
        <p:txBody>
          <a:bodyPr lIns="90000" tIns="46800" rIns="90000" bIns="46800"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2000" b="1">
                <a:solidFill>
                  <a:schemeClr val="dk1"/>
                </a:solidFill>
                <a:latin typeface="Times New Roman" panose="02020603050405020304" pitchFamily="18" charset="0"/>
                <a:ea typeface="楷体" panose="02010609060101010101" charset="-122"/>
              </a:rPr>
              <a:t>规划</a:t>
            </a:r>
          </a:p>
        </p:txBody>
      </p:sp>
      <p:sp>
        <p:nvSpPr>
          <p:cNvPr id="6151" name="矩形 42"/>
          <p:cNvSpPr/>
          <p:nvPr>
            <p:custDataLst>
              <p:tags r:id="rId40"/>
            </p:custDataLst>
          </p:nvPr>
        </p:nvSpPr>
        <p:spPr>
          <a:xfrm>
            <a:off x="1422400" y="2100263"/>
            <a:ext cx="914400" cy="400050"/>
          </a:xfrm>
          <a:prstGeom prst="rect">
            <a:avLst/>
          </a:prstGeom>
          <a:noFill/>
          <a:ln w="12700" cap="sq" cmpd="sng">
            <a:solidFill>
              <a:schemeClr val="dk1"/>
            </a:solidFill>
            <a:prstDash val="solid"/>
            <a:miter/>
            <a:headEnd type="none" w="med" len="med"/>
            <a:tailEnd type="none" w="med" len="med"/>
          </a:ln>
        </p:spPr>
        <p:txBody>
          <a:bodyPr lIns="90000" tIns="46800" rIns="90000" bIns="46800"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2000" b="1">
                <a:solidFill>
                  <a:schemeClr val="dk1"/>
                </a:solidFill>
                <a:latin typeface="Times New Roman" panose="02020603050405020304" pitchFamily="18" charset="0"/>
                <a:ea typeface="楷体" panose="02010609060101010101" charset="-122"/>
              </a:rPr>
              <a:t>分析</a:t>
            </a:r>
          </a:p>
        </p:txBody>
      </p:sp>
      <p:sp>
        <p:nvSpPr>
          <p:cNvPr id="6152" name="矩形 43"/>
          <p:cNvSpPr/>
          <p:nvPr>
            <p:custDataLst>
              <p:tags r:id="rId41"/>
            </p:custDataLst>
          </p:nvPr>
        </p:nvSpPr>
        <p:spPr>
          <a:xfrm>
            <a:off x="1422400" y="2819718"/>
            <a:ext cx="914400" cy="400050"/>
          </a:xfrm>
          <a:prstGeom prst="rect">
            <a:avLst/>
          </a:prstGeom>
          <a:noFill/>
          <a:ln w="12700" cap="sq" cmpd="sng">
            <a:solidFill>
              <a:schemeClr val="dk1"/>
            </a:solidFill>
            <a:prstDash val="solid"/>
            <a:miter/>
            <a:headEnd type="none" w="med" len="med"/>
            <a:tailEnd type="none" w="med" len="med"/>
          </a:ln>
        </p:spPr>
        <p:txBody>
          <a:bodyPr lIns="90000" tIns="46800" rIns="90000" bIns="46800"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2000" b="1">
                <a:solidFill>
                  <a:schemeClr val="dk1"/>
                </a:solidFill>
                <a:latin typeface="Times New Roman" panose="02020603050405020304" pitchFamily="18" charset="0"/>
                <a:ea typeface="楷体" panose="02010609060101010101" charset="-122"/>
              </a:rPr>
              <a:t>设计</a:t>
            </a:r>
          </a:p>
        </p:txBody>
      </p:sp>
      <p:sp>
        <p:nvSpPr>
          <p:cNvPr id="6153" name="矩形 44"/>
          <p:cNvSpPr/>
          <p:nvPr>
            <p:custDataLst>
              <p:tags r:id="rId42"/>
            </p:custDataLst>
          </p:nvPr>
        </p:nvSpPr>
        <p:spPr>
          <a:xfrm>
            <a:off x="1422400" y="3684588"/>
            <a:ext cx="914400" cy="400050"/>
          </a:xfrm>
          <a:prstGeom prst="rect">
            <a:avLst/>
          </a:prstGeom>
          <a:noFill/>
          <a:ln w="12700" cap="sq" cmpd="sng">
            <a:solidFill>
              <a:schemeClr val="dk1"/>
            </a:solidFill>
            <a:prstDash val="solid"/>
            <a:miter/>
            <a:headEnd type="none" w="med" len="med"/>
            <a:tailEnd type="none" w="med" len="med"/>
          </a:ln>
        </p:spPr>
        <p:txBody>
          <a:bodyPr lIns="90000" tIns="46800" rIns="90000" bIns="46800"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2000" b="1">
                <a:solidFill>
                  <a:schemeClr val="dk1"/>
                </a:solidFill>
                <a:latin typeface="Times New Roman" panose="02020603050405020304" pitchFamily="18" charset="0"/>
                <a:ea typeface="楷体" panose="02010609060101010101" charset="-122"/>
              </a:rPr>
              <a:t>开发</a:t>
            </a:r>
          </a:p>
        </p:txBody>
      </p:sp>
      <p:sp>
        <p:nvSpPr>
          <p:cNvPr id="6154" name="矩形 45"/>
          <p:cNvSpPr/>
          <p:nvPr>
            <p:custDataLst>
              <p:tags r:id="rId43"/>
            </p:custDataLst>
          </p:nvPr>
        </p:nvSpPr>
        <p:spPr>
          <a:xfrm>
            <a:off x="1422400" y="4525963"/>
            <a:ext cx="914400" cy="400050"/>
          </a:xfrm>
          <a:prstGeom prst="rect">
            <a:avLst/>
          </a:prstGeom>
          <a:noFill/>
          <a:ln w="12700" cap="sq" cmpd="sng">
            <a:solidFill>
              <a:schemeClr val="dk1"/>
            </a:solidFill>
            <a:prstDash val="solid"/>
            <a:miter/>
            <a:headEnd type="none" w="med" len="med"/>
            <a:tailEnd type="none" w="med" len="med"/>
          </a:ln>
        </p:spPr>
        <p:txBody>
          <a:bodyPr lIns="90000" tIns="46800" rIns="90000" bIns="46800"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2000" b="1">
                <a:solidFill>
                  <a:schemeClr val="dk1"/>
                </a:solidFill>
                <a:latin typeface="Times New Roman" panose="02020603050405020304" pitchFamily="18" charset="0"/>
                <a:ea typeface="楷体" panose="02010609060101010101" charset="-122"/>
              </a:rPr>
              <a:t>测试</a:t>
            </a:r>
          </a:p>
        </p:txBody>
      </p:sp>
      <p:sp>
        <p:nvSpPr>
          <p:cNvPr id="6155" name="矩形 46"/>
          <p:cNvSpPr/>
          <p:nvPr>
            <p:custDataLst>
              <p:tags r:id="rId44"/>
            </p:custDataLst>
          </p:nvPr>
        </p:nvSpPr>
        <p:spPr>
          <a:xfrm>
            <a:off x="1422400" y="5389563"/>
            <a:ext cx="914400" cy="400050"/>
          </a:xfrm>
          <a:prstGeom prst="rect">
            <a:avLst/>
          </a:prstGeom>
          <a:noFill/>
          <a:ln w="12700" cap="sq" cmpd="sng">
            <a:solidFill>
              <a:schemeClr val="dk1"/>
            </a:solidFill>
            <a:prstDash val="solid"/>
            <a:miter/>
            <a:headEnd type="none" w="med" len="med"/>
            <a:tailEnd type="none" w="med" len="med"/>
          </a:ln>
        </p:spPr>
        <p:txBody>
          <a:bodyPr lIns="90000" tIns="46800" rIns="90000" bIns="46800"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2000" b="1">
                <a:solidFill>
                  <a:schemeClr val="dk1"/>
                </a:solidFill>
                <a:latin typeface="Times New Roman" panose="02020603050405020304" pitchFamily="18" charset="0"/>
                <a:ea typeface="楷体" panose="02010609060101010101" charset="-122"/>
              </a:rPr>
              <a:t>实施</a:t>
            </a:r>
          </a:p>
        </p:txBody>
      </p:sp>
      <p:sp>
        <p:nvSpPr>
          <p:cNvPr id="6156" name="矩形 47"/>
          <p:cNvSpPr/>
          <p:nvPr>
            <p:custDataLst>
              <p:tags r:id="rId45"/>
            </p:custDataLst>
          </p:nvPr>
        </p:nvSpPr>
        <p:spPr>
          <a:xfrm>
            <a:off x="1422400" y="6182043"/>
            <a:ext cx="914400" cy="400050"/>
          </a:xfrm>
          <a:prstGeom prst="rect">
            <a:avLst/>
          </a:prstGeom>
          <a:noFill/>
          <a:ln w="12700" cap="sq" cmpd="sng">
            <a:solidFill>
              <a:schemeClr val="dk1"/>
            </a:solidFill>
            <a:prstDash val="solid"/>
            <a:miter/>
            <a:headEnd type="none" w="med" len="med"/>
            <a:tailEnd type="none" w="med" len="med"/>
          </a:ln>
        </p:spPr>
        <p:txBody>
          <a:bodyPr lIns="90000" tIns="46800" rIns="90000" bIns="46800"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2000" b="1">
                <a:solidFill>
                  <a:schemeClr val="dk1"/>
                </a:solidFill>
                <a:latin typeface="Times New Roman" panose="02020603050405020304" pitchFamily="18" charset="0"/>
                <a:ea typeface="楷体" panose="02010609060101010101" charset="-122"/>
              </a:rPr>
              <a:t>维护</a:t>
            </a:r>
          </a:p>
        </p:txBody>
      </p:sp>
      <p:sp>
        <p:nvSpPr>
          <p:cNvPr id="6157" name="直接连接符 48"/>
          <p:cNvSpPr/>
          <p:nvPr>
            <p:custDataLst>
              <p:tags r:id="rId46"/>
            </p:custDataLst>
          </p:nvPr>
        </p:nvSpPr>
        <p:spPr>
          <a:xfrm flipH="1">
            <a:off x="1854200" y="1640205"/>
            <a:ext cx="0" cy="431800"/>
          </a:xfrm>
          <a:prstGeom prst="line">
            <a:avLst/>
          </a:prstGeom>
          <a:ln w="12700" cap="sq" cmpd="sng">
            <a:solidFill>
              <a:schemeClr val="dk1"/>
            </a:solidFill>
            <a:prstDash val="solid"/>
            <a:headEnd type="none" w="med" len="med"/>
            <a:tailEnd type="triangle" w="med" len="med"/>
          </a:ln>
        </p:spPr>
      </p:sp>
      <p:sp>
        <p:nvSpPr>
          <p:cNvPr id="6158" name="直接连接符 49"/>
          <p:cNvSpPr/>
          <p:nvPr>
            <p:custDataLst>
              <p:tags r:id="rId47"/>
            </p:custDataLst>
          </p:nvPr>
        </p:nvSpPr>
        <p:spPr>
          <a:xfrm flipH="1">
            <a:off x="1854200" y="2505075"/>
            <a:ext cx="0" cy="358775"/>
          </a:xfrm>
          <a:prstGeom prst="line">
            <a:avLst/>
          </a:prstGeom>
          <a:ln w="12700" cap="sq" cmpd="sng">
            <a:solidFill>
              <a:schemeClr val="dk1"/>
            </a:solidFill>
            <a:prstDash val="solid"/>
            <a:headEnd type="none" w="med" len="med"/>
            <a:tailEnd type="triangle" w="med" len="med"/>
          </a:ln>
        </p:spPr>
      </p:sp>
      <p:sp>
        <p:nvSpPr>
          <p:cNvPr id="6159" name="直接连接符 50"/>
          <p:cNvSpPr/>
          <p:nvPr>
            <p:custDataLst>
              <p:tags r:id="rId48"/>
            </p:custDataLst>
          </p:nvPr>
        </p:nvSpPr>
        <p:spPr>
          <a:xfrm flipH="1">
            <a:off x="1854200" y="3224530"/>
            <a:ext cx="0" cy="431800"/>
          </a:xfrm>
          <a:prstGeom prst="line">
            <a:avLst/>
          </a:prstGeom>
          <a:ln w="12700" cap="sq" cmpd="sng">
            <a:solidFill>
              <a:schemeClr val="dk1"/>
            </a:solidFill>
            <a:prstDash val="solid"/>
            <a:headEnd type="none" w="med" len="med"/>
            <a:tailEnd type="triangle" w="med" len="med"/>
          </a:ln>
        </p:spPr>
      </p:sp>
      <p:sp>
        <p:nvSpPr>
          <p:cNvPr id="6160" name="直接连接符 51"/>
          <p:cNvSpPr/>
          <p:nvPr>
            <p:custDataLst>
              <p:tags r:id="rId49"/>
            </p:custDataLst>
          </p:nvPr>
        </p:nvSpPr>
        <p:spPr>
          <a:xfrm flipH="1">
            <a:off x="1854200" y="4089400"/>
            <a:ext cx="0" cy="431800"/>
          </a:xfrm>
          <a:prstGeom prst="line">
            <a:avLst/>
          </a:prstGeom>
          <a:ln w="12700" cap="sq" cmpd="sng">
            <a:solidFill>
              <a:schemeClr val="dk1"/>
            </a:solidFill>
            <a:prstDash val="solid"/>
            <a:headEnd type="none" w="med" len="med"/>
            <a:tailEnd type="triangle" w="med" len="med"/>
          </a:ln>
        </p:spPr>
      </p:sp>
      <p:sp>
        <p:nvSpPr>
          <p:cNvPr id="6161" name="直接连接符 52"/>
          <p:cNvSpPr/>
          <p:nvPr>
            <p:custDataLst>
              <p:tags r:id="rId50"/>
            </p:custDataLst>
          </p:nvPr>
        </p:nvSpPr>
        <p:spPr>
          <a:xfrm flipH="1">
            <a:off x="1854200" y="4953000"/>
            <a:ext cx="0" cy="431800"/>
          </a:xfrm>
          <a:prstGeom prst="line">
            <a:avLst/>
          </a:prstGeom>
          <a:ln w="12700" cap="sq" cmpd="sng">
            <a:solidFill>
              <a:schemeClr val="dk1"/>
            </a:solidFill>
            <a:prstDash val="solid"/>
            <a:headEnd type="none" w="med" len="med"/>
            <a:tailEnd type="triangle" w="med" len="med"/>
          </a:ln>
        </p:spPr>
      </p:sp>
      <p:sp>
        <p:nvSpPr>
          <p:cNvPr id="6162" name="直接连接符 53"/>
          <p:cNvSpPr/>
          <p:nvPr>
            <p:custDataLst>
              <p:tags r:id="rId51"/>
            </p:custDataLst>
          </p:nvPr>
        </p:nvSpPr>
        <p:spPr>
          <a:xfrm flipH="1">
            <a:off x="1854200" y="5816600"/>
            <a:ext cx="0" cy="360045"/>
          </a:xfrm>
          <a:prstGeom prst="line">
            <a:avLst/>
          </a:prstGeom>
          <a:ln w="12700" cap="sq" cmpd="sng">
            <a:solidFill>
              <a:schemeClr val="dk1"/>
            </a:solidFill>
            <a:prstDash val="solid"/>
            <a:headEnd type="none" w="med" len="med"/>
            <a:tailEnd type="triangle" w="med" len="med"/>
          </a:ln>
        </p:spPr>
      </p:sp>
      <p:sp>
        <p:nvSpPr>
          <p:cNvPr id="6163" name="左大括号 54"/>
          <p:cNvSpPr/>
          <p:nvPr>
            <p:custDataLst>
              <p:tags r:id="rId52"/>
            </p:custDataLst>
          </p:nvPr>
        </p:nvSpPr>
        <p:spPr>
          <a:xfrm>
            <a:off x="990600" y="3872230"/>
            <a:ext cx="287655" cy="1800225"/>
          </a:xfrm>
          <a:prstGeom prst="leftBrace">
            <a:avLst>
              <a:gd name="adj1" fmla="val 52180"/>
              <a:gd name="adj2" fmla="val 50000"/>
            </a:avLst>
          </a:prstGeom>
          <a:noFill/>
          <a:ln w="12700" cap="sq" cmpd="sng">
            <a:solidFill>
              <a:schemeClr val="dk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000" b="1">
              <a:solidFill>
                <a:schemeClr val="dk1"/>
              </a:solidFill>
              <a:latin typeface="微软雅黑" panose="020B0503020204020204" charset="-122"/>
              <a:ea typeface="微软雅黑" panose="020B0503020204020204" charset="-122"/>
            </a:endParaRPr>
          </a:p>
        </p:txBody>
      </p:sp>
      <p:sp>
        <p:nvSpPr>
          <p:cNvPr id="6164" name="矩形 55"/>
          <p:cNvSpPr/>
          <p:nvPr>
            <p:custDataLst>
              <p:tags r:id="rId53"/>
            </p:custDataLst>
          </p:nvPr>
        </p:nvSpPr>
        <p:spPr>
          <a:xfrm>
            <a:off x="219075" y="4519613"/>
            <a:ext cx="914400" cy="400050"/>
          </a:xfrm>
          <a:prstGeom prst="rect">
            <a:avLst/>
          </a:prstGeom>
          <a:noFill/>
          <a:ln w="12700">
            <a:noFill/>
          </a:ln>
        </p:spPr>
        <p:txBody>
          <a:bodyPr lIns="90000" tIns="46800" rIns="90000" bIns="46800"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2000" b="1">
                <a:solidFill>
                  <a:schemeClr val="dk1"/>
                </a:solidFill>
                <a:latin typeface="Times New Roman" panose="02020603050405020304" pitchFamily="18" charset="0"/>
                <a:ea typeface="楷体" panose="02010609060101010101" charset="-122"/>
              </a:rPr>
              <a:t>实施</a:t>
            </a:r>
          </a:p>
        </p:txBody>
      </p:sp>
      <p:sp>
        <p:nvSpPr>
          <p:cNvPr id="6165" name="文本框 312337"/>
          <p:cNvSpPr txBox="1"/>
          <p:nvPr>
            <p:custDataLst>
              <p:tags r:id="rId54"/>
            </p:custDataLst>
          </p:nvPr>
        </p:nvSpPr>
        <p:spPr>
          <a:xfrm>
            <a:off x="4140200" y="992505"/>
            <a:ext cx="4776470" cy="923290"/>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定义开发的系统</a:t>
            </a:r>
          </a:p>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确定项目范围</a:t>
            </a:r>
          </a:p>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制定项目计划（包括任务、资源和时间框架）</a:t>
            </a:r>
          </a:p>
        </p:txBody>
      </p:sp>
      <p:sp>
        <p:nvSpPr>
          <p:cNvPr id="6166" name="文本框 312338"/>
          <p:cNvSpPr txBox="1"/>
          <p:nvPr>
            <p:custDataLst>
              <p:tags r:id="rId55"/>
            </p:custDataLst>
          </p:nvPr>
        </p:nvSpPr>
        <p:spPr>
          <a:xfrm>
            <a:off x="4086225" y="2138680"/>
            <a:ext cx="2247900" cy="369570"/>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为系统收集用户需求</a:t>
            </a:r>
          </a:p>
        </p:txBody>
      </p:sp>
      <p:sp>
        <p:nvSpPr>
          <p:cNvPr id="6167" name="文本框 312339"/>
          <p:cNvSpPr txBox="1"/>
          <p:nvPr>
            <p:custDataLst>
              <p:tags r:id="rId56"/>
            </p:custDataLst>
          </p:nvPr>
        </p:nvSpPr>
        <p:spPr>
          <a:xfrm>
            <a:off x="4157980" y="2656205"/>
            <a:ext cx="2707640" cy="646430"/>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设计支持系统的技术框架</a:t>
            </a:r>
          </a:p>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设计系统模块</a:t>
            </a:r>
          </a:p>
        </p:txBody>
      </p:sp>
      <p:sp>
        <p:nvSpPr>
          <p:cNvPr id="6168" name="文本框 312340"/>
          <p:cNvSpPr txBox="1"/>
          <p:nvPr>
            <p:custDataLst>
              <p:tags r:id="rId57"/>
            </p:custDataLst>
          </p:nvPr>
        </p:nvSpPr>
        <p:spPr>
          <a:xfrm>
            <a:off x="4157980" y="3448050"/>
            <a:ext cx="2018030" cy="646430"/>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建立技术构架</a:t>
            </a:r>
          </a:p>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建立数据库和程序</a:t>
            </a:r>
          </a:p>
        </p:txBody>
      </p:sp>
      <p:sp>
        <p:nvSpPr>
          <p:cNvPr id="6169" name="文本框 312341"/>
          <p:cNvSpPr txBox="1"/>
          <p:nvPr>
            <p:custDataLst>
              <p:tags r:id="rId58"/>
            </p:custDataLst>
          </p:nvPr>
        </p:nvSpPr>
        <p:spPr>
          <a:xfrm>
            <a:off x="4157980" y="4383405"/>
            <a:ext cx="2018030" cy="646430"/>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编写测试条件</a:t>
            </a:r>
          </a:p>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完成对系统的测试</a:t>
            </a:r>
          </a:p>
        </p:txBody>
      </p:sp>
      <p:sp>
        <p:nvSpPr>
          <p:cNvPr id="6170" name="文本框 312342"/>
          <p:cNvSpPr txBox="1"/>
          <p:nvPr>
            <p:custDataLst>
              <p:tags r:id="rId59"/>
            </p:custDataLst>
          </p:nvPr>
        </p:nvSpPr>
        <p:spPr>
          <a:xfrm>
            <a:off x="4157980" y="5248275"/>
            <a:ext cx="2477770" cy="646430"/>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编写详细的用户说明书</a:t>
            </a:r>
          </a:p>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为系统用户提供培训</a:t>
            </a:r>
          </a:p>
        </p:txBody>
      </p:sp>
      <p:sp>
        <p:nvSpPr>
          <p:cNvPr id="6171" name="文本框 312343"/>
          <p:cNvSpPr txBox="1"/>
          <p:nvPr>
            <p:custDataLst>
              <p:tags r:id="rId60"/>
            </p:custDataLst>
          </p:nvPr>
        </p:nvSpPr>
        <p:spPr>
          <a:xfrm>
            <a:off x="4181475" y="6111875"/>
            <a:ext cx="2707640" cy="646430"/>
          </a:xfrm>
          <a:prstGeom prst="rect">
            <a:avLst/>
          </a:prstGeom>
          <a:noFill/>
          <a:ln w="12700">
            <a:noFill/>
          </a:ln>
        </p:spPr>
        <p:txBody>
          <a:bodyPr wrap="non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建立帮助以支持系统用户</a:t>
            </a:r>
          </a:p>
          <a:p>
            <a:pPr marL="0" lvl="0" indent="0" eaLnBrk="1" hangingPunct="1">
              <a:spcBef>
                <a:spcPct val="0"/>
              </a:spcBef>
              <a:buClrTx/>
              <a:buSzTx/>
              <a:buFontTx/>
              <a:buNone/>
            </a:pPr>
            <a:r>
              <a:rPr lang="zh-CN" altLang="en-US" sz="1800" b="1">
                <a:solidFill>
                  <a:schemeClr val="dk1"/>
                </a:solidFill>
                <a:latin typeface="Times New Roman" panose="02020603050405020304" pitchFamily="18" charset="0"/>
                <a:ea typeface="楷体" panose="02010609060101010101" charset="-122"/>
              </a:rPr>
              <a:t>对系统需求变化提供支持</a:t>
            </a:r>
          </a:p>
        </p:txBody>
      </p:sp>
      <p:sp>
        <p:nvSpPr>
          <p:cNvPr id="6172" name="左大括号 63"/>
          <p:cNvSpPr/>
          <p:nvPr>
            <p:custDataLst>
              <p:tags r:id="rId61"/>
            </p:custDataLst>
          </p:nvPr>
        </p:nvSpPr>
        <p:spPr>
          <a:xfrm>
            <a:off x="3799205" y="1059180"/>
            <a:ext cx="358775" cy="720725"/>
          </a:xfrm>
          <a:prstGeom prst="leftBrace">
            <a:avLst>
              <a:gd name="adj1" fmla="val 16731"/>
              <a:gd name="adj2" fmla="val 50000"/>
            </a:avLst>
          </a:prstGeom>
          <a:noFill/>
          <a:ln w="12700" cap="sq" cmpd="sng">
            <a:solidFill>
              <a:schemeClr val="dk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000" b="1">
              <a:solidFill>
                <a:schemeClr val="dk1"/>
              </a:solidFill>
              <a:latin typeface="微软雅黑" panose="020B0503020204020204" charset="-122"/>
              <a:ea typeface="微软雅黑" panose="020B0503020204020204" charset="-122"/>
            </a:endParaRPr>
          </a:p>
        </p:txBody>
      </p:sp>
      <p:sp>
        <p:nvSpPr>
          <p:cNvPr id="6173" name="左大括号 64"/>
          <p:cNvSpPr/>
          <p:nvPr>
            <p:custDataLst>
              <p:tags r:id="rId62"/>
            </p:custDataLst>
          </p:nvPr>
        </p:nvSpPr>
        <p:spPr>
          <a:xfrm>
            <a:off x="3942080" y="2792730"/>
            <a:ext cx="215900" cy="431800"/>
          </a:xfrm>
          <a:prstGeom prst="leftBrace">
            <a:avLst>
              <a:gd name="adj1" fmla="val 16657"/>
              <a:gd name="adj2" fmla="val 50000"/>
            </a:avLst>
          </a:prstGeom>
          <a:noFill/>
          <a:ln w="12700" cap="sq" cmpd="sng">
            <a:solidFill>
              <a:schemeClr val="dk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000" b="1">
              <a:solidFill>
                <a:schemeClr val="dk1"/>
              </a:solidFill>
              <a:latin typeface="微软雅黑" panose="020B0503020204020204" charset="-122"/>
              <a:ea typeface="微软雅黑" panose="020B0503020204020204" charset="-122"/>
            </a:endParaRPr>
          </a:p>
        </p:txBody>
      </p:sp>
      <p:sp>
        <p:nvSpPr>
          <p:cNvPr id="6174" name="左大括号 65"/>
          <p:cNvSpPr/>
          <p:nvPr>
            <p:custDataLst>
              <p:tags r:id="rId63"/>
            </p:custDataLst>
          </p:nvPr>
        </p:nvSpPr>
        <p:spPr>
          <a:xfrm>
            <a:off x="3942080" y="3584575"/>
            <a:ext cx="215900" cy="431800"/>
          </a:xfrm>
          <a:prstGeom prst="leftBrace">
            <a:avLst>
              <a:gd name="adj1" fmla="val 16657"/>
              <a:gd name="adj2" fmla="val 50000"/>
            </a:avLst>
          </a:prstGeom>
          <a:noFill/>
          <a:ln w="12700" cap="sq" cmpd="sng">
            <a:solidFill>
              <a:schemeClr val="dk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000" b="1">
              <a:solidFill>
                <a:schemeClr val="dk1"/>
              </a:solidFill>
              <a:latin typeface="微软雅黑" panose="020B0503020204020204" charset="-122"/>
              <a:ea typeface="微软雅黑" panose="020B0503020204020204" charset="-122"/>
            </a:endParaRPr>
          </a:p>
        </p:txBody>
      </p:sp>
      <p:sp>
        <p:nvSpPr>
          <p:cNvPr id="6175" name="左大括号 66"/>
          <p:cNvSpPr/>
          <p:nvPr>
            <p:custDataLst>
              <p:tags r:id="rId64"/>
            </p:custDataLst>
          </p:nvPr>
        </p:nvSpPr>
        <p:spPr>
          <a:xfrm>
            <a:off x="3942080" y="4448175"/>
            <a:ext cx="215900" cy="431800"/>
          </a:xfrm>
          <a:prstGeom prst="leftBrace">
            <a:avLst>
              <a:gd name="adj1" fmla="val 16657"/>
              <a:gd name="adj2" fmla="val 50000"/>
            </a:avLst>
          </a:prstGeom>
          <a:noFill/>
          <a:ln w="12700" cap="sq" cmpd="sng">
            <a:solidFill>
              <a:schemeClr val="dk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000" b="1">
              <a:solidFill>
                <a:schemeClr val="dk1"/>
              </a:solidFill>
              <a:latin typeface="微软雅黑" panose="020B0503020204020204" charset="-122"/>
              <a:ea typeface="微软雅黑" panose="020B0503020204020204" charset="-122"/>
            </a:endParaRPr>
          </a:p>
        </p:txBody>
      </p:sp>
      <p:sp>
        <p:nvSpPr>
          <p:cNvPr id="6176" name="左大括号 67"/>
          <p:cNvSpPr/>
          <p:nvPr>
            <p:custDataLst>
              <p:tags r:id="rId65"/>
            </p:custDataLst>
          </p:nvPr>
        </p:nvSpPr>
        <p:spPr>
          <a:xfrm>
            <a:off x="3942080" y="5384800"/>
            <a:ext cx="215900" cy="431800"/>
          </a:xfrm>
          <a:prstGeom prst="leftBrace">
            <a:avLst>
              <a:gd name="adj1" fmla="val 16657"/>
              <a:gd name="adj2" fmla="val 50000"/>
            </a:avLst>
          </a:prstGeom>
          <a:noFill/>
          <a:ln w="12700" cap="sq" cmpd="sng">
            <a:solidFill>
              <a:schemeClr val="dk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000" b="1">
              <a:solidFill>
                <a:schemeClr val="dk1"/>
              </a:solidFill>
              <a:latin typeface="微软雅黑" panose="020B0503020204020204" charset="-122"/>
              <a:ea typeface="微软雅黑" panose="020B0503020204020204" charset="-122"/>
            </a:endParaRPr>
          </a:p>
        </p:txBody>
      </p:sp>
      <p:sp>
        <p:nvSpPr>
          <p:cNvPr id="6177" name="左大括号 68"/>
          <p:cNvSpPr/>
          <p:nvPr>
            <p:custDataLst>
              <p:tags r:id="rId66"/>
            </p:custDataLst>
          </p:nvPr>
        </p:nvSpPr>
        <p:spPr>
          <a:xfrm>
            <a:off x="4015105" y="6248400"/>
            <a:ext cx="215900" cy="431800"/>
          </a:xfrm>
          <a:prstGeom prst="leftBrace">
            <a:avLst>
              <a:gd name="adj1" fmla="val 16657"/>
              <a:gd name="adj2" fmla="val 50000"/>
            </a:avLst>
          </a:prstGeom>
          <a:noFill/>
          <a:ln w="12700" cap="sq" cmpd="sng">
            <a:solidFill>
              <a:schemeClr val="dk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000" b="1">
              <a:solidFill>
                <a:schemeClr val="dk1"/>
              </a:solidFill>
              <a:latin typeface="微软雅黑" panose="020B0503020204020204" charset="-122"/>
              <a:ea typeface="微软雅黑" panose="020B0503020204020204" charset="-122"/>
            </a:endParaRPr>
          </a:p>
        </p:txBody>
      </p:sp>
      <p:sp>
        <p:nvSpPr>
          <p:cNvPr id="6178" name="直接连接符 69"/>
          <p:cNvSpPr/>
          <p:nvPr>
            <p:custDataLst>
              <p:tags r:id="rId67"/>
            </p:custDataLst>
          </p:nvPr>
        </p:nvSpPr>
        <p:spPr>
          <a:xfrm>
            <a:off x="2359025" y="1419225"/>
            <a:ext cx="1367155" cy="0"/>
          </a:xfrm>
          <a:prstGeom prst="line">
            <a:avLst/>
          </a:prstGeom>
          <a:ln w="12700" cap="sq" cmpd="sng">
            <a:solidFill>
              <a:schemeClr val="dk1"/>
            </a:solidFill>
            <a:prstDash val="solid"/>
            <a:headEnd type="none" w="med" len="med"/>
            <a:tailEnd type="none" w="med" len="med"/>
          </a:ln>
        </p:spPr>
      </p:sp>
      <p:sp>
        <p:nvSpPr>
          <p:cNvPr id="6179" name="直接连接符 70"/>
          <p:cNvSpPr/>
          <p:nvPr>
            <p:custDataLst>
              <p:tags r:id="rId68"/>
            </p:custDataLst>
          </p:nvPr>
        </p:nvSpPr>
        <p:spPr>
          <a:xfrm>
            <a:off x="2359025" y="2289175"/>
            <a:ext cx="1798955" cy="0"/>
          </a:xfrm>
          <a:prstGeom prst="line">
            <a:avLst/>
          </a:prstGeom>
          <a:ln w="12700" cap="sq" cmpd="sng">
            <a:solidFill>
              <a:schemeClr val="dk1"/>
            </a:solidFill>
            <a:prstDash val="solid"/>
            <a:headEnd type="none" w="med" len="med"/>
            <a:tailEnd type="none" w="med" len="med"/>
          </a:ln>
        </p:spPr>
      </p:sp>
      <p:sp>
        <p:nvSpPr>
          <p:cNvPr id="6180" name="直接连接符 71"/>
          <p:cNvSpPr/>
          <p:nvPr>
            <p:custDataLst>
              <p:tags r:id="rId69"/>
            </p:custDataLst>
          </p:nvPr>
        </p:nvSpPr>
        <p:spPr>
          <a:xfrm>
            <a:off x="2359025" y="3008630"/>
            <a:ext cx="1511300" cy="0"/>
          </a:xfrm>
          <a:prstGeom prst="line">
            <a:avLst/>
          </a:prstGeom>
          <a:ln w="12700" cap="sq" cmpd="sng">
            <a:solidFill>
              <a:schemeClr val="dk1"/>
            </a:solidFill>
            <a:prstDash val="solid"/>
            <a:headEnd type="none" w="med" len="med"/>
            <a:tailEnd type="none" w="med" len="med"/>
          </a:ln>
        </p:spPr>
      </p:sp>
      <p:sp>
        <p:nvSpPr>
          <p:cNvPr id="6181" name="直接连接符 72"/>
          <p:cNvSpPr/>
          <p:nvPr>
            <p:custDataLst>
              <p:tags r:id="rId70"/>
            </p:custDataLst>
          </p:nvPr>
        </p:nvSpPr>
        <p:spPr>
          <a:xfrm>
            <a:off x="2359025" y="3800475"/>
            <a:ext cx="1511300" cy="0"/>
          </a:xfrm>
          <a:prstGeom prst="line">
            <a:avLst/>
          </a:prstGeom>
          <a:ln w="12700" cap="sq" cmpd="sng">
            <a:solidFill>
              <a:schemeClr val="dk1"/>
            </a:solidFill>
            <a:prstDash val="solid"/>
            <a:headEnd type="none" w="med" len="med"/>
            <a:tailEnd type="none" w="med" len="med"/>
          </a:ln>
        </p:spPr>
      </p:sp>
      <p:sp>
        <p:nvSpPr>
          <p:cNvPr id="6182" name="直接连接符 73"/>
          <p:cNvSpPr/>
          <p:nvPr>
            <p:custDataLst>
              <p:tags r:id="rId71"/>
            </p:custDataLst>
          </p:nvPr>
        </p:nvSpPr>
        <p:spPr>
          <a:xfrm>
            <a:off x="2359025" y="4664075"/>
            <a:ext cx="1511300" cy="0"/>
          </a:xfrm>
          <a:prstGeom prst="line">
            <a:avLst/>
          </a:prstGeom>
          <a:ln w="12700" cap="sq" cmpd="sng">
            <a:solidFill>
              <a:schemeClr val="dk1"/>
            </a:solidFill>
            <a:prstDash val="solid"/>
            <a:headEnd type="none" w="med" len="med"/>
            <a:tailEnd type="none" w="med" len="med"/>
          </a:ln>
        </p:spPr>
      </p:sp>
      <p:sp>
        <p:nvSpPr>
          <p:cNvPr id="6183" name="直接连接符 74"/>
          <p:cNvSpPr/>
          <p:nvPr>
            <p:custDataLst>
              <p:tags r:id="rId72"/>
            </p:custDataLst>
          </p:nvPr>
        </p:nvSpPr>
        <p:spPr>
          <a:xfrm>
            <a:off x="2359025" y="5600700"/>
            <a:ext cx="1511300" cy="0"/>
          </a:xfrm>
          <a:prstGeom prst="line">
            <a:avLst/>
          </a:prstGeom>
          <a:ln w="12700" cap="sq" cmpd="sng">
            <a:solidFill>
              <a:schemeClr val="dk1"/>
            </a:solidFill>
            <a:prstDash val="solid"/>
            <a:headEnd type="none" w="med" len="med"/>
            <a:tailEnd type="none" w="med" len="med"/>
          </a:ln>
        </p:spPr>
      </p:sp>
      <p:sp>
        <p:nvSpPr>
          <p:cNvPr id="6184" name="直接连接符 75"/>
          <p:cNvSpPr/>
          <p:nvPr>
            <p:custDataLst>
              <p:tags r:id="rId73"/>
            </p:custDataLst>
          </p:nvPr>
        </p:nvSpPr>
        <p:spPr>
          <a:xfrm>
            <a:off x="2359025" y="6464300"/>
            <a:ext cx="1511300" cy="0"/>
          </a:xfrm>
          <a:prstGeom prst="line">
            <a:avLst/>
          </a:prstGeom>
          <a:ln w="12700" cap="sq" cmpd="sng">
            <a:solidFill>
              <a:schemeClr val="dk1"/>
            </a:solidFill>
            <a:prstDash val="solid"/>
            <a:headEnd type="none" w="med" len="med"/>
            <a:tailEnd type="none" w="med" len="med"/>
          </a:ln>
        </p:spPr>
      </p:sp>
      <p:sp>
        <p:nvSpPr>
          <p:cNvPr id="77" name="矩形 76"/>
          <p:cNvSpPr/>
          <p:nvPr>
            <p:custDataLst>
              <p:tags r:id="rId74"/>
            </p:custDataLst>
          </p:nvPr>
        </p:nvSpPr>
        <p:spPr>
          <a:xfrm>
            <a:off x="332581" y="3508375"/>
            <a:ext cx="8478838" cy="3239133"/>
          </a:xfrm>
          <a:prstGeom prst="rect">
            <a:avLst/>
          </a:prstGeom>
          <a:noFill/>
          <a:ln w="28575" cap="flat" cmpd="sng">
            <a:solidFill>
              <a:srgbClr val="0070C0"/>
            </a:solidFill>
            <a:prstDash val="lgDash"/>
            <a:round/>
            <a:headEnd type="none" w="med" len="med"/>
            <a:tailEnd type="none" w="med" len="med"/>
          </a:ln>
        </p:spPr>
        <p:txBody>
          <a:bodyPr wrap="none"/>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400">
              <a:solidFill>
                <a:schemeClr val="dk1"/>
              </a:solidFill>
              <a:latin typeface="微软雅黑" panose="020B0503020204020204" charset="-122"/>
              <a:ea typeface="微软雅黑" panose="020B0503020204020204" charset="-122"/>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7" r:link="rId8"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9" r:link="rId10"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73730" name="Text Box 3"/>
          <p:cNvSpPr txBox="1"/>
          <p:nvPr>
            <p:custDataLst>
              <p:tags r:id="rId4"/>
            </p:custDataLst>
          </p:nvPr>
        </p:nvSpPr>
        <p:spPr>
          <a:xfrm>
            <a:off x="1979712" y="1772816"/>
            <a:ext cx="6324600" cy="396938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eaLnBrk="1" hangingPunct="1">
              <a:spcBef>
                <a:spcPct val="100000"/>
              </a:spcBef>
              <a:buClr>
                <a:srgbClr val="FF0000"/>
              </a:buClr>
              <a:buSzTx/>
              <a:buFontTx/>
              <a:buNone/>
            </a:pP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第</a:t>
            </a:r>
            <a:r>
              <a:rPr lang="en-US" altLang="zh-CN" sz="3600" b="1" dirty="0">
                <a:solidFill>
                  <a:schemeClr val="dk1"/>
                </a:solidFill>
                <a:latin typeface="Times New Roman" panose="02020603050405020304" pitchFamily="18" charset="0"/>
                <a:ea typeface="楷体" panose="02010609060101010101" charset="-122"/>
                <a:cs typeface="微软雅黑" panose="020B0503020204020204" charset="-122"/>
              </a:rPr>
              <a:t>1</a:t>
            </a: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节  信息系统实施概述</a:t>
            </a:r>
          </a:p>
          <a:p>
            <a:pPr marL="0" lvl="0" indent="0" eaLnBrk="1" hangingPunct="1">
              <a:spcBef>
                <a:spcPct val="100000"/>
              </a:spcBef>
              <a:buClr>
                <a:srgbClr val="FF0000"/>
              </a:buClr>
              <a:buSzTx/>
              <a:buFontTx/>
              <a:buNone/>
            </a:pP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第</a:t>
            </a:r>
            <a:r>
              <a:rPr lang="en-US" altLang="zh-CN" sz="3600" b="1" dirty="0">
                <a:solidFill>
                  <a:schemeClr val="dk1"/>
                </a:solidFill>
                <a:latin typeface="Times New Roman" panose="02020603050405020304" pitchFamily="18" charset="0"/>
                <a:ea typeface="楷体" panose="02010609060101010101" charset="-122"/>
                <a:cs typeface="微软雅黑" panose="020B0503020204020204" charset="-122"/>
              </a:rPr>
              <a:t>2</a:t>
            </a: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节  信息系统调试</a:t>
            </a:r>
          </a:p>
          <a:p>
            <a:pPr marL="0" lvl="0" indent="0" eaLnBrk="1" hangingPunct="1">
              <a:spcBef>
                <a:spcPct val="100000"/>
              </a:spcBef>
              <a:buClr>
                <a:srgbClr val="FF0000"/>
              </a:buClr>
              <a:buSzTx/>
              <a:buFontTx/>
              <a:buNone/>
            </a:pP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第</a:t>
            </a:r>
            <a:r>
              <a:rPr lang="en-US" altLang="zh-CN" sz="3600" b="1" dirty="0">
                <a:solidFill>
                  <a:schemeClr val="dk1"/>
                </a:solidFill>
                <a:latin typeface="Times New Roman" panose="02020603050405020304" pitchFamily="18" charset="0"/>
                <a:ea typeface="楷体" panose="02010609060101010101" charset="-122"/>
                <a:cs typeface="微软雅黑" panose="020B0503020204020204" charset="-122"/>
              </a:rPr>
              <a:t>3</a:t>
            </a: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节   信息系统转换</a:t>
            </a:r>
          </a:p>
          <a:p>
            <a:pPr marL="0" lvl="0" indent="0" eaLnBrk="1" hangingPunct="1">
              <a:spcBef>
                <a:spcPct val="100000"/>
              </a:spcBef>
              <a:buClr>
                <a:srgbClr val="FF0000"/>
              </a:buClr>
              <a:buSzTx/>
              <a:buFontTx/>
              <a:buNone/>
            </a:pP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第</a:t>
            </a:r>
            <a:r>
              <a:rPr lang="en-US" altLang="zh-CN" sz="3600" b="1" dirty="0">
                <a:solidFill>
                  <a:schemeClr val="dk1"/>
                </a:solidFill>
                <a:latin typeface="Times New Roman" panose="02020603050405020304" pitchFamily="18" charset="0"/>
                <a:ea typeface="楷体" panose="02010609060101010101" charset="-122"/>
                <a:cs typeface="微软雅黑" panose="020B0503020204020204" charset="-122"/>
              </a:rPr>
              <a:t>4</a:t>
            </a: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节   信息系统运行与维护</a:t>
            </a:r>
          </a:p>
        </p:txBody>
      </p:sp>
      <p:sp>
        <p:nvSpPr>
          <p:cNvPr id="690181" name="Rectangle 5"/>
          <p:cNvSpPr>
            <a:spLocks noGrp="1" noChangeArrowheads="1"/>
          </p:cNvSpPr>
          <p:nvPr>
            <p:ph type="title" idx="4294967295"/>
          </p:nvPr>
        </p:nvSpPr>
        <p:spPr>
          <a:xfrm>
            <a:off x="831532" y="476672"/>
            <a:ext cx="7772400" cy="1143000"/>
          </a:xfrm>
          <a:noFill/>
          <a:ln>
            <a:noFill/>
          </a:ln>
          <a:effectLst/>
        </p:spPr>
        <p:txBody>
          <a:bodyPr vert="horz" wrap="square" lIns="92075" tIns="46038" rIns="92075" bIns="46038" numCol="1" anchor="ctr" anchorCtr="0" compatLnSpc="1">
            <a:noAutofit/>
          </a:bodyPr>
          <a:lstStyle>
            <a:lvl1pPr algn="ctr" rtl="0" eaLnBrk="0" fontAlgn="base" hangingPunct="0">
              <a:spcBef>
                <a:spcPct val="0"/>
              </a:spcBef>
              <a:spcAft>
                <a:spcPct val="0"/>
              </a:spcAft>
              <a:defRPr sz="4400" kern="12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lvl="0" algn="ctr" defTabSz="914400" eaLnBrk="1" hangingPunct="1">
              <a:buClrTx/>
              <a:buSzTx/>
              <a:buFontTx/>
              <a:defRPr/>
            </a:pPr>
            <a:r>
              <a:rPr kumimoji="1" lang="zh-CN" altLang="en-US" sz="4000" b="1" noProof="0" dirty="0">
                <a:ln>
                  <a:noFill/>
                </a:ln>
                <a:solidFill>
                  <a:schemeClr val="accent1"/>
                </a:solidFill>
                <a:effectLst/>
                <a:uLnTx/>
                <a:uFillTx/>
                <a:latin typeface="Times New Roman" panose="02020603050405020304" pitchFamily="18" charset="0"/>
                <a:ea typeface="楷体" panose="02010609060101010101" charset="-122"/>
                <a:cs typeface="汉仪旗黑-85S" charset="0"/>
                <a:sym typeface="+mn-ea"/>
              </a:rPr>
              <a:t>第6章 信息系统实施与管理</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7" r:link="rId8"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9" r:link="rId10"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73730" name="Text Box 3"/>
          <p:cNvSpPr txBox="1"/>
          <p:nvPr>
            <p:custDataLst>
              <p:tags r:id="rId4"/>
            </p:custDataLst>
          </p:nvPr>
        </p:nvSpPr>
        <p:spPr>
          <a:xfrm>
            <a:off x="1979712" y="1772816"/>
            <a:ext cx="6324600" cy="396938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eaLnBrk="1" hangingPunct="1">
              <a:spcBef>
                <a:spcPct val="100000"/>
              </a:spcBef>
              <a:buClr>
                <a:srgbClr val="FF0000"/>
              </a:buClr>
              <a:buSzTx/>
              <a:buFontTx/>
              <a:buNone/>
            </a:pPr>
            <a:r>
              <a:rPr lang="zh-CN" altLang="en-US" sz="3600" b="1" dirty="0">
                <a:solidFill>
                  <a:srgbClr val="FF0000"/>
                </a:solidFill>
                <a:latin typeface="Times New Roman" panose="02020603050405020304" pitchFamily="18" charset="0"/>
                <a:ea typeface="楷体" panose="02010609060101010101" charset="-122"/>
                <a:cs typeface="微软雅黑" panose="020B0503020204020204" charset="-122"/>
              </a:rPr>
              <a:t>第</a:t>
            </a:r>
            <a:r>
              <a:rPr lang="en-US" altLang="zh-CN" sz="3600" b="1" dirty="0">
                <a:solidFill>
                  <a:srgbClr val="FF0000"/>
                </a:solidFill>
                <a:latin typeface="Times New Roman" panose="02020603050405020304" pitchFamily="18" charset="0"/>
                <a:ea typeface="楷体" panose="02010609060101010101" charset="-122"/>
                <a:cs typeface="微软雅黑" panose="020B0503020204020204" charset="-122"/>
              </a:rPr>
              <a:t>1</a:t>
            </a:r>
            <a:r>
              <a:rPr lang="zh-CN" altLang="en-US" sz="3600" b="1" dirty="0">
                <a:solidFill>
                  <a:srgbClr val="FF0000"/>
                </a:solidFill>
                <a:latin typeface="Times New Roman" panose="02020603050405020304" pitchFamily="18" charset="0"/>
                <a:ea typeface="楷体" panose="02010609060101010101" charset="-122"/>
                <a:cs typeface="微软雅黑" panose="020B0503020204020204" charset="-122"/>
              </a:rPr>
              <a:t>节   信息系统实施概述</a:t>
            </a:r>
          </a:p>
          <a:p>
            <a:pPr marL="0" lvl="0" indent="0" eaLnBrk="1" hangingPunct="1">
              <a:spcBef>
                <a:spcPct val="100000"/>
              </a:spcBef>
              <a:buClr>
                <a:srgbClr val="FF0000"/>
              </a:buClr>
              <a:buSzTx/>
              <a:buFontTx/>
              <a:buNone/>
            </a:pP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第</a:t>
            </a:r>
            <a:r>
              <a:rPr lang="en-US" altLang="zh-CN" sz="3600" b="1" dirty="0">
                <a:solidFill>
                  <a:schemeClr val="dk1"/>
                </a:solidFill>
                <a:latin typeface="Times New Roman" panose="02020603050405020304" pitchFamily="18" charset="0"/>
                <a:ea typeface="楷体" panose="02010609060101010101" charset="-122"/>
                <a:cs typeface="微软雅黑" panose="020B0503020204020204" charset="-122"/>
              </a:rPr>
              <a:t>2</a:t>
            </a: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节  信息系统调试</a:t>
            </a:r>
          </a:p>
          <a:p>
            <a:pPr marL="0" lvl="0" indent="0" eaLnBrk="1" hangingPunct="1">
              <a:spcBef>
                <a:spcPct val="100000"/>
              </a:spcBef>
              <a:buClr>
                <a:srgbClr val="FF0000"/>
              </a:buClr>
              <a:buSzTx/>
              <a:buFontTx/>
              <a:buNone/>
            </a:pP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第</a:t>
            </a:r>
            <a:r>
              <a:rPr lang="en-US" altLang="zh-CN" sz="3600" b="1" dirty="0">
                <a:solidFill>
                  <a:schemeClr val="dk1"/>
                </a:solidFill>
                <a:latin typeface="Times New Roman" panose="02020603050405020304" pitchFamily="18" charset="0"/>
                <a:ea typeface="楷体" panose="02010609060101010101" charset="-122"/>
                <a:cs typeface="微软雅黑" panose="020B0503020204020204" charset="-122"/>
              </a:rPr>
              <a:t>3</a:t>
            </a: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节   信息系统转换</a:t>
            </a:r>
          </a:p>
          <a:p>
            <a:pPr marL="0" lvl="0" indent="0" eaLnBrk="1" hangingPunct="1">
              <a:spcBef>
                <a:spcPct val="100000"/>
              </a:spcBef>
              <a:buClr>
                <a:srgbClr val="FF0000"/>
              </a:buClr>
              <a:buSzTx/>
              <a:buFontTx/>
              <a:buNone/>
            </a:pP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第</a:t>
            </a:r>
            <a:r>
              <a:rPr lang="en-US" altLang="zh-CN" sz="3600" b="1" dirty="0">
                <a:solidFill>
                  <a:schemeClr val="dk1"/>
                </a:solidFill>
                <a:latin typeface="Times New Roman" panose="02020603050405020304" pitchFamily="18" charset="0"/>
                <a:ea typeface="楷体" panose="02010609060101010101" charset="-122"/>
                <a:cs typeface="微软雅黑" panose="020B0503020204020204" charset="-122"/>
              </a:rPr>
              <a:t>4</a:t>
            </a: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节   信息系统运行与维护</a:t>
            </a:r>
          </a:p>
        </p:txBody>
      </p:sp>
      <p:sp>
        <p:nvSpPr>
          <p:cNvPr id="690181" name="Rectangle 5"/>
          <p:cNvSpPr>
            <a:spLocks noGrp="1" noChangeArrowheads="1"/>
          </p:cNvSpPr>
          <p:nvPr>
            <p:ph type="title" idx="4294967295"/>
          </p:nvPr>
        </p:nvSpPr>
        <p:spPr>
          <a:xfrm>
            <a:off x="831532" y="476672"/>
            <a:ext cx="7772400" cy="1143000"/>
          </a:xfrm>
          <a:noFill/>
          <a:ln>
            <a:noFill/>
          </a:ln>
          <a:effectLst/>
        </p:spPr>
        <p:txBody>
          <a:bodyPr vert="horz" wrap="square" lIns="92075" tIns="46038" rIns="92075" bIns="46038" numCol="1" anchor="ctr" anchorCtr="0" compatLnSpc="1">
            <a:noAutofit/>
          </a:bodyPr>
          <a:lstStyle>
            <a:lvl1pPr algn="ctr" rtl="0" eaLnBrk="0" fontAlgn="base" hangingPunct="0">
              <a:spcBef>
                <a:spcPct val="0"/>
              </a:spcBef>
              <a:spcAft>
                <a:spcPct val="0"/>
              </a:spcAft>
              <a:defRPr sz="4400" kern="12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lvl="0" algn="ctr" defTabSz="914400" eaLnBrk="1" hangingPunct="1">
              <a:buClrTx/>
              <a:buSzTx/>
              <a:buFontTx/>
              <a:defRPr/>
            </a:pPr>
            <a:r>
              <a:rPr kumimoji="1" lang="zh-CN" altLang="en-US" sz="4000" b="1" noProof="0" dirty="0">
                <a:ln>
                  <a:noFill/>
                </a:ln>
                <a:solidFill>
                  <a:schemeClr val="accent1"/>
                </a:solidFill>
                <a:effectLst/>
                <a:uLnTx/>
                <a:uFillTx/>
                <a:latin typeface="Times New Roman" panose="02020603050405020304" pitchFamily="18" charset="0"/>
                <a:ea typeface="楷体" panose="02010609060101010101" charset="-122"/>
                <a:cs typeface="汉仪旗黑-85S" charset="0"/>
                <a:sym typeface="+mn-ea"/>
              </a:rPr>
              <a:t>第6章 信息系统实施与管理</a:t>
            </a:r>
          </a:p>
        </p:txBody>
      </p:sp>
    </p:spTree>
    <p:custDataLst>
      <p:tags r:id="rId1"/>
    </p:custDataLst>
    <p:extLst>
      <p:ext uri="{BB962C8B-B14F-4D97-AF65-F5344CB8AC3E}">
        <p14:creationId xmlns:p14="http://schemas.microsoft.com/office/powerpoint/2010/main" val="1358530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6" r:link="rId7"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8" r:link="rId9"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75778" name="Text Box 2"/>
          <p:cNvSpPr txBox="1"/>
          <p:nvPr/>
        </p:nvSpPr>
        <p:spPr>
          <a:xfrm>
            <a:off x="910948" y="459574"/>
            <a:ext cx="739140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第</a:t>
            </a:r>
            <a:r>
              <a:rPr lang="en-US" altLang="zh-CN" sz="4000" b="1" dirty="0">
                <a:solidFill>
                  <a:schemeClr val="accent1"/>
                </a:solidFill>
                <a:latin typeface="Times New Roman" panose="02020603050405020304" pitchFamily="18" charset="0"/>
                <a:ea typeface="楷体" panose="02010609060101010101" charset="-122"/>
                <a:cs typeface="微软雅黑" panose="020B0503020204020204" charset="-122"/>
              </a:rPr>
              <a:t>1</a:t>
            </a: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节   信息系统实施概述</a:t>
            </a:r>
          </a:p>
        </p:txBody>
      </p:sp>
      <p:sp>
        <p:nvSpPr>
          <p:cNvPr id="75779" name="Rectangle 3"/>
          <p:cNvSpPr/>
          <p:nvPr>
            <p:custDataLst>
              <p:tags r:id="rId4"/>
            </p:custDataLst>
          </p:nvPr>
        </p:nvSpPr>
        <p:spPr>
          <a:xfrm>
            <a:off x="611560" y="1560737"/>
            <a:ext cx="5219699"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spcBef>
                <a:spcPct val="0"/>
              </a:spcBef>
              <a:buClrTx/>
              <a:buSzTx/>
              <a:buFont typeface="Wingdings" pitchFamily="2" charset="2"/>
              <a:buChar char="Ø"/>
            </a:pPr>
            <a:r>
              <a:rPr lang="zh-CN" altLang="en-US" sz="2800" b="1" dirty="0">
                <a:latin typeface="Times New Roman" panose="02020603050405020304" pitchFamily="18" charset="0"/>
                <a:ea typeface="楷体" panose="02010609060101010101" charset="-122"/>
                <a:cs typeface="微软雅黑" panose="020B0503020204020204" charset="-122"/>
              </a:rPr>
              <a:t>信息系统实施的含义和内容：</a:t>
            </a:r>
          </a:p>
        </p:txBody>
      </p:sp>
      <p:sp>
        <p:nvSpPr>
          <p:cNvPr id="75780" name="Text Box 6"/>
          <p:cNvSpPr txBox="1"/>
          <p:nvPr/>
        </p:nvSpPr>
        <p:spPr>
          <a:xfrm>
            <a:off x="910948" y="2276872"/>
            <a:ext cx="7692984" cy="2630336"/>
          </a:xfrm>
          <a:prstGeom prst="rect">
            <a:avLst/>
          </a:prstGeom>
          <a:noFill/>
          <a:ln w="9525">
            <a:noFill/>
          </a:ln>
        </p:spPr>
        <p:txBody>
          <a:bodyPr wrap="squar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eaLnBrk="1" hangingPunct="1">
              <a:lnSpc>
                <a:spcPct val="120000"/>
              </a:lnSpc>
              <a:buClr>
                <a:srgbClr val="374D95"/>
              </a:buClr>
              <a:buSzTx/>
              <a:buFontTx/>
              <a:buNone/>
            </a:pPr>
            <a:r>
              <a:rPr lang="zh-CN" altLang="en-US" sz="2800" b="1" dirty="0">
                <a:solidFill>
                  <a:srgbClr val="000000"/>
                </a:solidFill>
                <a:latin typeface="Times New Roman" panose="02020603050405020304" pitchFamily="18" charset="0"/>
                <a:ea typeface="楷体" panose="02010609060101010101" charset="-122"/>
                <a:cs typeface="微软雅黑" panose="020B0503020204020204" charset="-122"/>
              </a:rPr>
              <a:t>系统实施是将系统</a:t>
            </a:r>
            <a:r>
              <a:rPr lang="zh-CN" altLang="en-US" sz="2800" b="1" dirty="0">
                <a:solidFill>
                  <a:srgbClr val="0070C0"/>
                </a:solidFill>
                <a:latin typeface="Times New Roman" panose="02020603050405020304" pitchFamily="18" charset="0"/>
                <a:ea typeface="楷体" panose="02010609060101010101" charset="-122"/>
                <a:cs typeface="微软雅黑" panose="020B0503020204020204" charset="-122"/>
              </a:rPr>
              <a:t>设计阶段</a:t>
            </a:r>
            <a:r>
              <a:rPr lang="zh-CN" altLang="en-US" sz="2800" b="1" dirty="0">
                <a:solidFill>
                  <a:srgbClr val="000000"/>
                </a:solidFill>
                <a:latin typeface="Times New Roman" panose="02020603050405020304" pitchFamily="18" charset="0"/>
                <a:ea typeface="楷体" panose="02010609060101010101" charset="-122"/>
                <a:cs typeface="微软雅黑" panose="020B0503020204020204" charset="-122"/>
              </a:rPr>
              <a:t>的结果在计算机上实现，并应用到实际管理工作之中的过程，即将</a:t>
            </a:r>
            <a:r>
              <a:rPr lang="zh-CN" altLang="en-US" sz="2800" b="1" dirty="0">
                <a:solidFill>
                  <a:srgbClr val="0070C0"/>
                </a:solidFill>
                <a:latin typeface="Times New Roman" panose="02020603050405020304" pitchFamily="18" charset="0"/>
                <a:ea typeface="楷体" panose="02010609060101010101" charset="-122"/>
                <a:cs typeface="微软雅黑" panose="020B0503020204020204" charset="-122"/>
              </a:rPr>
              <a:t>纸面上的、类似于设计图式</a:t>
            </a:r>
            <a:r>
              <a:rPr lang="zh-CN" altLang="en-US" sz="2800" b="1" dirty="0">
                <a:latin typeface="Times New Roman" panose="02020603050405020304" pitchFamily="18" charset="0"/>
                <a:ea typeface="楷体" panose="02010609060101010101" charset="-122"/>
                <a:cs typeface="微软雅黑" panose="020B0503020204020204" charset="-122"/>
              </a:rPr>
              <a:t>的新的管理信息系统</a:t>
            </a:r>
            <a:r>
              <a:rPr lang="zh-CN" altLang="en-US" sz="2800" b="1" dirty="0">
                <a:solidFill>
                  <a:srgbClr val="0070C0"/>
                </a:solidFill>
                <a:latin typeface="Times New Roman" panose="02020603050405020304" pitchFamily="18" charset="0"/>
                <a:ea typeface="楷体" panose="02010609060101010101" charset="-122"/>
                <a:cs typeface="微软雅黑" panose="020B0503020204020204" charset="-122"/>
              </a:rPr>
              <a:t>方案（物理模型）</a:t>
            </a:r>
            <a:r>
              <a:rPr lang="zh-CN" altLang="en-US" sz="2800" b="1" dirty="0">
                <a:solidFill>
                  <a:srgbClr val="000000"/>
                </a:solidFill>
                <a:latin typeface="Times New Roman" panose="02020603050405020304" pitchFamily="18" charset="0"/>
                <a:ea typeface="楷体" panose="02010609060101010101" charset="-122"/>
                <a:cs typeface="微软雅黑" panose="020B0503020204020204" charset="-122"/>
              </a:rPr>
              <a:t>转成</a:t>
            </a:r>
            <a:r>
              <a:rPr lang="zh-CN" altLang="en-US" sz="2800" b="1" dirty="0">
                <a:solidFill>
                  <a:srgbClr val="0070C0"/>
                </a:solidFill>
                <a:latin typeface="Times New Roman" panose="02020603050405020304" pitchFamily="18" charset="0"/>
                <a:ea typeface="楷体" panose="02010609060101010101" charset="-122"/>
                <a:cs typeface="微软雅黑" panose="020B0503020204020204" charset="-122"/>
              </a:rPr>
              <a:t>可实际运行的</a:t>
            </a:r>
            <a:r>
              <a:rPr lang="zh-CN" altLang="en-US" sz="2800" b="1" dirty="0">
                <a:latin typeface="Times New Roman" panose="02020603050405020304" pitchFamily="18" charset="0"/>
                <a:ea typeface="楷体" panose="02010609060101010101" charset="-122"/>
                <a:cs typeface="微软雅黑" panose="020B0503020204020204" charset="-122"/>
              </a:rPr>
              <a:t>管理信息系统系统</a:t>
            </a:r>
            <a:r>
              <a:rPr lang="zh-CN" altLang="en-US" sz="2800" b="1" dirty="0">
                <a:solidFill>
                  <a:srgbClr val="0070C0"/>
                </a:solidFill>
                <a:latin typeface="Times New Roman" panose="02020603050405020304" pitchFamily="18" charset="0"/>
                <a:ea typeface="楷体" panose="02010609060101010101" charset="-122"/>
                <a:cs typeface="微软雅黑" panose="020B0503020204020204" charset="-122"/>
              </a:rPr>
              <a:t>软件</a:t>
            </a:r>
            <a:r>
              <a:rPr lang="zh-CN" altLang="en-US" sz="2800" b="1" dirty="0">
                <a:solidFill>
                  <a:srgbClr val="000000"/>
                </a:solidFill>
                <a:latin typeface="Times New Roman" panose="02020603050405020304" pitchFamily="18" charset="0"/>
                <a:ea typeface="楷体" panose="02010609060101010101" charset="-122"/>
                <a:cs typeface="微软雅黑" panose="020B0503020204020204" charset="-122"/>
              </a:rPr>
              <a:t>，并</a:t>
            </a:r>
            <a:r>
              <a:rPr lang="zh-CN" altLang="en-US" sz="2800" b="1" dirty="0">
                <a:latin typeface="Times New Roman" panose="02020603050405020304" pitchFamily="18" charset="0"/>
                <a:ea typeface="楷体" panose="02010609060101010101" charset="-122"/>
                <a:cs typeface="微软雅黑" panose="020B0503020204020204" charset="-122"/>
              </a:rPr>
              <a:t>应用到实际</a:t>
            </a:r>
            <a:r>
              <a:rPr lang="zh-CN" altLang="en-US" sz="2800" b="1" dirty="0">
                <a:solidFill>
                  <a:srgbClr val="000000"/>
                </a:solidFill>
                <a:latin typeface="Times New Roman" panose="02020603050405020304" pitchFamily="18" charset="0"/>
                <a:ea typeface="楷体" panose="02010609060101010101" charset="-122"/>
                <a:cs typeface="微软雅黑" panose="020B0503020204020204" charset="-122"/>
              </a:rPr>
              <a:t>管理工作之中。</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7" r:link="rId8"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9" r:link="rId10"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76802" name="Text Box 2"/>
          <p:cNvSpPr txBox="1"/>
          <p:nvPr>
            <p:custDataLst>
              <p:tags r:id="rId4"/>
            </p:custDataLst>
          </p:nvPr>
        </p:nvSpPr>
        <p:spPr>
          <a:xfrm>
            <a:off x="810895" y="1556792"/>
            <a:ext cx="7793037" cy="4300794"/>
          </a:xfrm>
          <a:prstGeom prst="rect">
            <a:avLst/>
          </a:prstGeom>
          <a:noFill/>
          <a:ln w="9525">
            <a:noFill/>
          </a:ln>
        </p:spPr>
        <p:txBody>
          <a:bodyPr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eaLnBrk="1" hangingPunct="1">
              <a:spcBef>
                <a:spcPct val="50000"/>
              </a:spcBef>
              <a:buClr>
                <a:schemeClr val="tx1"/>
              </a:buClr>
              <a:buSzTx/>
              <a:buFont typeface="Wingdings" panose="05000000000000000000" pitchFamily="2" charset="2"/>
              <a:buChar char="Ø"/>
            </a:pPr>
            <a:r>
              <a:rPr lang="zh-CN" altLang="en-US" sz="2800" b="1" dirty="0">
                <a:solidFill>
                  <a:schemeClr val="dk1"/>
                </a:solidFill>
                <a:latin typeface="Times New Roman" panose="02020603050405020304" pitchFamily="18" charset="0"/>
                <a:ea typeface="楷体" panose="02010609060101010101" charset="-122"/>
              </a:rPr>
              <a:t>系统实施的任务：</a:t>
            </a:r>
          </a:p>
          <a:p>
            <a:pPr marL="457200" lvl="1" indent="0" eaLnBrk="1" hangingPunct="1">
              <a:spcBef>
                <a:spcPts val="840"/>
              </a:spcBef>
              <a:buSzTx/>
              <a:buFont typeface="Wingdings" panose="05000000000000000000" pitchFamily="2" charset="2"/>
              <a:buChar char="§"/>
            </a:pPr>
            <a:r>
              <a:rPr lang="zh-CN" altLang="en-US" sz="2400" b="1" dirty="0">
                <a:solidFill>
                  <a:schemeClr val="dk1"/>
                </a:solidFill>
                <a:latin typeface="Times New Roman" panose="02020603050405020304" pitchFamily="18" charset="0"/>
                <a:ea typeface="楷体" panose="02010609060101010101" charset="-122"/>
              </a:rPr>
              <a:t>按总体设计方案，购置和安装计算机（网络）系统</a:t>
            </a:r>
            <a:endParaRPr lang="en-US" altLang="zh-CN" sz="2400" b="1" dirty="0">
              <a:solidFill>
                <a:schemeClr val="dk1"/>
              </a:solidFill>
              <a:latin typeface="Times New Roman" panose="02020603050405020304" pitchFamily="18" charset="0"/>
              <a:ea typeface="楷体" panose="02010609060101010101" charset="-122"/>
            </a:endParaRPr>
          </a:p>
          <a:p>
            <a:pPr marL="457200" lvl="1" indent="0" eaLnBrk="1" hangingPunct="1">
              <a:spcBef>
                <a:spcPts val="840"/>
              </a:spcBef>
              <a:buSzTx/>
              <a:buFont typeface="Wingdings" panose="05000000000000000000" pitchFamily="2" charset="2"/>
              <a:buChar char="§"/>
            </a:pPr>
            <a:r>
              <a:rPr lang="zh-CN" altLang="en-US" sz="2400" b="1" dirty="0">
                <a:solidFill>
                  <a:schemeClr val="dk1"/>
                </a:solidFill>
                <a:latin typeface="Times New Roman" panose="02020603050405020304" pitchFamily="18" charset="0"/>
                <a:ea typeface="楷体" panose="02010609060101010101" charset="-122"/>
              </a:rPr>
              <a:t>模块代码实现（程序开发）</a:t>
            </a:r>
          </a:p>
          <a:p>
            <a:pPr marL="457200" lvl="1" indent="0" eaLnBrk="1" hangingPunct="1">
              <a:spcBef>
                <a:spcPts val="840"/>
              </a:spcBef>
              <a:buSzTx/>
              <a:buFont typeface="Wingdings" panose="05000000000000000000" pitchFamily="2" charset="2"/>
              <a:buChar char="§"/>
            </a:pPr>
            <a:r>
              <a:rPr lang="zh-CN" altLang="en-US" sz="2400" b="1" dirty="0">
                <a:solidFill>
                  <a:schemeClr val="dk1"/>
                </a:solidFill>
                <a:latin typeface="Times New Roman" panose="02020603050405020304" pitchFamily="18" charset="0"/>
                <a:ea typeface="楷体" panose="02010609060101010101" charset="-122"/>
              </a:rPr>
              <a:t>建立数据库系统</a:t>
            </a:r>
          </a:p>
          <a:p>
            <a:pPr marL="457200" lvl="1" indent="0" eaLnBrk="1" hangingPunct="1">
              <a:spcBef>
                <a:spcPts val="840"/>
              </a:spcBef>
              <a:buSzTx/>
              <a:buFont typeface="Wingdings" panose="05000000000000000000" pitchFamily="2" charset="2"/>
              <a:buChar char="§"/>
            </a:pPr>
            <a:r>
              <a:rPr lang="zh-CN" altLang="en-US" sz="2400" b="1" u="sng" dirty="0">
                <a:solidFill>
                  <a:schemeClr val="dk1"/>
                </a:solidFill>
                <a:latin typeface="Times New Roman" panose="02020603050405020304" pitchFamily="18" charset="0"/>
                <a:ea typeface="楷体" panose="02010609060101010101" charset="-122"/>
              </a:rPr>
              <a:t>系统调试</a:t>
            </a:r>
          </a:p>
          <a:p>
            <a:pPr marL="457200" lvl="1" indent="0" eaLnBrk="1" hangingPunct="1">
              <a:spcBef>
                <a:spcPts val="840"/>
              </a:spcBef>
              <a:buSzTx/>
              <a:buFont typeface="Wingdings" panose="05000000000000000000" pitchFamily="2" charset="2"/>
              <a:buChar char="§"/>
            </a:pPr>
            <a:r>
              <a:rPr lang="zh-CN" altLang="en-US" sz="2400" b="1" dirty="0">
                <a:solidFill>
                  <a:schemeClr val="dk1"/>
                </a:solidFill>
                <a:latin typeface="Times New Roman" panose="02020603050405020304" pitchFamily="18" charset="0"/>
                <a:ea typeface="楷体" panose="02010609060101010101" charset="-122"/>
              </a:rPr>
              <a:t>整理基础数据、培训操作人员</a:t>
            </a:r>
          </a:p>
          <a:p>
            <a:pPr marL="457200" lvl="1" indent="0" eaLnBrk="1" hangingPunct="1">
              <a:spcBef>
                <a:spcPts val="840"/>
              </a:spcBef>
              <a:buSzTx/>
              <a:buFont typeface="Wingdings" panose="05000000000000000000" pitchFamily="2" charset="2"/>
              <a:buChar char="§"/>
            </a:pPr>
            <a:r>
              <a:rPr lang="zh-CN" altLang="en-US" sz="2400" b="1" u="sng" dirty="0">
                <a:solidFill>
                  <a:schemeClr val="dk1"/>
                </a:solidFill>
                <a:latin typeface="Times New Roman" panose="02020603050405020304" pitchFamily="18" charset="0"/>
                <a:ea typeface="楷体" panose="02010609060101010101" charset="-122"/>
              </a:rPr>
              <a:t>系统转换和试运行</a:t>
            </a:r>
          </a:p>
          <a:p>
            <a:pPr marL="457200" lvl="1" indent="0" eaLnBrk="1" hangingPunct="1">
              <a:spcBef>
                <a:spcPts val="840"/>
              </a:spcBef>
              <a:buSzTx/>
              <a:buFont typeface="Wingdings" panose="05000000000000000000" pitchFamily="2" charset="2"/>
              <a:buChar char="§"/>
            </a:pPr>
            <a:r>
              <a:rPr lang="zh-CN" altLang="en-US" sz="2400" b="1" dirty="0">
                <a:solidFill>
                  <a:schemeClr val="dk1"/>
                </a:solidFill>
                <a:latin typeface="Times New Roman" panose="02020603050405020304" pitchFamily="18" charset="0"/>
                <a:ea typeface="楷体" panose="02010609060101010101" charset="-122"/>
              </a:rPr>
              <a:t>系统测试</a:t>
            </a:r>
          </a:p>
          <a:p>
            <a:pPr marL="457200" lvl="1" indent="0" eaLnBrk="1" hangingPunct="1">
              <a:spcBef>
                <a:spcPts val="840"/>
              </a:spcBef>
              <a:buSzTx/>
              <a:buFont typeface="Wingdings" panose="05000000000000000000" pitchFamily="2" charset="2"/>
              <a:buChar char="§"/>
            </a:pPr>
            <a:r>
              <a:rPr lang="zh-CN" altLang="en-US" sz="2400" b="1" dirty="0">
                <a:solidFill>
                  <a:schemeClr val="dk1"/>
                </a:solidFill>
                <a:latin typeface="Times New Roman" panose="02020603050405020304" pitchFamily="18" charset="0"/>
                <a:ea typeface="楷体" panose="02010609060101010101" charset="-122"/>
              </a:rPr>
              <a:t>系统评价</a:t>
            </a:r>
          </a:p>
        </p:txBody>
      </p:sp>
      <p:sp>
        <p:nvSpPr>
          <p:cNvPr id="3" name="Text Box 2">
            <a:extLst>
              <a:ext uri="{FF2B5EF4-FFF2-40B4-BE49-F238E27FC236}">
                <a16:creationId xmlns:a16="http://schemas.microsoft.com/office/drawing/2014/main" id="{76011962-F7F4-4E92-6F01-C0D3C0CA176F}"/>
              </a:ext>
            </a:extLst>
          </p:cNvPr>
          <p:cNvSpPr txBox="1"/>
          <p:nvPr/>
        </p:nvSpPr>
        <p:spPr>
          <a:xfrm>
            <a:off x="910948" y="459574"/>
            <a:ext cx="739140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第</a:t>
            </a:r>
            <a:r>
              <a:rPr lang="en-US" altLang="zh-CN" sz="4000" b="1" dirty="0">
                <a:solidFill>
                  <a:schemeClr val="accent1"/>
                </a:solidFill>
                <a:latin typeface="Times New Roman" panose="02020603050405020304" pitchFamily="18" charset="0"/>
                <a:ea typeface="楷体" panose="02010609060101010101" charset="-122"/>
                <a:cs typeface="微软雅黑" panose="020B0503020204020204" charset="-122"/>
              </a:rPr>
              <a:t>1</a:t>
            </a: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节   信息系统实施概述</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7" r:link="rId8"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9" r:link="rId10"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3" name="Text Box 2">
            <a:extLst>
              <a:ext uri="{FF2B5EF4-FFF2-40B4-BE49-F238E27FC236}">
                <a16:creationId xmlns:a16="http://schemas.microsoft.com/office/drawing/2014/main" id="{76011962-F7F4-4E92-6F01-C0D3C0CA176F}"/>
              </a:ext>
            </a:extLst>
          </p:cNvPr>
          <p:cNvSpPr txBox="1"/>
          <p:nvPr/>
        </p:nvSpPr>
        <p:spPr>
          <a:xfrm>
            <a:off x="910948" y="459574"/>
            <a:ext cx="739140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第</a:t>
            </a:r>
            <a:r>
              <a:rPr lang="en-US" altLang="zh-CN" sz="4000" b="1" dirty="0">
                <a:solidFill>
                  <a:schemeClr val="accent1"/>
                </a:solidFill>
                <a:latin typeface="Times New Roman" panose="02020603050405020304" pitchFamily="18" charset="0"/>
                <a:ea typeface="楷体" panose="02010609060101010101" charset="-122"/>
                <a:cs typeface="微软雅黑" panose="020B0503020204020204" charset="-122"/>
              </a:rPr>
              <a:t>1</a:t>
            </a: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节   信息系统实施概述</a:t>
            </a:r>
          </a:p>
        </p:txBody>
      </p:sp>
      <p:sp>
        <p:nvSpPr>
          <p:cNvPr id="2" name="Text Box 2">
            <a:extLst>
              <a:ext uri="{FF2B5EF4-FFF2-40B4-BE49-F238E27FC236}">
                <a16:creationId xmlns:a16="http://schemas.microsoft.com/office/drawing/2014/main" id="{9312AD95-CC8D-9568-8613-5459DA7B9C67}"/>
              </a:ext>
            </a:extLst>
          </p:cNvPr>
          <p:cNvSpPr txBox="1"/>
          <p:nvPr>
            <p:custDataLst>
              <p:tags r:id="rId4"/>
            </p:custDataLst>
          </p:nvPr>
        </p:nvSpPr>
        <p:spPr>
          <a:xfrm>
            <a:off x="568048" y="1413590"/>
            <a:ext cx="8077200" cy="4311053"/>
          </a:xfrm>
          <a:prstGeom prst="rect">
            <a:avLst/>
          </a:prstGeom>
          <a:noFill/>
          <a:ln w="9525">
            <a:noFill/>
          </a:ln>
        </p:spPr>
        <p:txBody>
          <a:bodyPr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342900" lvl="0" indent="-342900" eaLnBrk="1" hangingPunct="1">
              <a:spcBef>
                <a:spcPct val="50000"/>
              </a:spcBef>
              <a:buClr>
                <a:schemeClr val="tx1"/>
              </a:buClr>
              <a:buSzTx/>
              <a:buFont typeface="Wingdings" panose="05000000000000000000" pitchFamily="2" charset="2"/>
              <a:buChar char="Ø"/>
            </a:pPr>
            <a:r>
              <a:rPr lang="zh-CN" altLang="en-US" sz="2800" b="1" dirty="0">
                <a:solidFill>
                  <a:schemeClr val="dk1"/>
                </a:solidFill>
                <a:latin typeface="Times New Roman" panose="02020603050405020304" pitchFamily="18" charset="0"/>
                <a:ea typeface="楷体" panose="02010609060101010101" charset="-122"/>
              </a:rPr>
              <a:t>参加人员：</a:t>
            </a:r>
          </a:p>
          <a:p>
            <a:pPr marL="742950" lvl="1" indent="-285750" eaLnBrk="1" hangingPunct="1">
              <a:spcBef>
                <a:spcPct val="50000"/>
              </a:spcBef>
              <a:buSzTx/>
              <a:buChar char="•"/>
            </a:pPr>
            <a:r>
              <a:rPr lang="zh-CN" altLang="en-US" sz="2400" b="1" dirty="0">
                <a:solidFill>
                  <a:schemeClr val="dk1"/>
                </a:solidFill>
                <a:latin typeface="Times New Roman" panose="02020603050405020304" pitchFamily="18" charset="0"/>
                <a:ea typeface="楷体" panose="02010609060101010101" charset="-122"/>
              </a:rPr>
              <a:t>系统分析员、设计员、程序员</a:t>
            </a:r>
            <a:r>
              <a:rPr lang="zh-CN" altLang="en-US" sz="2400" dirty="0">
                <a:solidFill>
                  <a:schemeClr val="dk1"/>
                </a:solidFill>
                <a:latin typeface="Times New Roman" panose="02020603050405020304" pitchFamily="18" charset="0"/>
                <a:ea typeface="楷体" panose="02010609060101010101" charset="-122"/>
              </a:rPr>
              <a:t>、</a:t>
            </a:r>
            <a:r>
              <a:rPr lang="zh-CN" altLang="en-US" sz="2400" b="1" dirty="0">
                <a:solidFill>
                  <a:schemeClr val="dk1"/>
                </a:solidFill>
                <a:latin typeface="Times New Roman" panose="02020603050405020304" pitchFamily="18" charset="0"/>
                <a:ea typeface="楷体" panose="02010609060101010101" charset="-122"/>
              </a:rPr>
              <a:t>计算机专家等</a:t>
            </a:r>
          </a:p>
          <a:p>
            <a:pPr marL="742950" lvl="1" indent="-285750" eaLnBrk="1" hangingPunct="1">
              <a:spcBef>
                <a:spcPct val="50000"/>
              </a:spcBef>
              <a:buSzTx/>
              <a:buChar char="•"/>
            </a:pPr>
            <a:r>
              <a:rPr lang="zh-CN" altLang="en-US" sz="2400" b="1" dirty="0">
                <a:solidFill>
                  <a:schemeClr val="dk1"/>
                </a:solidFill>
                <a:latin typeface="Times New Roman" panose="02020603050405020304" pitchFamily="18" charset="0"/>
                <a:ea typeface="楷体" panose="02010609060101010101" charset="-122"/>
              </a:rPr>
              <a:t>用户单位高中层管理人员、具体业务操作人员</a:t>
            </a:r>
            <a:endParaRPr lang="en-US" altLang="zh-CN" sz="2800" b="1" dirty="0">
              <a:solidFill>
                <a:schemeClr val="dk1"/>
              </a:solidFill>
              <a:latin typeface="Times New Roman" panose="02020603050405020304" pitchFamily="18" charset="0"/>
              <a:ea typeface="楷体" panose="02010609060101010101" charset="-122"/>
            </a:endParaRPr>
          </a:p>
          <a:p>
            <a:pPr marL="0" lvl="0" indent="0" eaLnBrk="1" hangingPunct="1">
              <a:spcBef>
                <a:spcPct val="50000"/>
              </a:spcBef>
              <a:buClr>
                <a:schemeClr val="tx1"/>
              </a:buClr>
              <a:buSzTx/>
              <a:buFont typeface="Wingdings" panose="05000000000000000000" pitchFamily="2" charset="2"/>
              <a:buChar char="Ø"/>
            </a:pPr>
            <a:r>
              <a:rPr lang="zh-CN" altLang="en-US" sz="2800" b="1" dirty="0">
                <a:solidFill>
                  <a:schemeClr val="dk1"/>
                </a:solidFill>
                <a:latin typeface="Times New Roman" panose="02020603050405020304" pitchFamily="18" charset="0"/>
                <a:ea typeface="楷体" panose="02010609060101010101" charset="-122"/>
              </a:rPr>
              <a:t>系统实施计划：</a:t>
            </a:r>
          </a:p>
          <a:p>
            <a:pPr marL="457200" lvl="1" indent="0" eaLnBrk="1" hangingPunct="1">
              <a:spcBef>
                <a:spcPct val="50000"/>
              </a:spcBef>
              <a:buSzTx/>
              <a:buChar char="•"/>
            </a:pPr>
            <a:r>
              <a:rPr lang="zh-CN" altLang="en-US" sz="2400" b="1" dirty="0">
                <a:solidFill>
                  <a:schemeClr val="dk1"/>
                </a:solidFill>
                <a:latin typeface="Times New Roman" panose="02020603050405020304" pitchFamily="18" charset="0"/>
                <a:ea typeface="楷体" panose="02010609060101010101" charset="-122"/>
              </a:rPr>
              <a:t>安排各项工作的</a:t>
            </a:r>
            <a:r>
              <a:rPr lang="zh-CN" altLang="en-US" sz="2400" b="1" dirty="0">
                <a:solidFill>
                  <a:srgbClr val="0070C0"/>
                </a:solidFill>
                <a:latin typeface="Times New Roman" panose="02020603050405020304" pitchFamily="18" charset="0"/>
                <a:ea typeface="楷体" panose="02010609060101010101" charset="-122"/>
              </a:rPr>
              <a:t>先后顺序</a:t>
            </a:r>
            <a:r>
              <a:rPr lang="zh-CN" altLang="en-US" sz="2400" b="1" dirty="0">
                <a:solidFill>
                  <a:schemeClr val="dk1"/>
                </a:solidFill>
                <a:latin typeface="Times New Roman" panose="02020603050405020304" pitchFamily="18" charset="0"/>
                <a:ea typeface="楷体" panose="02010609060101010101" charset="-122"/>
              </a:rPr>
              <a:t>，制定</a:t>
            </a:r>
            <a:r>
              <a:rPr lang="zh-CN" altLang="en-US" sz="2400" b="1" dirty="0">
                <a:solidFill>
                  <a:srgbClr val="0070C0"/>
                </a:solidFill>
                <a:latin typeface="Times New Roman" panose="02020603050405020304" pitchFamily="18" charset="0"/>
                <a:ea typeface="楷体" panose="02010609060101010101" charset="-122"/>
              </a:rPr>
              <a:t>时间进度计划</a:t>
            </a:r>
          </a:p>
          <a:p>
            <a:pPr marL="457200" lvl="1" indent="0" eaLnBrk="1" hangingPunct="1">
              <a:spcBef>
                <a:spcPct val="50000"/>
              </a:spcBef>
              <a:buSzTx/>
              <a:buChar char="•"/>
            </a:pPr>
            <a:r>
              <a:rPr lang="zh-CN" altLang="en-US" sz="2400" b="1" dirty="0">
                <a:solidFill>
                  <a:schemeClr val="dk1"/>
                </a:solidFill>
                <a:latin typeface="Times New Roman" panose="02020603050405020304" pitchFamily="18" charset="0"/>
                <a:ea typeface="楷体" panose="02010609060101010101" charset="-122"/>
              </a:rPr>
              <a:t>确定各种专业人员，在各阶段的配备数量与比例，制定</a:t>
            </a:r>
            <a:r>
              <a:rPr lang="zh-CN" altLang="en-US" sz="2400" b="1" dirty="0">
                <a:solidFill>
                  <a:srgbClr val="0070C0"/>
                </a:solidFill>
                <a:latin typeface="Times New Roman" panose="02020603050405020304" pitchFamily="18" charset="0"/>
                <a:ea typeface="楷体" panose="02010609060101010101" charset="-122"/>
              </a:rPr>
              <a:t>人员培训计划</a:t>
            </a:r>
          </a:p>
          <a:p>
            <a:pPr marL="457200" lvl="1" indent="0" eaLnBrk="1" hangingPunct="1">
              <a:spcBef>
                <a:spcPct val="50000"/>
              </a:spcBef>
              <a:buSzTx/>
              <a:buChar char="•"/>
            </a:pPr>
            <a:r>
              <a:rPr lang="zh-CN" altLang="en-US" sz="2400" b="1" dirty="0">
                <a:solidFill>
                  <a:schemeClr val="dk1"/>
                </a:solidFill>
                <a:latin typeface="Times New Roman" panose="02020603050405020304" pitchFamily="18" charset="0"/>
                <a:ea typeface="楷体" panose="02010609060101010101" charset="-122"/>
              </a:rPr>
              <a:t>制定</a:t>
            </a:r>
            <a:r>
              <a:rPr lang="zh-CN" altLang="en-US" sz="2400" b="1" dirty="0">
                <a:solidFill>
                  <a:srgbClr val="0070C0"/>
                </a:solidFill>
                <a:latin typeface="Times New Roman" panose="02020603050405020304" pitchFamily="18" charset="0"/>
                <a:ea typeface="楷体" panose="02010609060101010101" charset="-122"/>
              </a:rPr>
              <a:t>资金筹措与投入计划</a:t>
            </a:r>
          </a:p>
        </p:txBody>
      </p:sp>
    </p:spTree>
    <p:custDataLst>
      <p:tags r:id="rId1"/>
    </p:custDataLst>
    <p:extLst>
      <p:ext uri="{BB962C8B-B14F-4D97-AF65-F5344CB8AC3E}">
        <p14:creationId xmlns:p14="http://schemas.microsoft.com/office/powerpoint/2010/main" val="2490757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7" r:link="rId8"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9" r:link="rId10"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3" name="Text Box 2">
            <a:extLst>
              <a:ext uri="{FF2B5EF4-FFF2-40B4-BE49-F238E27FC236}">
                <a16:creationId xmlns:a16="http://schemas.microsoft.com/office/drawing/2014/main" id="{76011962-F7F4-4E92-6F01-C0D3C0CA176F}"/>
              </a:ext>
            </a:extLst>
          </p:cNvPr>
          <p:cNvSpPr txBox="1"/>
          <p:nvPr/>
        </p:nvSpPr>
        <p:spPr>
          <a:xfrm>
            <a:off x="910948" y="459574"/>
            <a:ext cx="739140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第</a:t>
            </a:r>
            <a:r>
              <a:rPr lang="en-US" altLang="zh-CN" sz="4000" b="1" dirty="0">
                <a:solidFill>
                  <a:schemeClr val="accent1"/>
                </a:solidFill>
                <a:latin typeface="Times New Roman" panose="02020603050405020304" pitchFamily="18" charset="0"/>
                <a:ea typeface="楷体" panose="02010609060101010101" charset="-122"/>
                <a:cs typeface="微软雅黑" panose="020B0503020204020204" charset="-122"/>
              </a:rPr>
              <a:t>1</a:t>
            </a: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节   信息系统实施概述</a:t>
            </a:r>
          </a:p>
        </p:txBody>
      </p:sp>
      <p:sp>
        <p:nvSpPr>
          <p:cNvPr id="5" name="Rectangle 3">
            <a:extLst>
              <a:ext uri="{FF2B5EF4-FFF2-40B4-BE49-F238E27FC236}">
                <a16:creationId xmlns:a16="http://schemas.microsoft.com/office/drawing/2014/main" id="{E243DBE0-EEDD-AFBA-D9CC-D5A981B3C6C6}"/>
              </a:ext>
            </a:extLst>
          </p:cNvPr>
          <p:cNvSpPr/>
          <p:nvPr>
            <p:custDataLst>
              <p:tags r:id="rId4"/>
            </p:custDataLst>
          </p:nvPr>
        </p:nvSpPr>
        <p:spPr>
          <a:xfrm>
            <a:off x="562841" y="1412776"/>
            <a:ext cx="8147050" cy="5638800"/>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342900" lvl="0" indent="-342900" eaLnBrk="1" hangingPunct="1">
              <a:spcBef>
                <a:spcPct val="50000"/>
              </a:spcBef>
              <a:buClr>
                <a:schemeClr val="tx1"/>
              </a:buClr>
              <a:buSzTx/>
              <a:buFont typeface="Wingdings" panose="05000000000000000000" pitchFamily="2" charset="2"/>
              <a:buChar char="Ø"/>
            </a:pPr>
            <a:r>
              <a:rPr lang="zh-CN" altLang="en-US" sz="2800" b="1" dirty="0">
                <a:solidFill>
                  <a:schemeClr val="dk1"/>
                </a:solidFill>
                <a:latin typeface="Times New Roman" panose="02020603050405020304" pitchFamily="18" charset="0"/>
                <a:ea typeface="楷体" panose="02010609060101010101" charset="-122"/>
              </a:rPr>
              <a:t>系统实施阶段成果：</a:t>
            </a:r>
          </a:p>
          <a:p>
            <a:pPr marL="742950" lvl="1" indent="-285750" eaLnBrk="1" hangingPunct="1">
              <a:spcBef>
                <a:spcPct val="50000"/>
              </a:spcBef>
              <a:buSzTx/>
              <a:buChar char="•"/>
            </a:pPr>
            <a:r>
              <a:rPr lang="zh-CN" altLang="en-US" sz="2400" b="1" dirty="0">
                <a:solidFill>
                  <a:schemeClr val="dk1"/>
                </a:solidFill>
                <a:latin typeface="Times New Roman" panose="02020603050405020304" pitchFamily="18" charset="0"/>
                <a:ea typeface="楷体" panose="02010609060101010101" charset="-122"/>
              </a:rPr>
              <a:t>新的管理信息系统</a:t>
            </a:r>
            <a:r>
              <a:rPr lang="zh-CN" altLang="en-US" sz="2400" b="1" dirty="0">
                <a:solidFill>
                  <a:srgbClr val="0070C0"/>
                </a:solidFill>
                <a:latin typeface="Times New Roman" panose="02020603050405020304" pitchFamily="18" charset="0"/>
                <a:ea typeface="楷体" panose="02010609060101010101" charset="-122"/>
              </a:rPr>
              <a:t>投入运行</a:t>
            </a:r>
          </a:p>
          <a:p>
            <a:pPr marL="742950" lvl="1" indent="-285750" eaLnBrk="1" hangingPunct="1">
              <a:spcBef>
                <a:spcPct val="50000"/>
              </a:spcBef>
              <a:buSzTx/>
              <a:buChar char="•"/>
            </a:pPr>
            <a:r>
              <a:rPr lang="zh-CN" altLang="en-US" sz="2400" b="1" dirty="0">
                <a:solidFill>
                  <a:schemeClr val="dk1"/>
                </a:solidFill>
                <a:latin typeface="Times New Roman" panose="02020603050405020304" pitchFamily="18" charset="0"/>
                <a:ea typeface="楷体" panose="02010609060101010101" charset="-122"/>
              </a:rPr>
              <a:t>新的管理信息系统</a:t>
            </a:r>
            <a:r>
              <a:rPr lang="zh-CN" altLang="en-US" sz="2400" b="1" dirty="0">
                <a:solidFill>
                  <a:srgbClr val="0070C0"/>
                </a:solidFill>
                <a:latin typeface="Times New Roman" panose="02020603050405020304" pitchFamily="18" charset="0"/>
                <a:ea typeface="楷体" panose="02010609060101010101" charset="-122"/>
              </a:rPr>
              <a:t>测试报告</a:t>
            </a:r>
          </a:p>
          <a:p>
            <a:pPr marL="742950" lvl="1" indent="-285750" eaLnBrk="1" hangingPunct="1">
              <a:spcBef>
                <a:spcPct val="50000"/>
              </a:spcBef>
              <a:buSzTx/>
              <a:buChar char="•"/>
            </a:pPr>
            <a:r>
              <a:rPr lang="zh-CN" altLang="en-US" sz="2400" b="1" dirty="0">
                <a:solidFill>
                  <a:schemeClr val="dk1"/>
                </a:solidFill>
                <a:latin typeface="Times New Roman" panose="02020603050405020304" pitchFamily="18" charset="0"/>
                <a:ea typeface="楷体" panose="02010609060101010101" charset="-122"/>
              </a:rPr>
              <a:t>为保证新的管理信息系统运行所建立的</a:t>
            </a:r>
            <a:r>
              <a:rPr lang="zh-CN" altLang="en-US" sz="2400" b="1" dirty="0">
                <a:solidFill>
                  <a:srgbClr val="0070C0"/>
                </a:solidFill>
                <a:latin typeface="Times New Roman" panose="02020603050405020304" pitchFamily="18" charset="0"/>
                <a:ea typeface="楷体" panose="02010609060101010101" charset="-122"/>
              </a:rPr>
              <a:t>规章制度和岗位职责</a:t>
            </a:r>
          </a:p>
          <a:p>
            <a:pPr marL="742950" lvl="1" indent="-285750" eaLnBrk="1" hangingPunct="1">
              <a:spcBef>
                <a:spcPct val="50000"/>
              </a:spcBef>
              <a:buSzTx/>
              <a:buChar char="•"/>
            </a:pPr>
            <a:r>
              <a:rPr lang="zh-CN" altLang="en-US" sz="2400" b="1" dirty="0">
                <a:solidFill>
                  <a:schemeClr val="dk1"/>
                </a:solidFill>
                <a:latin typeface="Times New Roman" panose="02020603050405020304" pitchFamily="18" charset="0"/>
                <a:ea typeface="楷体" panose="02010609060101010101" charset="-122"/>
              </a:rPr>
              <a:t>新的管理信息系统</a:t>
            </a:r>
            <a:r>
              <a:rPr lang="zh-CN" altLang="en-US" sz="2400" b="1" dirty="0">
                <a:solidFill>
                  <a:srgbClr val="0070C0"/>
                </a:solidFill>
                <a:latin typeface="Times New Roman" panose="02020603050405020304" pitchFamily="18" charset="0"/>
                <a:ea typeface="楷体" panose="02010609060101010101" charset="-122"/>
              </a:rPr>
              <a:t>评价报告</a:t>
            </a:r>
          </a:p>
          <a:p>
            <a:pPr marL="342900" lvl="0" indent="-342900" eaLnBrk="1" hangingPunct="1">
              <a:spcBef>
                <a:spcPct val="50000"/>
              </a:spcBef>
              <a:buClr>
                <a:schemeClr val="tx1"/>
              </a:buClr>
              <a:buSzTx/>
              <a:buFont typeface="Wingdings" panose="05000000000000000000" pitchFamily="2" charset="2"/>
              <a:buChar char="Ø"/>
            </a:pPr>
            <a:endParaRPr lang="zh-CN" altLang="en-US" sz="2400" b="1" dirty="0">
              <a:solidFill>
                <a:schemeClr val="dk1"/>
              </a:solidFill>
              <a:latin typeface="Times New Roman" panose="02020603050405020304" pitchFamily="18" charset="0"/>
              <a:ea typeface="楷体" panose="02010609060101010101" charset="-122"/>
            </a:endParaRPr>
          </a:p>
        </p:txBody>
      </p:sp>
    </p:spTree>
    <p:custDataLst>
      <p:tags r:id="rId1"/>
    </p:custDataLst>
    <p:extLst>
      <p:ext uri="{BB962C8B-B14F-4D97-AF65-F5344CB8AC3E}">
        <p14:creationId xmlns:p14="http://schemas.microsoft.com/office/powerpoint/2010/main" val="651738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7" r:link="rId8"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9" r:link="rId10"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73730" name="Text Box 3"/>
          <p:cNvSpPr txBox="1"/>
          <p:nvPr>
            <p:custDataLst>
              <p:tags r:id="rId4"/>
            </p:custDataLst>
          </p:nvPr>
        </p:nvSpPr>
        <p:spPr>
          <a:xfrm>
            <a:off x="1979712" y="1772816"/>
            <a:ext cx="6324600" cy="396938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eaLnBrk="1" hangingPunct="1">
              <a:spcBef>
                <a:spcPct val="100000"/>
              </a:spcBef>
              <a:buClr>
                <a:srgbClr val="FF0000"/>
              </a:buClr>
              <a:buSzTx/>
              <a:buFontTx/>
              <a:buNone/>
            </a:pP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第</a:t>
            </a:r>
            <a:r>
              <a:rPr lang="en-US" altLang="zh-CN" sz="3600" b="1" dirty="0">
                <a:solidFill>
                  <a:schemeClr val="dk1"/>
                </a:solidFill>
                <a:latin typeface="Times New Roman" panose="02020603050405020304" pitchFamily="18" charset="0"/>
                <a:ea typeface="楷体" panose="02010609060101010101" charset="-122"/>
                <a:cs typeface="微软雅黑" panose="020B0503020204020204" charset="-122"/>
              </a:rPr>
              <a:t>1</a:t>
            </a: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节   信息系统实施概述</a:t>
            </a:r>
          </a:p>
          <a:p>
            <a:pPr marL="0" lvl="0" indent="0" eaLnBrk="1" hangingPunct="1">
              <a:spcBef>
                <a:spcPct val="100000"/>
              </a:spcBef>
              <a:buClr>
                <a:srgbClr val="FF0000"/>
              </a:buClr>
              <a:buSzTx/>
              <a:buFontTx/>
              <a:buNone/>
            </a:pPr>
            <a:r>
              <a:rPr lang="zh-CN" altLang="en-US" sz="3600" b="1" dirty="0">
                <a:solidFill>
                  <a:srgbClr val="FF0000"/>
                </a:solidFill>
                <a:latin typeface="Times New Roman" panose="02020603050405020304" pitchFamily="18" charset="0"/>
                <a:ea typeface="楷体" panose="02010609060101010101" charset="-122"/>
                <a:cs typeface="微软雅黑" panose="020B0503020204020204" charset="-122"/>
              </a:rPr>
              <a:t>第</a:t>
            </a:r>
            <a:r>
              <a:rPr lang="en-US" altLang="zh-CN" sz="3600" b="1" dirty="0">
                <a:solidFill>
                  <a:srgbClr val="FF0000"/>
                </a:solidFill>
                <a:latin typeface="Times New Roman" panose="02020603050405020304" pitchFamily="18" charset="0"/>
                <a:ea typeface="楷体" panose="02010609060101010101" charset="-122"/>
                <a:cs typeface="微软雅黑" panose="020B0503020204020204" charset="-122"/>
              </a:rPr>
              <a:t>2</a:t>
            </a:r>
            <a:r>
              <a:rPr lang="zh-CN" altLang="en-US" sz="3600" b="1" dirty="0">
                <a:solidFill>
                  <a:srgbClr val="FF0000"/>
                </a:solidFill>
                <a:latin typeface="Times New Roman" panose="02020603050405020304" pitchFamily="18" charset="0"/>
                <a:ea typeface="楷体" panose="02010609060101010101" charset="-122"/>
                <a:cs typeface="微软雅黑" panose="020B0503020204020204" charset="-122"/>
              </a:rPr>
              <a:t>节  信息系统调试</a:t>
            </a:r>
          </a:p>
          <a:p>
            <a:pPr marL="0" lvl="0" indent="0" eaLnBrk="1" hangingPunct="1">
              <a:spcBef>
                <a:spcPct val="100000"/>
              </a:spcBef>
              <a:buClr>
                <a:srgbClr val="FF0000"/>
              </a:buClr>
              <a:buSzTx/>
              <a:buFontTx/>
              <a:buNone/>
            </a:pP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第</a:t>
            </a:r>
            <a:r>
              <a:rPr lang="en-US" altLang="zh-CN" sz="3600" b="1" dirty="0">
                <a:solidFill>
                  <a:schemeClr val="dk1"/>
                </a:solidFill>
                <a:latin typeface="Times New Roman" panose="02020603050405020304" pitchFamily="18" charset="0"/>
                <a:ea typeface="楷体" panose="02010609060101010101" charset="-122"/>
                <a:cs typeface="微软雅黑" panose="020B0503020204020204" charset="-122"/>
              </a:rPr>
              <a:t>3</a:t>
            </a: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节   信息系统转换</a:t>
            </a:r>
          </a:p>
          <a:p>
            <a:pPr marL="0" lvl="0" indent="0" eaLnBrk="1" hangingPunct="1">
              <a:spcBef>
                <a:spcPct val="100000"/>
              </a:spcBef>
              <a:buClr>
                <a:srgbClr val="FF0000"/>
              </a:buClr>
              <a:buSzTx/>
              <a:buFontTx/>
              <a:buNone/>
            </a:pP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第</a:t>
            </a:r>
            <a:r>
              <a:rPr lang="en-US" altLang="zh-CN" sz="3600" b="1" dirty="0">
                <a:solidFill>
                  <a:schemeClr val="dk1"/>
                </a:solidFill>
                <a:latin typeface="Times New Roman" panose="02020603050405020304" pitchFamily="18" charset="0"/>
                <a:ea typeface="楷体" panose="02010609060101010101" charset="-122"/>
                <a:cs typeface="微软雅黑" panose="020B0503020204020204" charset="-122"/>
              </a:rPr>
              <a:t>4</a:t>
            </a: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节   信息系统运行与维护</a:t>
            </a:r>
          </a:p>
        </p:txBody>
      </p:sp>
      <p:sp>
        <p:nvSpPr>
          <p:cNvPr id="690181" name="Rectangle 5"/>
          <p:cNvSpPr>
            <a:spLocks noGrp="1" noChangeArrowheads="1"/>
          </p:cNvSpPr>
          <p:nvPr>
            <p:ph type="title" idx="4294967295"/>
          </p:nvPr>
        </p:nvSpPr>
        <p:spPr>
          <a:xfrm>
            <a:off x="831532" y="476672"/>
            <a:ext cx="7772400" cy="1143000"/>
          </a:xfrm>
          <a:noFill/>
          <a:ln>
            <a:noFill/>
          </a:ln>
          <a:effectLst/>
        </p:spPr>
        <p:txBody>
          <a:bodyPr vert="horz" wrap="square" lIns="92075" tIns="46038" rIns="92075" bIns="46038" numCol="1" anchor="ctr" anchorCtr="0" compatLnSpc="1">
            <a:noAutofit/>
          </a:bodyPr>
          <a:lstStyle>
            <a:lvl1pPr algn="ctr" rtl="0" eaLnBrk="0" fontAlgn="base" hangingPunct="0">
              <a:spcBef>
                <a:spcPct val="0"/>
              </a:spcBef>
              <a:spcAft>
                <a:spcPct val="0"/>
              </a:spcAft>
              <a:defRPr sz="4400" kern="12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lvl="0" algn="ctr" defTabSz="914400" eaLnBrk="1" hangingPunct="1">
              <a:buClrTx/>
              <a:buSzTx/>
              <a:buFontTx/>
              <a:defRPr/>
            </a:pPr>
            <a:r>
              <a:rPr kumimoji="1" lang="zh-CN" altLang="en-US" sz="4000" b="1" noProof="0" dirty="0">
                <a:ln>
                  <a:noFill/>
                </a:ln>
                <a:solidFill>
                  <a:schemeClr val="accent1"/>
                </a:solidFill>
                <a:effectLst/>
                <a:uLnTx/>
                <a:uFillTx/>
                <a:latin typeface="Times New Roman" panose="02020603050405020304" pitchFamily="18" charset="0"/>
                <a:ea typeface="楷体" panose="02010609060101010101" charset="-122"/>
                <a:cs typeface="汉仪旗黑-85S" charset="0"/>
                <a:sym typeface="+mn-ea"/>
              </a:rPr>
              <a:t>第6章 信息系统实施与管理</a:t>
            </a:r>
          </a:p>
        </p:txBody>
      </p:sp>
    </p:spTree>
    <p:custDataLst>
      <p:tags r:id="rId1"/>
    </p:custDataLst>
    <p:extLst>
      <p:ext uri="{BB962C8B-B14F-4D97-AF65-F5344CB8AC3E}">
        <p14:creationId xmlns:p14="http://schemas.microsoft.com/office/powerpoint/2010/main" val="131186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7" r:link="rId8"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9" r:link="rId10"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80898" name="Text Box 2"/>
          <p:cNvSpPr txBox="1"/>
          <p:nvPr/>
        </p:nvSpPr>
        <p:spPr>
          <a:xfrm>
            <a:off x="859132" y="512023"/>
            <a:ext cx="739140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第</a:t>
            </a:r>
            <a:r>
              <a:rPr lang="en-US" altLang="zh-CN" sz="4000" b="1" dirty="0">
                <a:solidFill>
                  <a:schemeClr val="accent1"/>
                </a:solidFill>
                <a:latin typeface="Times New Roman" panose="02020603050405020304" pitchFamily="18" charset="0"/>
                <a:ea typeface="楷体" panose="02010609060101010101" charset="-122"/>
                <a:cs typeface="微软雅黑" panose="020B0503020204020204" charset="-122"/>
              </a:rPr>
              <a:t>2</a:t>
            </a: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节   信息系统调试</a:t>
            </a:r>
          </a:p>
        </p:txBody>
      </p:sp>
      <p:sp>
        <p:nvSpPr>
          <p:cNvPr id="80899" name="Rectangle 3"/>
          <p:cNvSpPr/>
          <p:nvPr>
            <p:custDataLst>
              <p:tags r:id="rId4"/>
            </p:custDataLst>
          </p:nvPr>
        </p:nvSpPr>
        <p:spPr>
          <a:xfrm>
            <a:off x="683568" y="1484784"/>
            <a:ext cx="4979248"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spcBef>
                <a:spcPct val="0"/>
              </a:spcBef>
              <a:buClr>
                <a:schemeClr val="tx1"/>
              </a:buClr>
              <a:buSzTx/>
              <a:buFont typeface="Wingdings" pitchFamily="2" charset="2"/>
              <a:buChar char="Ø"/>
            </a:pPr>
            <a:r>
              <a:rPr lang="zh-CN" altLang="en-US" sz="2800" b="1" dirty="0">
                <a:latin typeface="Times New Roman" panose="02020603050405020304" pitchFamily="18" charset="0"/>
                <a:ea typeface="楷体" panose="02010609060101010101" charset="-122"/>
                <a:cs typeface="微软雅黑" panose="020B0503020204020204" charset="-122"/>
              </a:rPr>
              <a:t>信息系统调试的目的和步骤</a:t>
            </a:r>
            <a:r>
              <a:rPr lang="en-US" altLang="zh-CN" sz="2800" b="1" dirty="0">
                <a:latin typeface="Times New Roman" panose="02020603050405020304" pitchFamily="18" charset="0"/>
                <a:ea typeface="楷体" panose="02010609060101010101" charset="-122"/>
                <a:cs typeface="微软雅黑" panose="020B0503020204020204" charset="-122"/>
              </a:rPr>
              <a:t>:</a:t>
            </a:r>
          </a:p>
        </p:txBody>
      </p:sp>
      <p:sp>
        <p:nvSpPr>
          <p:cNvPr id="80900" name="Text Box 4"/>
          <p:cNvSpPr txBox="1"/>
          <p:nvPr>
            <p:custDataLst>
              <p:tags r:id="rId5"/>
            </p:custDataLst>
          </p:nvPr>
        </p:nvSpPr>
        <p:spPr>
          <a:xfrm>
            <a:off x="988368" y="2200746"/>
            <a:ext cx="7391400" cy="3018391"/>
          </a:xfrm>
          <a:prstGeom prst="rect">
            <a:avLst/>
          </a:prstGeom>
          <a:noFill/>
          <a:ln w="9525">
            <a:noFill/>
          </a:ln>
        </p:spPr>
        <p:txBody>
          <a:bodyPr wrap="squar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buClr>
                <a:schemeClr val="tx1"/>
              </a:buClr>
              <a:buSzTx/>
            </a:pPr>
            <a:r>
              <a:rPr lang="zh-CN" altLang="en-US" sz="2800" b="1" dirty="0">
                <a:latin typeface="Times New Roman" panose="02020603050405020304" pitchFamily="18" charset="0"/>
                <a:ea typeface="楷体" panose="02010609060101010101" charset="-122"/>
                <a:cs typeface="微软雅黑" panose="020B0503020204020204" charset="-122"/>
              </a:rPr>
              <a:t>目的：发现程序中的</a:t>
            </a:r>
            <a:r>
              <a:rPr lang="zh-CN" altLang="en-US" sz="2800" b="1" dirty="0">
                <a:solidFill>
                  <a:srgbClr val="0070C0"/>
                </a:solidFill>
                <a:latin typeface="Times New Roman" panose="02020603050405020304" pitchFamily="18" charset="0"/>
                <a:ea typeface="楷体" panose="02010609060101010101" charset="-122"/>
                <a:cs typeface="微软雅黑" panose="020B0503020204020204" charset="-122"/>
              </a:rPr>
              <a:t>错误</a:t>
            </a:r>
            <a:r>
              <a:rPr lang="zh-CN" altLang="en-US" sz="2800" b="1" dirty="0">
                <a:latin typeface="Times New Roman" panose="02020603050405020304" pitchFamily="18" charset="0"/>
                <a:ea typeface="楷体" panose="02010609060101010101" charset="-122"/>
                <a:cs typeface="微软雅黑" panose="020B0503020204020204" charset="-122"/>
              </a:rPr>
              <a:t>和</a:t>
            </a:r>
            <a:r>
              <a:rPr lang="zh-CN" altLang="en-US" sz="2800" b="1" dirty="0">
                <a:solidFill>
                  <a:srgbClr val="0070C0"/>
                </a:solidFill>
                <a:latin typeface="Times New Roman" panose="02020603050405020304" pitchFamily="18" charset="0"/>
                <a:ea typeface="楷体" panose="02010609060101010101" charset="-122"/>
                <a:cs typeface="微软雅黑" panose="020B0503020204020204" charset="-122"/>
              </a:rPr>
              <a:t>不完善</a:t>
            </a:r>
            <a:r>
              <a:rPr lang="zh-CN" altLang="en-US" sz="2800" b="1" dirty="0">
                <a:latin typeface="Times New Roman" panose="02020603050405020304" pitchFamily="18" charset="0"/>
                <a:ea typeface="楷体" panose="02010609060101010101" charset="-122"/>
                <a:cs typeface="微软雅黑" panose="020B0503020204020204" charset="-122"/>
              </a:rPr>
              <a:t>的地方，并及时加以</a:t>
            </a:r>
            <a:r>
              <a:rPr lang="zh-CN" altLang="en-US" sz="2800" b="1" dirty="0">
                <a:solidFill>
                  <a:srgbClr val="0070C0"/>
                </a:solidFill>
                <a:latin typeface="Times New Roman" panose="02020603050405020304" pitchFamily="18" charset="0"/>
                <a:ea typeface="楷体" panose="02010609060101010101" charset="-122"/>
                <a:cs typeface="微软雅黑" panose="020B0503020204020204" charset="-122"/>
              </a:rPr>
              <a:t>修改和完善</a:t>
            </a:r>
            <a:r>
              <a:rPr lang="zh-CN" altLang="en-US" sz="2800" b="1" dirty="0">
                <a:latin typeface="Times New Roman" panose="02020603050405020304" pitchFamily="18" charset="0"/>
                <a:ea typeface="楷体" panose="02010609060101010101" charset="-122"/>
                <a:cs typeface="微软雅黑" panose="020B0503020204020204" charset="-122"/>
              </a:rPr>
              <a:t>。</a:t>
            </a:r>
          </a:p>
          <a:p>
            <a:pPr lvl="0" eaLnBrk="1" hangingPunct="1">
              <a:lnSpc>
                <a:spcPct val="150000"/>
              </a:lnSpc>
              <a:buClr>
                <a:schemeClr val="tx1"/>
              </a:buClr>
              <a:buSzTx/>
            </a:pPr>
            <a:r>
              <a:rPr lang="zh-CN" altLang="en-US" sz="2800" b="1" dirty="0">
                <a:latin typeface="Times New Roman" panose="02020603050405020304" pitchFamily="18" charset="0"/>
                <a:ea typeface="楷体" panose="02010609060101010101" charset="-122"/>
                <a:cs typeface="微软雅黑" panose="020B0503020204020204" charset="-122"/>
              </a:rPr>
              <a:t>步骤</a:t>
            </a:r>
            <a:r>
              <a:rPr lang="zh-CN" altLang="en-US" sz="2800" b="1" dirty="0">
                <a:latin typeface="Times New Roman" panose="02020603050405020304" pitchFamily="18" charset="0"/>
                <a:ea typeface="楷体" panose="02010609060101010101" charset="-122"/>
                <a:cs typeface="微软雅黑" panose="020B0503020204020204" charset="-122"/>
                <a:sym typeface="Wingdings" pitchFamily="2" charset="2"/>
              </a:rPr>
              <a:t>：</a:t>
            </a:r>
            <a:r>
              <a:rPr lang="zh-CN" altLang="en-US" sz="1800" b="1" dirty="0">
                <a:latin typeface="Times New Roman" panose="02020603050405020304" pitchFamily="18" charset="0"/>
                <a:ea typeface="楷体" panose="02010609060101010101" charset="-122"/>
                <a:cs typeface="微软雅黑" panose="020B0503020204020204" charset="-122"/>
                <a:sym typeface="Wingdings" pitchFamily="2" charset="2"/>
              </a:rPr>
              <a:t>（范围从小到大）</a:t>
            </a:r>
            <a:endParaRPr lang="zh-CN" altLang="en-US" sz="2800" b="1" dirty="0">
              <a:latin typeface="Times New Roman" panose="02020603050405020304" pitchFamily="18" charset="0"/>
              <a:ea typeface="楷体" panose="02010609060101010101" charset="-122"/>
              <a:cs typeface="微软雅黑" panose="020B0503020204020204" charset="-122"/>
            </a:endParaRPr>
          </a:p>
          <a:p>
            <a:pPr marL="457200" lvl="1" indent="0" eaLnBrk="1" hangingPunct="1">
              <a:buSzTx/>
              <a:buChar char="•"/>
            </a:pPr>
            <a:r>
              <a:rPr lang="zh-CN" altLang="en-US" sz="2400" b="1" dirty="0">
                <a:latin typeface="Times New Roman" panose="02020603050405020304" pitchFamily="18" charset="0"/>
                <a:ea typeface="楷体" panose="02010609060101010101" charset="-122"/>
                <a:cs typeface="微软雅黑" panose="020B0503020204020204" charset="-122"/>
              </a:rPr>
              <a:t>程序调试</a:t>
            </a:r>
          </a:p>
          <a:p>
            <a:pPr marL="457200" lvl="1" indent="0" eaLnBrk="1" hangingPunct="1">
              <a:buSzTx/>
              <a:buChar char="•"/>
            </a:pPr>
            <a:r>
              <a:rPr lang="zh-CN" altLang="en-US" sz="2400" b="1" dirty="0">
                <a:latin typeface="Times New Roman" panose="02020603050405020304" pitchFamily="18" charset="0"/>
                <a:ea typeface="楷体" panose="02010609060101010101" charset="-122"/>
                <a:cs typeface="微软雅黑" panose="020B0503020204020204" charset="-122"/>
              </a:rPr>
              <a:t>模块调试</a:t>
            </a:r>
          </a:p>
          <a:p>
            <a:pPr marL="457200" lvl="1" indent="0" eaLnBrk="1" hangingPunct="1">
              <a:buSzTx/>
              <a:buChar char="•"/>
            </a:pPr>
            <a:r>
              <a:rPr lang="zh-CN" altLang="en-US" sz="2400" b="1" dirty="0">
                <a:latin typeface="Times New Roman" panose="02020603050405020304" pitchFamily="18" charset="0"/>
                <a:ea typeface="楷体" panose="02010609060101010101" charset="-122"/>
                <a:cs typeface="微软雅黑" panose="020B0503020204020204" charset="-122"/>
              </a:rPr>
              <a:t>系统调试（联调</a:t>
            </a:r>
            <a:r>
              <a:rPr lang="en-US" altLang="zh-CN" sz="2400" b="1" dirty="0">
                <a:latin typeface="Times New Roman" panose="02020603050405020304" pitchFamily="18" charset="0"/>
                <a:ea typeface="楷体" panose="02010609060101010101" charset="-122"/>
                <a:cs typeface="微软雅黑" panose="020B0503020204020204" charset="-122"/>
              </a:rPr>
              <a:t>/</a:t>
            </a:r>
            <a:r>
              <a:rPr lang="zh-CN" altLang="en-US" sz="2400" dirty="0">
                <a:latin typeface="Times New Roman" panose="02020603050405020304" pitchFamily="18" charset="0"/>
                <a:ea typeface="楷体" panose="02010609060101010101" charset="-122"/>
                <a:cs typeface="微软雅黑" panose="020B0503020204020204" charset="-122"/>
              </a:rPr>
              <a:t>总调</a:t>
            </a:r>
            <a:r>
              <a:rPr lang="zh-CN" altLang="en-US" sz="2400" b="1" dirty="0">
                <a:latin typeface="Times New Roman" panose="02020603050405020304" pitchFamily="18" charset="0"/>
                <a:ea typeface="楷体" panose="02010609060101010101" charset="-122"/>
                <a:cs typeface="微软雅黑" panose="020B0503020204020204" charset="-122"/>
              </a:rPr>
              <a:t>）</a:t>
            </a: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7" r:link="rId8"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9" r:link="rId10"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80898" name="Text Box 2"/>
          <p:cNvSpPr txBox="1"/>
          <p:nvPr/>
        </p:nvSpPr>
        <p:spPr>
          <a:xfrm>
            <a:off x="859132" y="512023"/>
            <a:ext cx="739140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第</a:t>
            </a:r>
            <a:r>
              <a:rPr lang="en-US" altLang="zh-CN" sz="4000" b="1" dirty="0">
                <a:solidFill>
                  <a:schemeClr val="accent1"/>
                </a:solidFill>
                <a:latin typeface="Times New Roman" panose="02020603050405020304" pitchFamily="18" charset="0"/>
                <a:ea typeface="楷体" panose="02010609060101010101" charset="-122"/>
                <a:cs typeface="微软雅黑" panose="020B0503020204020204" charset="-122"/>
              </a:rPr>
              <a:t>2</a:t>
            </a: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节   信息系统调试</a:t>
            </a:r>
          </a:p>
        </p:txBody>
      </p:sp>
      <p:sp>
        <p:nvSpPr>
          <p:cNvPr id="80899" name="Rectangle 3"/>
          <p:cNvSpPr/>
          <p:nvPr>
            <p:custDataLst>
              <p:tags r:id="rId4"/>
            </p:custDataLst>
          </p:nvPr>
        </p:nvSpPr>
        <p:spPr>
          <a:xfrm>
            <a:off x="683568" y="1484784"/>
            <a:ext cx="1973617"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spcBef>
                <a:spcPct val="0"/>
              </a:spcBef>
              <a:buClr>
                <a:schemeClr val="tx1"/>
              </a:buClr>
              <a:buSzTx/>
              <a:buFont typeface="Wingdings" pitchFamily="2" charset="2"/>
              <a:buChar char="Ø"/>
            </a:pPr>
            <a:r>
              <a:rPr lang="zh-CN" altLang="en-US" sz="2800" b="1" dirty="0">
                <a:latin typeface="Times New Roman" panose="02020603050405020304" pitchFamily="18" charset="0"/>
                <a:ea typeface="楷体" panose="02010609060101010101" charset="-122"/>
                <a:cs typeface="微软雅黑" panose="020B0503020204020204" charset="-122"/>
              </a:rPr>
              <a:t>程序调试</a:t>
            </a:r>
          </a:p>
        </p:txBody>
      </p:sp>
      <p:sp>
        <p:nvSpPr>
          <p:cNvPr id="2" name="Rectangle 2">
            <a:extLst>
              <a:ext uri="{FF2B5EF4-FFF2-40B4-BE49-F238E27FC236}">
                <a16:creationId xmlns:a16="http://schemas.microsoft.com/office/drawing/2014/main" id="{D296A33E-FD62-CEB1-26C3-C74837E908D5}"/>
              </a:ext>
            </a:extLst>
          </p:cNvPr>
          <p:cNvSpPr/>
          <p:nvPr>
            <p:custDataLst>
              <p:tags r:id="rId5"/>
            </p:custDataLst>
          </p:nvPr>
        </p:nvSpPr>
        <p:spPr>
          <a:xfrm>
            <a:off x="859132" y="2096479"/>
            <a:ext cx="8105356" cy="3310779"/>
          </a:xfrm>
          <a:prstGeom prst="rect">
            <a:avLst/>
          </a:prstGeom>
          <a:noFill/>
          <a:ln w="9525">
            <a:noFill/>
          </a:ln>
        </p:spPr>
        <p:txBody>
          <a:bodyPr wrap="squar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spcBef>
                <a:spcPct val="50000"/>
              </a:spcBef>
              <a:buClr>
                <a:schemeClr val="tx1"/>
              </a:buClr>
              <a:buSzTx/>
            </a:pPr>
            <a:r>
              <a:rPr lang="zh-CN" altLang="en-US" sz="2200" b="1" dirty="0">
                <a:solidFill>
                  <a:schemeClr val="dk1"/>
                </a:solidFill>
                <a:latin typeface="Times New Roman" panose="02020603050405020304" pitchFamily="18" charset="0"/>
                <a:ea typeface="楷体" panose="02010609060101010101" charset="-122"/>
              </a:rPr>
              <a:t>程序正确性检验的方法：</a:t>
            </a:r>
          </a:p>
          <a:p>
            <a:pPr lvl="1" eaLnBrk="1" hangingPunct="1">
              <a:spcBef>
                <a:spcPct val="50000"/>
              </a:spcBef>
              <a:buSzTx/>
              <a:buFont typeface="Wingdings" pitchFamily="2" charset="2"/>
              <a:buChar char="ü"/>
            </a:pPr>
            <a:r>
              <a:rPr lang="zh-CN" altLang="en-US" sz="2200" b="1" dirty="0">
                <a:solidFill>
                  <a:schemeClr val="dk1"/>
                </a:solidFill>
                <a:latin typeface="Times New Roman" panose="02020603050405020304" pitchFamily="18" charset="0"/>
                <a:ea typeface="楷体" panose="02010609060101010101" charset="-122"/>
              </a:rPr>
              <a:t>理论法：利用</a:t>
            </a:r>
            <a:r>
              <a:rPr lang="zh-CN" altLang="en-US" sz="2200" b="1" dirty="0">
                <a:solidFill>
                  <a:srgbClr val="0070C0"/>
                </a:solidFill>
                <a:latin typeface="Times New Roman" panose="02020603050405020304" pitchFamily="18" charset="0"/>
                <a:ea typeface="楷体" panose="02010609060101010101" charset="-122"/>
              </a:rPr>
              <a:t>数学方法证明</a:t>
            </a:r>
            <a:r>
              <a:rPr lang="zh-CN" altLang="en-US" sz="2200" b="1" dirty="0">
                <a:solidFill>
                  <a:schemeClr val="dk1"/>
                </a:solidFill>
                <a:latin typeface="Times New Roman" panose="02020603050405020304" pitchFamily="18" charset="0"/>
                <a:ea typeface="楷体" panose="02010609060101010101" charset="-122"/>
              </a:rPr>
              <a:t>程序的正确性（研究中）</a:t>
            </a:r>
          </a:p>
          <a:p>
            <a:pPr lvl="1" eaLnBrk="1" hangingPunct="1">
              <a:spcBef>
                <a:spcPct val="50000"/>
              </a:spcBef>
              <a:buSzTx/>
              <a:buFont typeface="Wingdings" pitchFamily="2" charset="2"/>
              <a:buChar char="ü"/>
            </a:pPr>
            <a:r>
              <a:rPr lang="zh-CN" altLang="en-US" sz="2200" b="1" dirty="0">
                <a:solidFill>
                  <a:schemeClr val="dk1"/>
                </a:solidFill>
                <a:latin typeface="Times New Roman" panose="02020603050405020304" pitchFamily="18" charset="0"/>
                <a:ea typeface="楷体" panose="02010609060101010101" charset="-122"/>
              </a:rPr>
              <a:t>实验法：通过</a:t>
            </a:r>
            <a:r>
              <a:rPr lang="zh-CN" altLang="en-US" sz="2200" b="1" dirty="0">
                <a:solidFill>
                  <a:srgbClr val="0070C0"/>
                </a:solidFill>
                <a:latin typeface="Times New Roman" panose="02020603050405020304" pitchFamily="18" charset="0"/>
                <a:ea typeface="楷体" panose="02010609060101010101" charset="-122"/>
              </a:rPr>
              <a:t>运行，测试</a:t>
            </a:r>
            <a:r>
              <a:rPr lang="zh-CN" altLang="en-US" sz="2200" b="1" dirty="0">
                <a:solidFill>
                  <a:schemeClr val="dk1"/>
                </a:solidFill>
                <a:latin typeface="Times New Roman" panose="02020603050405020304" pitchFamily="18" charset="0"/>
                <a:ea typeface="楷体" panose="02010609060101010101" charset="-122"/>
              </a:rPr>
              <a:t>程序的正确性（普遍采用）</a:t>
            </a:r>
          </a:p>
          <a:p>
            <a:pPr lvl="0" eaLnBrk="1" hangingPunct="1">
              <a:spcBef>
                <a:spcPct val="50000"/>
              </a:spcBef>
              <a:buClr>
                <a:schemeClr val="tx1"/>
              </a:buClr>
              <a:buSzTx/>
            </a:pPr>
            <a:r>
              <a:rPr lang="zh-CN" altLang="en-US" sz="2200" b="1" dirty="0">
                <a:solidFill>
                  <a:schemeClr val="dk1"/>
                </a:solidFill>
                <a:latin typeface="Times New Roman" panose="02020603050405020304" pitchFamily="18" charset="0"/>
                <a:ea typeface="楷体" panose="02010609060101010101" charset="-122"/>
              </a:rPr>
              <a:t>程序调试的内容：</a:t>
            </a:r>
          </a:p>
          <a:p>
            <a:pPr marL="457200" lvl="1" indent="0" eaLnBrk="1" hangingPunct="1">
              <a:spcBef>
                <a:spcPct val="50000"/>
              </a:spcBef>
              <a:buSzTx/>
              <a:buNone/>
            </a:pPr>
            <a:r>
              <a:rPr lang="zh-CN" altLang="en-US" sz="2200" dirty="0">
                <a:solidFill>
                  <a:schemeClr val="dk1"/>
                </a:solidFill>
                <a:latin typeface="Times New Roman" panose="02020603050405020304" pitchFamily="18" charset="0"/>
                <a:ea typeface="楷体" panose="02010609060101010101" charset="-122"/>
              </a:rPr>
              <a:t>（</a:t>
            </a:r>
            <a:r>
              <a:rPr lang="en-US" altLang="zh-CN" sz="2200" dirty="0">
                <a:solidFill>
                  <a:schemeClr val="dk1"/>
                </a:solidFill>
                <a:latin typeface="Times New Roman" panose="02020603050405020304" pitchFamily="18" charset="0"/>
                <a:ea typeface="楷体" panose="02010609060101010101" charset="-122"/>
              </a:rPr>
              <a:t>1</a:t>
            </a:r>
            <a:r>
              <a:rPr lang="zh-CN" altLang="en-US" sz="2200" dirty="0">
                <a:solidFill>
                  <a:schemeClr val="dk1"/>
                </a:solidFill>
                <a:latin typeface="Times New Roman" panose="02020603050405020304" pitchFamily="18" charset="0"/>
                <a:ea typeface="楷体" panose="02010609060101010101" charset="-122"/>
              </a:rPr>
              <a:t>）</a:t>
            </a:r>
            <a:r>
              <a:rPr lang="zh-CN" altLang="en-US" sz="2200" dirty="0">
                <a:solidFill>
                  <a:srgbClr val="0070C0"/>
                </a:solidFill>
                <a:latin typeface="Times New Roman" panose="02020603050405020304" pitchFamily="18" charset="0"/>
                <a:ea typeface="楷体" panose="02010609060101010101" charset="-122"/>
              </a:rPr>
              <a:t>代码测试（白盒测试）</a:t>
            </a:r>
            <a:r>
              <a:rPr lang="zh-CN" altLang="en-US" sz="2200" dirty="0">
                <a:solidFill>
                  <a:schemeClr val="dk1"/>
                </a:solidFill>
                <a:latin typeface="Times New Roman" panose="02020603050405020304" pitchFamily="18" charset="0"/>
                <a:ea typeface="楷体" panose="02010609060101010101" charset="-122"/>
              </a:rPr>
              <a:t>：检测软件编码过程中的错误</a:t>
            </a:r>
            <a:endParaRPr lang="en-US" altLang="zh-CN" sz="2200" dirty="0">
              <a:solidFill>
                <a:schemeClr val="dk1"/>
              </a:solidFill>
              <a:latin typeface="Times New Roman" panose="02020603050405020304" pitchFamily="18" charset="0"/>
              <a:ea typeface="楷体" panose="02010609060101010101" charset="-122"/>
            </a:endParaRPr>
          </a:p>
          <a:p>
            <a:pPr marL="457200" lvl="1" indent="0" eaLnBrk="1" hangingPunct="1">
              <a:spcBef>
                <a:spcPct val="50000"/>
              </a:spcBef>
              <a:buSzTx/>
              <a:buNone/>
            </a:pPr>
            <a:r>
              <a:rPr lang="zh-CN" altLang="en-US" sz="2200" dirty="0">
                <a:solidFill>
                  <a:schemeClr val="dk1"/>
                </a:solidFill>
                <a:latin typeface="Times New Roman" panose="02020603050405020304" pitchFamily="18" charset="0"/>
                <a:ea typeface="楷体" panose="02010609060101010101" charset="-122"/>
              </a:rPr>
              <a:t>（</a:t>
            </a:r>
            <a:r>
              <a:rPr lang="en-US" altLang="zh-CN" sz="2200" dirty="0">
                <a:solidFill>
                  <a:schemeClr val="dk1"/>
                </a:solidFill>
                <a:latin typeface="Times New Roman" panose="02020603050405020304" pitchFamily="18" charset="0"/>
                <a:ea typeface="楷体" panose="02010609060101010101" charset="-122"/>
              </a:rPr>
              <a:t>2</a:t>
            </a:r>
            <a:r>
              <a:rPr lang="zh-CN" altLang="en-US" sz="2200" dirty="0">
                <a:solidFill>
                  <a:schemeClr val="dk1"/>
                </a:solidFill>
                <a:latin typeface="Times New Roman" panose="02020603050405020304" pitchFamily="18" charset="0"/>
                <a:ea typeface="楷体" panose="02010609060101010101" charset="-122"/>
              </a:rPr>
              <a:t>）</a:t>
            </a:r>
            <a:r>
              <a:rPr lang="zh-CN" altLang="en-US" sz="2200" dirty="0">
                <a:solidFill>
                  <a:srgbClr val="0070C0"/>
                </a:solidFill>
                <a:latin typeface="Times New Roman" panose="02020603050405020304" pitchFamily="18" charset="0"/>
                <a:ea typeface="楷体" panose="02010609060101010101" charset="-122"/>
              </a:rPr>
              <a:t>程序功能测试（黑盒测试）</a:t>
            </a:r>
            <a:r>
              <a:rPr lang="zh-CN" altLang="en-US" sz="2200" dirty="0">
                <a:solidFill>
                  <a:schemeClr val="dk1"/>
                </a:solidFill>
                <a:latin typeface="Times New Roman" panose="02020603050405020304" pitchFamily="18" charset="0"/>
                <a:ea typeface="楷体" panose="02010609060101010101" charset="-122"/>
              </a:rPr>
              <a:t>：检测软件的每一个功能是否能够正常使用</a:t>
            </a:r>
            <a:endParaRPr lang="en-US" altLang="zh-CN" sz="2200" dirty="0">
              <a:solidFill>
                <a:schemeClr val="dk1"/>
              </a:solidFill>
              <a:latin typeface="Times New Roman" panose="02020603050405020304" pitchFamily="18" charset="0"/>
              <a:ea typeface="楷体" panose="02010609060101010101" charset="-122"/>
            </a:endParaRPr>
          </a:p>
        </p:txBody>
      </p:sp>
    </p:spTree>
    <p:custDataLst>
      <p:tags r:id="rId1"/>
    </p:custDataLst>
    <p:extLst>
      <p:ext uri="{BB962C8B-B14F-4D97-AF65-F5344CB8AC3E}">
        <p14:creationId xmlns:p14="http://schemas.microsoft.com/office/powerpoint/2010/main" val="21194428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7" r:link="rId8"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9" r:link="rId10"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80898" name="Text Box 2"/>
          <p:cNvSpPr txBox="1"/>
          <p:nvPr/>
        </p:nvSpPr>
        <p:spPr>
          <a:xfrm>
            <a:off x="859132" y="512023"/>
            <a:ext cx="739140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第</a:t>
            </a:r>
            <a:r>
              <a:rPr lang="en-US" altLang="zh-CN" sz="4000" b="1" dirty="0">
                <a:solidFill>
                  <a:schemeClr val="accent1"/>
                </a:solidFill>
                <a:latin typeface="Times New Roman" panose="02020603050405020304" pitchFamily="18" charset="0"/>
                <a:ea typeface="楷体" panose="02010609060101010101" charset="-122"/>
                <a:cs typeface="微软雅黑" panose="020B0503020204020204" charset="-122"/>
              </a:rPr>
              <a:t>2</a:t>
            </a: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节   信息系统调试</a:t>
            </a:r>
          </a:p>
        </p:txBody>
      </p:sp>
      <p:sp>
        <p:nvSpPr>
          <p:cNvPr id="80899" name="Rectangle 3"/>
          <p:cNvSpPr/>
          <p:nvPr>
            <p:custDataLst>
              <p:tags r:id="rId4"/>
            </p:custDataLst>
          </p:nvPr>
        </p:nvSpPr>
        <p:spPr>
          <a:xfrm>
            <a:off x="683568" y="1484784"/>
            <a:ext cx="1973617"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spcBef>
                <a:spcPct val="0"/>
              </a:spcBef>
              <a:buClr>
                <a:schemeClr val="tx1"/>
              </a:buClr>
              <a:buSzTx/>
              <a:buFont typeface="Wingdings" pitchFamily="2" charset="2"/>
              <a:buChar char="Ø"/>
            </a:pPr>
            <a:r>
              <a:rPr lang="zh-CN" altLang="en-US" sz="2800" b="1" dirty="0">
                <a:latin typeface="Times New Roman" panose="02020603050405020304" pitchFamily="18" charset="0"/>
                <a:ea typeface="楷体" panose="02010609060101010101" charset="-122"/>
                <a:cs typeface="微软雅黑" panose="020B0503020204020204" charset="-122"/>
              </a:rPr>
              <a:t>程序调试</a:t>
            </a:r>
          </a:p>
        </p:txBody>
      </p:sp>
      <p:sp>
        <p:nvSpPr>
          <p:cNvPr id="2" name="Rectangle 2">
            <a:extLst>
              <a:ext uri="{FF2B5EF4-FFF2-40B4-BE49-F238E27FC236}">
                <a16:creationId xmlns:a16="http://schemas.microsoft.com/office/drawing/2014/main" id="{D296A33E-FD62-CEB1-26C3-C74837E908D5}"/>
              </a:ext>
            </a:extLst>
          </p:cNvPr>
          <p:cNvSpPr/>
          <p:nvPr>
            <p:custDataLst>
              <p:tags r:id="rId5"/>
            </p:custDataLst>
          </p:nvPr>
        </p:nvSpPr>
        <p:spPr>
          <a:xfrm>
            <a:off x="859132" y="2096479"/>
            <a:ext cx="7744800" cy="4588052"/>
          </a:xfrm>
          <a:prstGeom prst="rect">
            <a:avLst/>
          </a:prstGeom>
          <a:noFill/>
          <a:ln w="9525">
            <a:noFill/>
          </a:ln>
        </p:spPr>
        <p:txBody>
          <a:bodyPr wrap="squar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57150" indent="0" eaLnBrk="1" hangingPunct="1">
              <a:spcBef>
                <a:spcPct val="50000"/>
              </a:spcBef>
              <a:buSzTx/>
              <a:buNone/>
            </a:pPr>
            <a:r>
              <a:rPr lang="zh-CN" altLang="en-US" sz="2600" b="1" dirty="0">
                <a:solidFill>
                  <a:schemeClr val="dk1"/>
                </a:solidFill>
                <a:latin typeface="Times New Roman" panose="02020603050405020304" pitchFamily="18" charset="0"/>
                <a:ea typeface="楷体" panose="02010609060101010101" charset="-122"/>
              </a:rPr>
              <a:t>（</a:t>
            </a:r>
            <a:r>
              <a:rPr lang="en-US" altLang="zh-CN" sz="2600" b="1" dirty="0">
                <a:solidFill>
                  <a:schemeClr val="dk1"/>
                </a:solidFill>
                <a:latin typeface="Times New Roman" panose="02020603050405020304" pitchFamily="18" charset="0"/>
                <a:ea typeface="楷体" panose="02010609060101010101" charset="-122"/>
              </a:rPr>
              <a:t>1</a:t>
            </a:r>
            <a:r>
              <a:rPr lang="zh-CN" altLang="en-US" sz="2600" b="1" dirty="0">
                <a:solidFill>
                  <a:schemeClr val="dk1"/>
                </a:solidFill>
                <a:latin typeface="Times New Roman" panose="02020603050405020304" pitchFamily="18" charset="0"/>
                <a:ea typeface="楷体" panose="02010609060101010101" charset="-122"/>
              </a:rPr>
              <a:t>）代码测试（白盒测试）</a:t>
            </a:r>
            <a:endParaRPr lang="en-US" altLang="zh-CN" sz="2600" b="1" dirty="0">
              <a:solidFill>
                <a:schemeClr val="dk1"/>
              </a:solidFill>
              <a:latin typeface="Times New Roman" panose="02020603050405020304" pitchFamily="18" charset="0"/>
              <a:ea typeface="楷体" panose="02010609060101010101" charset="-122"/>
            </a:endParaRPr>
          </a:p>
          <a:p>
            <a:pPr marL="514350" indent="-457200" eaLnBrk="1" hangingPunct="1">
              <a:spcBef>
                <a:spcPct val="50000"/>
              </a:spcBef>
              <a:buClr>
                <a:schemeClr val="tx1"/>
              </a:buClr>
              <a:buSzTx/>
            </a:pPr>
            <a:r>
              <a:rPr lang="zh-CN" altLang="en-US" sz="2400" b="1" dirty="0">
                <a:solidFill>
                  <a:schemeClr val="dk1"/>
                </a:solidFill>
                <a:latin typeface="Times New Roman" panose="02020603050405020304" pitchFamily="18" charset="0"/>
                <a:ea typeface="楷体" panose="02010609060101010101" charset="-122"/>
              </a:rPr>
              <a:t>代码测试中通常要</a:t>
            </a:r>
            <a:r>
              <a:rPr lang="zh-CN" altLang="en-US" sz="2400" b="1" dirty="0">
                <a:solidFill>
                  <a:srgbClr val="0070C0"/>
                </a:solidFill>
                <a:latin typeface="Times New Roman" panose="02020603050405020304" pitchFamily="18" charset="0"/>
                <a:ea typeface="楷体" panose="02010609060101010101" charset="-122"/>
              </a:rPr>
              <a:t>编写测试数据</a:t>
            </a:r>
            <a:r>
              <a:rPr lang="zh-CN" altLang="en-US" sz="2400" b="1" dirty="0">
                <a:solidFill>
                  <a:schemeClr val="dk1"/>
                </a:solidFill>
                <a:latin typeface="Times New Roman" panose="02020603050405020304" pitchFamily="18" charset="0"/>
                <a:ea typeface="楷体" panose="02010609060101010101" charset="-122"/>
              </a:rPr>
              <a:t>，包括</a:t>
            </a:r>
            <a:r>
              <a:rPr lang="zh-CN" altLang="en-US" sz="2400" b="1" dirty="0">
                <a:solidFill>
                  <a:srgbClr val="0070C0"/>
                </a:solidFill>
                <a:latin typeface="Times New Roman" panose="02020603050405020304" pitchFamily="18" charset="0"/>
                <a:ea typeface="楷体" panose="02010609060101010101" charset="-122"/>
              </a:rPr>
              <a:t>正确数据、异常数据</a:t>
            </a:r>
            <a:r>
              <a:rPr lang="zh-CN" altLang="en-US" sz="2400" b="1" dirty="0">
                <a:solidFill>
                  <a:schemeClr val="dk1"/>
                </a:solidFill>
                <a:latin typeface="Times New Roman" panose="02020603050405020304" pitchFamily="18" charset="0"/>
                <a:ea typeface="楷体" panose="02010609060101010101" charset="-122"/>
              </a:rPr>
              <a:t>和</a:t>
            </a:r>
            <a:r>
              <a:rPr lang="zh-CN" altLang="en-US" sz="2400" b="1" dirty="0">
                <a:solidFill>
                  <a:srgbClr val="0070C0"/>
                </a:solidFill>
                <a:latin typeface="Times New Roman" panose="02020603050405020304" pitchFamily="18" charset="0"/>
                <a:ea typeface="楷体" panose="02010609060101010101" charset="-122"/>
              </a:rPr>
              <a:t>错误数据</a:t>
            </a:r>
            <a:r>
              <a:rPr lang="zh-CN" altLang="en-US" sz="2400" b="1" dirty="0">
                <a:solidFill>
                  <a:schemeClr val="dk1"/>
                </a:solidFill>
                <a:latin typeface="Times New Roman" panose="02020603050405020304" pitchFamily="18" charset="0"/>
                <a:ea typeface="楷体" panose="02010609060101010101" charset="-122"/>
              </a:rPr>
              <a:t>，来验证</a:t>
            </a:r>
            <a:r>
              <a:rPr lang="zh-CN" altLang="en-US" sz="2400" b="1" dirty="0">
                <a:solidFill>
                  <a:srgbClr val="0070C0"/>
                </a:solidFill>
                <a:latin typeface="Times New Roman" panose="02020603050405020304" pitchFamily="18" charset="0"/>
                <a:ea typeface="楷体" panose="02010609060101010101" charset="-122"/>
              </a:rPr>
              <a:t>程序逻辑上的正确性</a:t>
            </a:r>
            <a:r>
              <a:rPr lang="zh-CN" altLang="en-US" sz="2400" b="1" dirty="0">
                <a:solidFill>
                  <a:schemeClr val="dk1"/>
                </a:solidFill>
                <a:latin typeface="Times New Roman" panose="02020603050405020304" pitchFamily="18" charset="0"/>
                <a:ea typeface="楷体" panose="02010609060101010101" charset="-122"/>
              </a:rPr>
              <a:t>。</a:t>
            </a:r>
            <a:endParaRPr lang="en-US" altLang="zh-CN" sz="2400" b="1" dirty="0">
              <a:solidFill>
                <a:schemeClr val="dk1"/>
              </a:solidFill>
              <a:latin typeface="Times New Roman" panose="02020603050405020304" pitchFamily="18" charset="0"/>
              <a:ea typeface="楷体" panose="02010609060101010101" charset="-122"/>
            </a:endParaRPr>
          </a:p>
          <a:p>
            <a:pPr marL="514350" indent="-457200" eaLnBrk="1" hangingPunct="1">
              <a:spcBef>
                <a:spcPct val="50000"/>
              </a:spcBef>
              <a:buClr>
                <a:schemeClr val="tx1"/>
              </a:buClr>
              <a:buSzTx/>
            </a:pPr>
            <a:r>
              <a:rPr lang="zh-CN" altLang="en-US" sz="2400" b="1" dirty="0">
                <a:solidFill>
                  <a:schemeClr val="dk1"/>
                </a:solidFill>
                <a:latin typeface="Times New Roman" panose="02020603050405020304" pitchFamily="18" charset="0"/>
                <a:ea typeface="楷体" panose="02010609060101010101" charset="-122"/>
              </a:rPr>
              <a:t>测试数据是精心挑选的，使程序和模块中的每一条语句都能执行到，即</a:t>
            </a:r>
            <a:r>
              <a:rPr lang="zh-CN" altLang="en-US" sz="2400" b="1" dirty="0">
                <a:solidFill>
                  <a:srgbClr val="0070C0"/>
                </a:solidFill>
                <a:latin typeface="Times New Roman" panose="02020603050405020304" pitchFamily="18" charset="0"/>
                <a:ea typeface="楷体" panose="02010609060101010101" charset="-122"/>
              </a:rPr>
              <a:t>能测试程序中的任一逻辑通路</a:t>
            </a:r>
            <a:r>
              <a:rPr lang="zh-CN" altLang="en-US" sz="2400" b="1" dirty="0">
                <a:solidFill>
                  <a:schemeClr val="dk1"/>
                </a:solidFill>
                <a:latin typeface="Times New Roman" panose="02020603050405020304" pitchFamily="18" charset="0"/>
                <a:ea typeface="楷体" panose="02010609060101010101" charset="-122"/>
              </a:rPr>
              <a:t>。</a:t>
            </a:r>
            <a:endParaRPr lang="en-US" altLang="zh-CN" sz="2400" b="1" dirty="0">
              <a:solidFill>
                <a:schemeClr val="dk1"/>
              </a:solidFill>
              <a:latin typeface="Times New Roman" panose="02020603050405020304" pitchFamily="18" charset="0"/>
              <a:ea typeface="楷体" panose="02010609060101010101" charset="-122"/>
            </a:endParaRPr>
          </a:p>
          <a:p>
            <a:pPr marL="514350" indent="-457200" eaLnBrk="1" hangingPunct="1">
              <a:spcBef>
                <a:spcPct val="50000"/>
              </a:spcBef>
              <a:buClr>
                <a:schemeClr val="tx1"/>
              </a:buClr>
              <a:buSzTx/>
            </a:pPr>
            <a:r>
              <a:rPr lang="zh-CN" altLang="en-US" sz="2400" b="1" dirty="0">
                <a:solidFill>
                  <a:schemeClr val="dk1"/>
                </a:solidFill>
                <a:latin typeface="Times New Roman" panose="02020603050405020304" pitchFamily="18" charset="0"/>
                <a:ea typeface="楷体" panose="02010609060101010101" charset="-122"/>
              </a:rPr>
              <a:t>常用测试数据：</a:t>
            </a:r>
            <a:endParaRPr lang="en-US" altLang="zh-CN" sz="2400" b="1" dirty="0">
              <a:solidFill>
                <a:schemeClr val="dk1"/>
              </a:solidFill>
              <a:latin typeface="Times New Roman" panose="02020603050405020304" pitchFamily="18" charset="0"/>
              <a:ea typeface="楷体" panose="02010609060101010101" charset="-122"/>
            </a:endParaRPr>
          </a:p>
          <a:p>
            <a:pPr lvl="1" eaLnBrk="1" hangingPunct="1">
              <a:spcBef>
                <a:spcPct val="50000"/>
              </a:spcBef>
              <a:buSzTx/>
              <a:buFont typeface="Wingdings" pitchFamily="2" charset="2"/>
              <a:buChar char="ü"/>
            </a:pPr>
            <a:r>
              <a:rPr lang="zh-CN" altLang="en-US" sz="2000" dirty="0">
                <a:solidFill>
                  <a:schemeClr val="dk1"/>
                </a:solidFill>
                <a:latin typeface="Times New Roman" panose="02020603050405020304" pitchFamily="18" charset="0"/>
                <a:ea typeface="楷体" panose="02010609060101010101" charset="-122"/>
              </a:rPr>
              <a:t>用</a:t>
            </a:r>
            <a:r>
              <a:rPr lang="zh-CN" altLang="en-US" sz="2000" dirty="0">
                <a:solidFill>
                  <a:srgbClr val="0070C0"/>
                </a:solidFill>
                <a:latin typeface="Times New Roman" panose="02020603050405020304" pitchFamily="18" charset="0"/>
                <a:ea typeface="楷体" panose="02010609060101010101" charset="-122"/>
              </a:rPr>
              <a:t>正确数据</a:t>
            </a:r>
            <a:r>
              <a:rPr lang="zh-CN" altLang="en-US" sz="2000" dirty="0">
                <a:solidFill>
                  <a:schemeClr val="dk1"/>
                </a:solidFill>
                <a:latin typeface="Times New Roman" panose="02020603050405020304" pitchFamily="18" charset="0"/>
                <a:ea typeface="楷体" panose="02010609060101010101" charset="-122"/>
              </a:rPr>
              <a:t>测试，检查程序是否正常运行</a:t>
            </a:r>
            <a:endParaRPr lang="en-US" altLang="zh-CN" sz="2000" dirty="0">
              <a:solidFill>
                <a:schemeClr val="dk1"/>
              </a:solidFill>
              <a:latin typeface="Times New Roman" panose="02020603050405020304" pitchFamily="18" charset="0"/>
              <a:ea typeface="楷体" panose="02010609060101010101" charset="-122"/>
            </a:endParaRPr>
          </a:p>
          <a:p>
            <a:pPr lvl="1" eaLnBrk="1" hangingPunct="1">
              <a:spcBef>
                <a:spcPct val="50000"/>
              </a:spcBef>
              <a:buSzTx/>
              <a:buFont typeface="Wingdings" pitchFamily="2" charset="2"/>
              <a:buChar char="ü"/>
            </a:pPr>
            <a:r>
              <a:rPr lang="zh-CN" altLang="en-US" sz="2000" dirty="0">
                <a:solidFill>
                  <a:schemeClr val="dk1"/>
                </a:solidFill>
                <a:latin typeface="Times New Roman" panose="02020603050405020304" pitchFamily="18" charset="0"/>
                <a:ea typeface="楷体" panose="02010609060101010101" charset="-122"/>
              </a:rPr>
              <a:t>用</a:t>
            </a:r>
            <a:r>
              <a:rPr lang="zh-CN" altLang="en-US" sz="2000" dirty="0">
                <a:solidFill>
                  <a:srgbClr val="0070C0"/>
                </a:solidFill>
                <a:latin typeface="Times New Roman" panose="02020603050405020304" pitchFamily="18" charset="0"/>
                <a:ea typeface="楷体" panose="02010609060101010101" charset="-122"/>
              </a:rPr>
              <a:t>异常数据</a:t>
            </a:r>
            <a:r>
              <a:rPr lang="zh-CN" altLang="en-US" sz="2000" dirty="0">
                <a:solidFill>
                  <a:schemeClr val="dk1"/>
                </a:solidFill>
                <a:latin typeface="Times New Roman" panose="02020603050405020304" pitchFamily="18" charset="0"/>
                <a:ea typeface="楷体" panose="02010609060101010101" charset="-122"/>
              </a:rPr>
              <a:t>测试（如空数据文件），检查程序是否正常运行</a:t>
            </a:r>
            <a:endParaRPr lang="en-US" altLang="zh-CN" sz="2000" dirty="0">
              <a:solidFill>
                <a:schemeClr val="dk1"/>
              </a:solidFill>
              <a:latin typeface="Times New Roman" panose="02020603050405020304" pitchFamily="18" charset="0"/>
              <a:ea typeface="楷体" panose="02010609060101010101" charset="-122"/>
            </a:endParaRPr>
          </a:p>
          <a:p>
            <a:pPr lvl="1" eaLnBrk="1" hangingPunct="1">
              <a:spcBef>
                <a:spcPct val="50000"/>
              </a:spcBef>
              <a:buSzTx/>
              <a:buFont typeface="Wingdings" pitchFamily="2" charset="2"/>
              <a:buChar char="ü"/>
            </a:pPr>
            <a:r>
              <a:rPr lang="zh-CN" altLang="en-US" sz="2000" dirty="0">
                <a:solidFill>
                  <a:schemeClr val="dk1"/>
                </a:solidFill>
                <a:latin typeface="Times New Roman" panose="02020603050405020304" pitchFamily="18" charset="0"/>
                <a:ea typeface="楷体" panose="02010609060101010101" charset="-122"/>
              </a:rPr>
              <a:t>用</a:t>
            </a:r>
            <a:r>
              <a:rPr lang="zh-CN" altLang="en-US" sz="2000" dirty="0">
                <a:solidFill>
                  <a:srgbClr val="0070C0"/>
                </a:solidFill>
                <a:latin typeface="Times New Roman" panose="02020603050405020304" pitchFamily="18" charset="0"/>
                <a:ea typeface="楷体" panose="02010609060101010101" charset="-122"/>
              </a:rPr>
              <a:t>错误数据</a:t>
            </a:r>
            <a:r>
              <a:rPr lang="zh-CN" altLang="en-US" sz="2000" dirty="0">
                <a:solidFill>
                  <a:schemeClr val="dk1"/>
                </a:solidFill>
                <a:latin typeface="Times New Roman" panose="02020603050405020304" pitchFamily="18" charset="0"/>
                <a:ea typeface="楷体" panose="02010609060101010101" charset="-122"/>
              </a:rPr>
              <a:t>测试，检查程序对错误的处理能力（包括显示出错信息，容许修改错误信息等）</a:t>
            </a:r>
            <a:endParaRPr lang="en-US" altLang="zh-CN" sz="2000" dirty="0">
              <a:solidFill>
                <a:schemeClr val="dk1"/>
              </a:solidFill>
              <a:latin typeface="Times New Roman" panose="02020603050405020304" pitchFamily="18" charset="0"/>
              <a:ea typeface="楷体" panose="02010609060101010101" charset="-122"/>
            </a:endParaRPr>
          </a:p>
        </p:txBody>
      </p:sp>
    </p:spTree>
    <p:custDataLst>
      <p:tags r:id="rId1"/>
    </p:custDataLst>
    <p:extLst>
      <p:ext uri="{BB962C8B-B14F-4D97-AF65-F5344CB8AC3E}">
        <p14:creationId xmlns:p14="http://schemas.microsoft.com/office/powerpoint/2010/main" val="1320541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8" r:link="rId9"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10" r:link="rId11"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80898" name="Text Box 2"/>
          <p:cNvSpPr txBox="1"/>
          <p:nvPr/>
        </p:nvSpPr>
        <p:spPr>
          <a:xfrm>
            <a:off x="859132" y="512023"/>
            <a:ext cx="739140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第</a:t>
            </a:r>
            <a:r>
              <a:rPr lang="en-US" altLang="zh-CN" sz="4000" b="1" dirty="0">
                <a:solidFill>
                  <a:schemeClr val="accent1"/>
                </a:solidFill>
                <a:latin typeface="Times New Roman" panose="02020603050405020304" pitchFamily="18" charset="0"/>
                <a:ea typeface="楷体" panose="02010609060101010101" charset="-122"/>
                <a:cs typeface="微软雅黑" panose="020B0503020204020204" charset="-122"/>
              </a:rPr>
              <a:t>2</a:t>
            </a: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节   信息系统调试</a:t>
            </a:r>
          </a:p>
        </p:txBody>
      </p:sp>
      <p:sp>
        <p:nvSpPr>
          <p:cNvPr id="80899" name="Rectangle 3"/>
          <p:cNvSpPr/>
          <p:nvPr>
            <p:custDataLst>
              <p:tags r:id="rId4"/>
            </p:custDataLst>
          </p:nvPr>
        </p:nvSpPr>
        <p:spPr>
          <a:xfrm>
            <a:off x="683568" y="1484784"/>
            <a:ext cx="1973617"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spcBef>
                <a:spcPct val="0"/>
              </a:spcBef>
              <a:buClr>
                <a:schemeClr val="tx1"/>
              </a:buClr>
              <a:buSzTx/>
              <a:buFont typeface="Wingdings" pitchFamily="2" charset="2"/>
              <a:buChar char="Ø"/>
            </a:pPr>
            <a:r>
              <a:rPr lang="zh-CN" altLang="en-US" sz="2800" b="1" dirty="0">
                <a:latin typeface="Times New Roman" panose="02020603050405020304" pitchFamily="18" charset="0"/>
                <a:ea typeface="楷体" panose="02010609060101010101" charset="-122"/>
                <a:cs typeface="微软雅黑" panose="020B0503020204020204" charset="-122"/>
              </a:rPr>
              <a:t>程序调试</a:t>
            </a:r>
          </a:p>
        </p:txBody>
      </p:sp>
      <p:sp>
        <p:nvSpPr>
          <p:cNvPr id="2" name="Rectangle 2">
            <a:extLst>
              <a:ext uri="{FF2B5EF4-FFF2-40B4-BE49-F238E27FC236}">
                <a16:creationId xmlns:a16="http://schemas.microsoft.com/office/drawing/2014/main" id="{D296A33E-FD62-CEB1-26C3-C74837E908D5}"/>
              </a:ext>
            </a:extLst>
          </p:cNvPr>
          <p:cNvSpPr/>
          <p:nvPr>
            <p:custDataLst>
              <p:tags r:id="rId5"/>
            </p:custDataLst>
          </p:nvPr>
        </p:nvSpPr>
        <p:spPr>
          <a:xfrm>
            <a:off x="859132" y="2096479"/>
            <a:ext cx="8105356" cy="4003276"/>
          </a:xfrm>
          <a:prstGeom prst="rect">
            <a:avLst/>
          </a:prstGeom>
          <a:noFill/>
          <a:ln w="9525">
            <a:noFill/>
          </a:ln>
        </p:spPr>
        <p:txBody>
          <a:bodyPr wrap="squar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57150" indent="0" eaLnBrk="1" hangingPunct="1">
              <a:spcBef>
                <a:spcPct val="50000"/>
              </a:spcBef>
              <a:buSzTx/>
              <a:buNone/>
            </a:pPr>
            <a:r>
              <a:rPr lang="zh-CN" altLang="en-US" sz="2600" b="1" dirty="0">
                <a:solidFill>
                  <a:schemeClr val="dk1"/>
                </a:solidFill>
                <a:latin typeface="Times New Roman" panose="02020603050405020304" pitchFamily="18" charset="0"/>
                <a:ea typeface="楷体" panose="02010609060101010101" charset="-122"/>
              </a:rPr>
              <a:t>（</a:t>
            </a:r>
            <a:r>
              <a:rPr lang="en-US" altLang="zh-CN" sz="2600" b="1" dirty="0">
                <a:solidFill>
                  <a:schemeClr val="dk1"/>
                </a:solidFill>
                <a:latin typeface="Times New Roman" panose="02020603050405020304" pitchFamily="18" charset="0"/>
                <a:ea typeface="楷体" panose="02010609060101010101" charset="-122"/>
              </a:rPr>
              <a:t>2</a:t>
            </a:r>
            <a:r>
              <a:rPr lang="zh-CN" altLang="en-US" sz="2600" b="1" dirty="0">
                <a:solidFill>
                  <a:schemeClr val="dk1"/>
                </a:solidFill>
                <a:latin typeface="Times New Roman" panose="02020603050405020304" pitchFamily="18" charset="0"/>
                <a:ea typeface="楷体" panose="02010609060101010101" charset="-122"/>
              </a:rPr>
              <a:t>）程序功能测试（黑盒测试）</a:t>
            </a:r>
            <a:endParaRPr lang="en-US" altLang="zh-CN" sz="2600" b="1" dirty="0">
              <a:solidFill>
                <a:schemeClr val="dk1"/>
              </a:solidFill>
              <a:latin typeface="Times New Roman" panose="02020603050405020304" pitchFamily="18" charset="0"/>
              <a:ea typeface="楷体" panose="02010609060101010101" charset="-122"/>
            </a:endParaRPr>
          </a:p>
          <a:p>
            <a:pPr marL="514350" indent="-457200" eaLnBrk="1" hangingPunct="1">
              <a:spcBef>
                <a:spcPct val="50000"/>
              </a:spcBef>
              <a:buClr>
                <a:schemeClr val="tx1"/>
              </a:buClr>
              <a:buSzTx/>
            </a:pPr>
            <a:r>
              <a:rPr lang="zh-CN" altLang="en-US" sz="2400" b="1" dirty="0">
                <a:solidFill>
                  <a:srgbClr val="0070C0"/>
                </a:solidFill>
                <a:latin typeface="Times New Roman" panose="02020603050405020304" pitchFamily="18" charset="0"/>
                <a:ea typeface="楷体" panose="02010609060101010101" charset="-122"/>
              </a:rPr>
              <a:t>代码测试</a:t>
            </a:r>
            <a:r>
              <a:rPr lang="zh-CN" altLang="en-US" sz="2400" b="1" dirty="0">
                <a:solidFill>
                  <a:schemeClr val="dk1"/>
                </a:solidFill>
                <a:latin typeface="Times New Roman" panose="02020603050405020304" pitchFamily="18" charset="0"/>
                <a:ea typeface="楷体" panose="02010609060101010101" charset="-122"/>
              </a:rPr>
              <a:t>正确的程序只能基本上验证了</a:t>
            </a:r>
            <a:r>
              <a:rPr lang="zh-CN" altLang="en-US" sz="2400" b="1" dirty="0">
                <a:solidFill>
                  <a:srgbClr val="0070C0"/>
                </a:solidFill>
                <a:latin typeface="Times New Roman" panose="02020603050405020304" pitchFamily="18" charset="0"/>
                <a:ea typeface="楷体" panose="02010609060101010101" charset="-122"/>
              </a:rPr>
              <a:t>程序逻辑上的正确性</a:t>
            </a:r>
            <a:r>
              <a:rPr lang="zh-CN" altLang="en-US" sz="2400" b="1" dirty="0">
                <a:solidFill>
                  <a:schemeClr val="dk1"/>
                </a:solidFill>
                <a:latin typeface="Times New Roman" panose="02020603050405020304" pitchFamily="18" charset="0"/>
                <a:ea typeface="楷体" panose="02010609060101010101" charset="-122"/>
              </a:rPr>
              <a:t>，但并</a:t>
            </a:r>
            <a:r>
              <a:rPr lang="zh-CN" altLang="en-US" sz="2400" b="1" dirty="0">
                <a:solidFill>
                  <a:srgbClr val="0070C0"/>
                </a:solidFill>
                <a:latin typeface="Times New Roman" panose="02020603050405020304" pitchFamily="18" charset="0"/>
                <a:ea typeface="楷体" panose="02010609060101010101" charset="-122"/>
              </a:rPr>
              <a:t>不能验证程序是否满足</a:t>
            </a:r>
            <a:r>
              <a:rPr lang="zh-CN" altLang="en-US" sz="2400" b="1" dirty="0">
                <a:solidFill>
                  <a:schemeClr val="dk1"/>
                </a:solidFill>
                <a:latin typeface="Times New Roman" panose="02020603050405020304" pitchFamily="18" charset="0"/>
                <a:ea typeface="楷体" panose="02010609060101010101" charset="-122"/>
              </a:rPr>
              <a:t>程序说明中定义的</a:t>
            </a:r>
            <a:r>
              <a:rPr lang="zh-CN" altLang="en-US" sz="2400" b="1" dirty="0">
                <a:solidFill>
                  <a:srgbClr val="0070C0"/>
                </a:solidFill>
                <a:latin typeface="Times New Roman" panose="02020603050405020304" pitchFamily="18" charset="0"/>
                <a:ea typeface="楷体" panose="02010609060101010101" charset="-122"/>
              </a:rPr>
              <a:t>功能</a:t>
            </a:r>
            <a:r>
              <a:rPr lang="zh-CN" altLang="en-US" sz="2400" b="1" dirty="0">
                <a:solidFill>
                  <a:schemeClr val="dk1"/>
                </a:solidFill>
                <a:latin typeface="Times New Roman" panose="02020603050405020304" pitchFamily="18" charset="0"/>
                <a:ea typeface="楷体" panose="02010609060101010101" charset="-122"/>
              </a:rPr>
              <a:t>，也不能验证</a:t>
            </a:r>
            <a:r>
              <a:rPr lang="zh-CN" altLang="en-US" sz="2400" b="1" dirty="0">
                <a:solidFill>
                  <a:srgbClr val="0070C0"/>
                </a:solidFill>
                <a:latin typeface="Times New Roman" panose="02020603050405020304" pitchFamily="18" charset="0"/>
                <a:ea typeface="楷体" panose="02010609060101010101" charset="-122"/>
              </a:rPr>
              <a:t>测试数据</a:t>
            </a:r>
            <a:r>
              <a:rPr lang="zh-CN" altLang="en-US" sz="2400" b="1" dirty="0">
                <a:solidFill>
                  <a:schemeClr val="dk1"/>
                </a:solidFill>
                <a:latin typeface="Times New Roman" panose="02020603050405020304" pitchFamily="18" charset="0"/>
                <a:ea typeface="楷体" panose="02010609060101010101" charset="-122"/>
              </a:rPr>
              <a:t>本身</a:t>
            </a:r>
            <a:r>
              <a:rPr lang="zh-CN" altLang="en-US" sz="2400" b="1" dirty="0">
                <a:solidFill>
                  <a:srgbClr val="0070C0"/>
                </a:solidFill>
                <a:latin typeface="Times New Roman" panose="02020603050405020304" pitchFamily="18" charset="0"/>
                <a:ea typeface="楷体" panose="02010609060101010101" charset="-122"/>
              </a:rPr>
              <a:t>是否完备</a:t>
            </a:r>
            <a:r>
              <a:rPr lang="zh-CN" altLang="en-US" sz="2400" b="1" dirty="0">
                <a:solidFill>
                  <a:schemeClr val="dk1"/>
                </a:solidFill>
                <a:latin typeface="Times New Roman" panose="02020603050405020304" pitchFamily="18" charset="0"/>
                <a:ea typeface="楷体" panose="02010609060101010101" charset="-122"/>
              </a:rPr>
              <a:t>。</a:t>
            </a:r>
            <a:endParaRPr lang="en-US" altLang="zh-CN" sz="2400" b="1" dirty="0">
              <a:solidFill>
                <a:schemeClr val="dk1"/>
              </a:solidFill>
              <a:latin typeface="Times New Roman" panose="02020603050405020304" pitchFamily="18" charset="0"/>
              <a:ea typeface="楷体" panose="02010609060101010101" charset="-122"/>
            </a:endParaRPr>
          </a:p>
          <a:p>
            <a:pPr marL="514350" indent="-457200" eaLnBrk="1" hangingPunct="1">
              <a:spcBef>
                <a:spcPct val="50000"/>
              </a:spcBef>
              <a:buClr>
                <a:schemeClr val="tx1"/>
              </a:buClr>
              <a:buSzTx/>
            </a:pPr>
            <a:r>
              <a:rPr lang="zh-CN" altLang="en-US" sz="2400" b="1" dirty="0">
                <a:solidFill>
                  <a:srgbClr val="0070C0"/>
                </a:solidFill>
                <a:latin typeface="Times New Roman" panose="02020603050405020304" pitchFamily="18" charset="0"/>
                <a:ea typeface="楷体" panose="02010609060101010101" charset="-122"/>
              </a:rPr>
              <a:t>程序功能测试</a:t>
            </a:r>
            <a:r>
              <a:rPr lang="zh-CN" altLang="en-US" sz="2400" b="1" dirty="0">
                <a:solidFill>
                  <a:schemeClr val="dk1"/>
                </a:solidFill>
                <a:latin typeface="Times New Roman" panose="02020603050405020304" pitchFamily="18" charset="0"/>
                <a:ea typeface="楷体" panose="02010609060101010101" charset="-122"/>
              </a:rPr>
              <a:t>则是面向程序应用环境，把程序看做是一个“黑匣子”</a:t>
            </a:r>
            <a:r>
              <a:rPr lang="en-US" altLang="zh-CN" sz="2400" b="1" dirty="0">
                <a:solidFill>
                  <a:schemeClr val="dk1"/>
                </a:solidFill>
                <a:latin typeface="Times New Roman" panose="02020603050405020304" pitchFamily="18" charset="0"/>
                <a:ea typeface="楷体" panose="02010609060101010101" charset="-122"/>
              </a:rPr>
              <a:t>——</a:t>
            </a:r>
            <a:r>
              <a:rPr lang="zh-CN" altLang="en-US" sz="2400" b="1" dirty="0">
                <a:solidFill>
                  <a:srgbClr val="0070C0"/>
                </a:solidFill>
                <a:latin typeface="Times New Roman" panose="02020603050405020304" pitchFamily="18" charset="0"/>
                <a:ea typeface="楷体" panose="02010609060101010101" charset="-122"/>
              </a:rPr>
              <a:t>不考虑</a:t>
            </a:r>
            <a:r>
              <a:rPr lang="zh-CN" altLang="en-US" sz="2400" b="1" dirty="0">
                <a:solidFill>
                  <a:schemeClr val="dk1"/>
                </a:solidFill>
                <a:latin typeface="Times New Roman" panose="02020603050405020304" pitchFamily="18" charset="0"/>
                <a:ea typeface="楷体" panose="02010609060101010101" charset="-122"/>
              </a:rPr>
              <a:t>软件的</a:t>
            </a:r>
            <a:r>
              <a:rPr lang="zh-CN" altLang="en-US" sz="2400" b="1" dirty="0">
                <a:solidFill>
                  <a:srgbClr val="0070C0"/>
                </a:solidFill>
                <a:latin typeface="Times New Roman" panose="02020603050405020304" pitchFamily="18" charset="0"/>
                <a:ea typeface="楷体" panose="02010609060101010101" charset="-122"/>
              </a:rPr>
              <a:t>内部结构和处理算法</a:t>
            </a:r>
            <a:endParaRPr lang="en-US" altLang="zh-CN" sz="2400" b="1" dirty="0">
              <a:solidFill>
                <a:srgbClr val="0070C0"/>
              </a:solidFill>
              <a:latin typeface="Times New Roman" panose="02020603050405020304" pitchFamily="18" charset="0"/>
              <a:ea typeface="楷体" panose="02010609060101010101" charset="-122"/>
            </a:endParaRPr>
          </a:p>
          <a:p>
            <a:pPr marL="514350" indent="-457200" eaLnBrk="1" hangingPunct="1">
              <a:spcBef>
                <a:spcPct val="50000"/>
              </a:spcBef>
              <a:buClr>
                <a:schemeClr val="tx1"/>
              </a:buClr>
              <a:buSzTx/>
            </a:pPr>
            <a:r>
              <a:rPr lang="zh-CN" altLang="en-US" sz="2400" b="1" dirty="0">
                <a:solidFill>
                  <a:schemeClr val="dk1"/>
                </a:solidFill>
                <a:latin typeface="Times New Roman" panose="02020603050405020304" pitchFamily="18" charset="0"/>
                <a:ea typeface="楷体" panose="02010609060101010101" charset="-122"/>
              </a:rPr>
              <a:t>根据</a:t>
            </a:r>
            <a:r>
              <a:rPr lang="en-US" altLang="zh-CN" sz="2400" b="1" dirty="0">
                <a:solidFill>
                  <a:srgbClr val="0070C0"/>
                </a:solidFill>
                <a:latin typeface="Times New Roman" panose="02020603050405020304" pitchFamily="18" charset="0"/>
                <a:ea typeface="楷体" panose="02010609060101010101" charset="-122"/>
              </a:rPr>
              <a:t>《</a:t>
            </a:r>
            <a:r>
              <a:rPr lang="zh-CN" altLang="en-US" sz="2400" b="1" dirty="0">
                <a:solidFill>
                  <a:srgbClr val="0070C0"/>
                </a:solidFill>
                <a:latin typeface="Times New Roman" panose="02020603050405020304" pitchFamily="18" charset="0"/>
                <a:ea typeface="楷体" panose="02010609060101010101" charset="-122"/>
              </a:rPr>
              <a:t>关键需求说明书</a:t>
            </a:r>
            <a:r>
              <a:rPr lang="en-US" altLang="zh-CN" sz="2400" b="1" dirty="0">
                <a:solidFill>
                  <a:srgbClr val="0070C0"/>
                </a:solidFill>
                <a:latin typeface="Times New Roman" panose="02020603050405020304" pitchFamily="18" charset="0"/>
                <a:ea typeface="楷体" panose="02010609060101010101" charset="-122"/>
              </a:rPr>
              <a:t>》</a:t>
            </a:r>
            <a:r>
              <a:rPr lang="zh-CN" altLang="en-US" sz="2400" b="1" dirty="0">
                <a:solidFill>
                  <a:srgbClr val="0070C0"/>
                </a:solidFill>
                <a:latin typeface="Times New Roman" panose="02020603050405020304" pitchFamily="18" charset="0"/>
                <a:ea typeface="楷体" panose="02010609060101010101" charset="-122"/>
              </a:rPr>
              <a:t>，</a:t>
            </a:r>
            <a:r>
              <a:rPr lang="zh-CN" altLang="en-US" sz="2400" b="1" dirty="0">
                <a:solidFill>
                  <a:schemeClr val="dk1"/>
                </a:solidFill>
                <a:latin typeface="Times New Roman" panose="02020603050405020304" pitchFamily="18" charset="0"/>
                <a:ea typeface="楷体" panose="02010609060101010101" charset="-122"/>
              </a:rPr>
              <a:t>检查程序的功能</a:t>
            </a:r>
            <a:r>
              <a:rPr lang="zh-CN" altLang="en-US" sz="2400" b="1" dirty="0">
                <a:solidFill>
                  <a:srgbClr val="0070C0"/>
                </a:solidFill>
                <a:latin typeface="Times New Roman" panose="02020603050405020304" pitchFamily="18" charset="0"/>
                <a:ea typeface="楷体" panose="02010609060101010101" charset="-122"/>
              </a:rPr>
              <a:t>是否符合它的功能说明</a:t>
            </a:r>
            <a:r>
              <a:rPr lang="zh-CN" altLang="en-US" sz="2400" b="1" dirty="0">
                <a:solidFill>
                  <a:schemeClr val="dk1"/>
                </a:solidFill>
                <a:latin typeface="Times New Roman" panose="02020603050405020304" pitchFamily="18" charset="0"/>
                <a:ea typeface="楷体" panose="02010609060101010101" charset="-122"/>
              </a:rPr>
              <a:t>，模拟软件产品的</a:t>
            </a:r>
            <a:r>
              <a:rPr lang="zh-CN" altLang="en-US" sz="2400" b="1" dirty="0">
                <a:solidFill>
                  <a:srgbClr val="0070C0"/>
                </a:solidFill>
                <a:latin typeface="Times New Roman" panose="02020603050405020304" pitchFamily="18" charset="0"/>
                <a:ea typeface="楷体" panose="02010609060101010101" charset="-122"/>
              </a:rPr>
              <a:t>最终用户</a:t>
            </a:r>
            <a:r>
              <a:rPr lang="zh-CN" altLang="en-US" sz="2400" b="1" dirty="0">
                <a:solidFill>
                  <a:schemeClr val="dk1"/>
                </a:solidFill>
                <a:latin typeface="Times New Roman" panose="02020603050405020304" pitchFamily="18" charset="0"/>
                <a:ea typeface="楷体" panose="02010609060101010101" charset="-122"/>
              </a:rPr>
              <a:t>使用该软件，检查软件产品</a:t>
            </a:r>
            <a:r>
              <a:rPr lang="zh-CN" altLang="en-US" sz="2400" b="1" dirty="0">
                <a:solidFill>
                  <a:srgbClr val="0070C0"/>
                </a:solidFill>
                <a:latin typeface="Times New Roman" panose="02020603050405020304" pitchFamily="18" charset="0"/>
                <a:ea typeface="楷体" panose="02010609060101010101" charset="-122"/>
              </a:rPr>
              <a:t>是否达到了用户的需求</a:t>
            </a:r>
            <a:r>
              <a:rPr lang="zh-CN" altLang="en-US" sz="2400" b="1" dirty="0">
                <a:solidFill>
                  <a:schemeClr val="dk1"/>
                </a:solidFill>
                <a:latin typeface="Times New Roman" panose="02020603050405020304" pitchFamily="18" charset="0"/>
                <a:ea typeface="楷体" panose="02010609060101010101" charset="-122"/>
              </a:rPr>
              <a:t>。</a:t>
            </a:r>
            <a:endParaRPr lang="en-US" altLang="zh-CN" sz="2400" b="1" dirty="0">
              <a:solidFill>
                <a:schemeClr val="dk1"/>
              </a:solidFill>
              <a:latin typeface="Times New Roman" panose="02020603050405020304" pitchFamily="18" charset="0"/>
              <a:ea typeface="楷体" panose="02010609060101010101" charset="-122"/>
            </a:endParaRPr>
          </a:p>
        </p:txBody>
      </p:sp>
    </p:spTree>
    <p:custDataLst>
      <p:tags r:id="rId1"/>
    </p:custDataLst>
    <p:extLst>
      <p:ext uri="{BB962C8B-B14F-4D97-AF65-F5344CB8AC3E}">
        <p14:creationId xmlns:p14="http://schemas.microsoft.com/office/powerpoint/2010/main" val="3312709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8" r:link="rId9"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10" r:link="rId11"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80898" name="Text Box 2"/>
          <p:cNvSpPr txBox="1"/>
          <p:nvPr/>
        </p:nvSpPr>
        <p:spPr>
          <a:xfrm>
            <a:off x="859132" y="512023"/>
            <a:ext cx="739140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第</a:t>
            </a:r>
            <a:r>
              <a:rPr lang="en-US" altLang="zh-CN" sz="4000" b="1" dirty="0">
                <a:solidFill>
                  <a:schemeClr val="accent1"/>
                </a:solidFill>
                <a:latin typeface="Times New Roman" panose="02020603050405020304" pitchFamily="18" charset="0"/>
                <a:ea typeface="楷体" panose="02010609060101010101" charset="-122"/>
                <a:cs typeface="微软雅黑" panose="020B0503020204020204" charset="-122"/>
              </a:rPr>
              <a:t>2</a:t>
            </a: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节   信息系统调试</a:t>
            </a:r>
          </a:p>
        </p:txBody>
      </p:sp>
      <p:sp>
        <p:nvSpPr>
          <p:cNvPr id="80899" name="Rectangle 3"/>
          <p:cNvSpPr/>
          <p:nvPr>
            <p:custDataLst>
              <p:tags r:id="rId4"/>
            </p:custDataLst>
          </p:nvPr>
        </p:nvSpPr>
        <p:spPr>
          <a:xfrm>
            <a:off x="683568" y="1484784"/>
            <a:ext cx="1973617"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spcBef>
                <a:spcPct val="0"/>
              </a:spcBef>
              <a:buClr>
                <a:schemeClr val="tx1"/>
              </a:buClr>
              <a:buSzTx/>
              <a:buFont typeface="Wingdings" pitchFamily="2" charset="2"/>
              <a:buChar char="Ø"/>
            </a:pPr>
            <a:r>
              <a:rPr lang="zh-CN" altLang="en-US" sz="2800" b="1" dirty="0">
                <a:latin typeface="Times New Roman" panose="02020603050405020304" pitchFamily="18" charset="0"/>
                <a:ea typeface="楷体" panose="02010609060101010101" charset="-122"/>
                <a:cs typeface="微软雅黑" panose="020B0503020204020204" charset="-122"/>
              </a:rPr>
              <a:t>程序调试</a:t>
            </a:r>
          </a:p>
        </p:txBody>
      </p:sp>
      <p:sp>
        <p:nvSpPr>
          <p:cNvPr id="2" name="Rectangle 2">
            <a:extLst>
              <a:ext uri="{FF2B5EF4-FFF2-40B4-BE49-F238E27FC236}">
                <a16:creationId xmlns:a16="http://schemas.microsoft.com/office/drawing/2014/main" id="{D296A33E-FD62-CEB1-26C3-C74837E908D5}"/>
              </a:ext>
            </a:extLst>
          </p:cNvPr>
          <p:cNvSpPr/>
          <p:nvPr>
            <p:custDataLst>
              <p:tags r:id="rId5"/>
            </p:custDataLst>
          </p:nvPr>
        </p:nvSpPr>
        <p:spPr>
          <a:xfrm>
            <a:off x="859132" y="2096479"/>
            <a:ext cx="8105356" cy="3449279"/>
          </a:xfrm>
          <a:prstGeom prst="rect">
            <a:avLst/>
          </a:prstGeom>
          <a:noFill/>
          <a:ln w="9525">
            <a:noFill/>
          </a:ln>
        </p:spPr>
        <p:txBody>
          <a:bodyPr wrap="squar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57150" indent="0" eaLnBrk="1" hangingPunct="1">
              <a:spcBef>
                <a:spcPct val="50000"/>
              </a:spcBef>
              <a:buSzTx/>
              <a:buNone/>
            </a:pPr>
            <a:r>
              <a:rPr lang="zh-CN" altLang="en-US" sz="2600" b="1" dirty="0">
                <a:solidFill>
                  <a:schemeClr val="dk1"/>
                </a:solidFill>
                <a:latin typeface="Times New Roman" panose="02020603050405020304" pitchFamily="18" charset="0"/>
                <a:ea typeface="楷体" panose="02010609060101010101" charset="-122"/>
              </a:rPr>
              <a:t>（</a:t>
            </a:r>
            <a:r>
              <a:rPr lang="en-US" altLang="zh-CN" sz="2600" b="1" dirty="0">
                <a:solidFill>
                  <a:schemeClr val="dk1"/>
                </a:solidFill>
                <a:latin typeface="Times New Roman" panose="02020603050405020304" pitchFamily="18" charset="0"/>
                <a:ea typeface="楷体" panose="02010609060101010101" charset="-122"/>
              </a:rPr>
              <a:t>2</a:t>
            </a:r>
            <a:r>
              <a:rPr lang="zh-CN" altLang="en-US" sz="2600" b="1" dirty="0">
                <a:solidFill>
                  <a:schemeClr val="dk1"/>
                </a:solidFill>
                <a:latin typeface="Times New Roman" panose="02020603050405020304" pitchFamily="18" charset="0"/>
                <a:ea typeface="楷体" panose="02010609060101010101" charset="-122"/>
              </a:rPr>
              <a:t>）程序功能测试（黑盒测试）</a:t>
            </a:r>
            <a:endParaRPr lang="en-US" altLang="zh-CN" sz="2600" b="1" dirty="0">
              <a:solidFill>
                <a:schemeClr val="dk1"/>
              </a:solidFill>
              <a:latin typeface="Times New Roman" panose="02020603050405020304" pitchFamily="18" charset="0"/>
              <a:ea typeface="楷体" panose="02010609060101010101" charset="-122"/>
            </a:endParaRPr>
          </a:p>
          <a:p>
            <a:pPr marL="57150" indent="0" eaLnBrk="1" hangingPunct="1">
              <a:spcBef>
                <a:spcPct val="50000"/>
              </a:spcBef>
              <a:buClr>
                <a:schemeClr val="tx1"/>
              </a:buClr>
              <a:buSzTx/>
              <a:buNone/>
            </a:pPr>
            <a:r>
              <a:rPr lang="zh-CN" altLang="en-US" sz="2400" b="1" dirty="0">
                <a:solidFill>
                  <a:schemeClr val="dk1"/>
                </a:solidFill>
                <a:latin typeface="Times New Roman" panose="02020603050405020304" pitchFamily="18" charset="0"/>
                <a:ea typeface="楷体" panose="02010609060101010101" charset="-122"/>
              </a:rPr>
              <a:t>着重测试软件的功能需求，是</a:t>
            </a:r>
            <a:r>
              <a:rPr lang="zh-CN" altLang="en-US" sz="2400" b="1" dirty="0">
                <a:latin typeface="Times New Roman" panose="02020603050405020304" pitchFamily="18" charset="0"/>
                <a:ea typeface="楷体" panose="02010609060101010101" charset="-122"/>
              </a:rPr>
              <a:t>在</a:t>
            </a:r>
            <a:r>
              <a:rPr lang="zh-CN" altLang="en-US" sz="2400" b="1" dirty="0">
                <a:solidFill>
                  <a:srgbClr val="0070C0"/>
                </a:solidFill>
                <a:latin typeface="Times New Roman" panose="02020603050405020304" pitchFamily="18" charset="0"/>
                <a:ea typeface="楷体" panose="02010609060101010101" charset="-122"/>
              </a:rPr>
              <a:t>程序接口</a:t>
            </a:r>
            <a:r>
              <a:rPr lang="zh-CN" altLang="en-US" sz="2400" b="1" dirty="0">
                <a:solidFill>
                  <a:schemeClr val="dk1"/>
                </a:solidFill>
                <a:latin typeface="Times New Roman" panose="02020603050405020304" pitchFamily="18" charset="0"/>
                <a:ea typeface="楷体" panose="02010609060101010101" charset="-122"/>
              </a:rPr>
              <a:t>上进行的测试，主要是为了发现以下错误：</a:t>
            </a:r>
          </a:p>
          <a:p>
            <a:pPr lvl="1" eaLnBrk="1" hangingPunct="1">
              <a:spcBef>
                <a:spcPct val="50000"/>
              </a:spcBef>
              <a:buSzTx/>
              <a:buFont typeface="Wingdings" pitchFamily="2" charset="2"/>
              <a:buChar char="ü"/>
            </a:pPr>
            <a:r>
              <a:rPr lang="zh-CN" altLang="en-US" sz="2200" b="1" dirty="0">
                <a:solidFill>
                  <a:schemeClr val="dk1"/>
                </a:solidFill>
                <a:latin typeface="Times New Roman" panose="02020603050405020304" pitchFamily="18" charset="0"/>
                <a:ea typeface="楷体" panose="02010609060101010101" charset="-122"/>
              </a:rPr>
              <a:t>是否有</a:t>
            </a:r>
            <a:r>
              <a:rPr lang="zh-CN" altLang="en-US" sz="2200" b="1" dirty="0">
                <a:solidFill>
                  <a:srgbClr val="0070C0"/>
                </a:solidFill>
                <a:latin typeface="Times New Roman" panose="02020603050405020304" pitchFamily="18" charset="0"/>
                <a:ea typeface="楷体" panose="02010609060101010101" charset="-122"/>
              </a:rPr>
              <a:t>功能错误</a:t>
            </a:r>
            <a:r>
              <a:rPr lang="zh-CN" altLang="en-US" sz="2200" b="1" dirty="0">
                <a:solidFill>
                  <a:schemeClr val="dk1"/>
                </a:solidFill>
                <a:latin typeface="Times New Roman" panose="02020603050405020304" pitchFamily="18" charset="0"/>
                <a:ea typeface="楷体" panose="02010609060101010101" charset="-122"/>
              </a:rPr>
              <a:t>，是否有</a:t>
            </a:r>
            <a:r>
              <a:rPr lang="zh-CN" altLang="en-US" sz="2200" b="1" dirty="0">
                <a:solidFill>
                  <a:srgbClr val="0070C0"/>
                </a:solidFill>
                <a:latin typeface="Times New Roman" panose="02020603050405020304" pitchFamily="18" charset="0"/>
                <a:ea typeface="楷体" panose="02010609060101010101" charset="-122"/>
              </a:rPr>
              <a:t>功能遗漏</a:t>
            </a:r>
            <a:endParaRPr lang="en-US" altLang="zh-CN" sz="2200" b="1" dirty="0">
              <a:solidFill>
                <a:srgbClr val="0070C0"/>
              </a:solidFill>
              <a:latin typeface="Times New Roman" panose="02020603050405020304" pitchFamily="18" charset="0"/>
              <a:ea typeface="楷体" panose="02010609060101010101" charset="-122"/>
            </a:endParaRPr>
          </a:p>
          <a:p>
            <a:pPr lvl="1" eaLnBrk="1" hangingPunct="1">
              <a:spcBef>
                <a:spcPct val="50000"/>
              </a:spcBef>
              <a:buSzTx/>
              <a:buFont typeface="Wingdings" pitchFamily="2" charset="2"/>
              <a:buChar char="ü"/>
            </a:pPr>
            <a:r>
              <a:rPr lang="zh-CN" altLang="en-US" sz="2200" b="1" dirty="0">
                <a:solidFill>
                  <a:schemeClr val="dk1"/>
                </a:solidFill>
                <a:latin typeface="Times New Roman" panose="02020603050405020304" pitchFamily="18" charset="0"/>
                <a:ea typeface="楷体" panose="02010609060101010101" charset="-122"/>
              </a:rPr>
              <a:t>是否能够</a:t>
            </a:r>
            <a:r>
              <a:rPr lang="zh-CN" altLang="en-US" sz="2200" b="1" dirty="0">
                <a:solidFill>
                  <a:srgbClr val="0070C0"/>
                </a:solidFill>
                <a:latin typeface="Times New Roman" panose="02020603050405020304" pitchFamily="18" charset="0"/>
                <a:ea typeface="楷体" panose="02010609060101010101" charset="-122"/>
              </a:rPr>
              <a:t>正确地接收输入</a:t>
            </a:r>
            <a:r>
              <a:rPr lang="zh-CN" altLang="en-US" sz="2200" b="1" dirty="0">
                <a:solidFill>
                  <a:schemeClr val="dk1"/>
                </a:solidFill>
                <a:latin typeface="Times New Roman" panose="02020603050405020304" pitchFamily="18" charset="0"/>
                <a:ea typeface="楷体" panose="02010609060101010101" charset="-122"/>
              </a:rPr>
              <a:t>数据并</a:t>
            </a:r>
            <a:r>
              <a:rPr lang="zh-CN" altLang="en-US" sz="2200" b="1" dirty="0">
                <a:solidFill>
                  <a:srgbClr val="0070C0"/>
                </a:solidFill>
                <a:latin typeface="Times New Roman" panose="02020603050405020304" pitchFamily="18" charset="0"/>
                <a:ea typeface="楷体" panose="02010609060101010101" charset="-122"/>
              </a:rPr>
              <a:t>产生正确的输出</a:t>
            </a:r>
            <a:r>
              <a:rPr lang="zh-CN" altLang="en-US" sz="2200" b="1" dirty="0">
                <a:solidFill>
                  <a:schemeClr val="dk1"/>
                </a:solidFill>
                <a:latin typeface="Times New Roman" panose="02020603050405020304" pitchFamily="18" charset="0"/>
                <a:ea typeface="楷体" panose="02010609060101010101" charset="-122"/>
              </a:rPr>
              <a:t>结果</a:t>
            </a:r>
            <a:endParaRPr lang="en-US" altLang="zh-CN" sz="2200" b="1" dirty="0">
              <a:solidFill>
                <a:schemeClr val="dk1"/>
              </a:solidFill>
              <a:latin typeface="Times New Roman" panose="02020603050405020304" pitchFamily="18" charset="0"/>
              <a:ea typeface="楷体" panose="02010609060101010101" charset="-122"/>
            </a:endParaRPr>
          </a:p>
          <a:p>
            <a:pPr lvl="1" eaLnBrk="1" hangingPunct="1">
              <a:spcBef>
                <a:spcPct val="50000"/>
              </a:spcBef>
              <a:buSzTx/>
              <a:buFont typeface="Wingdings" pitchFamily="2" charset="2"/>
              <a:buChar char="ü"/>
            </a:pPr>
            <a:r>
              <a:rPr lang="zh-CN" altLang="en-US" sz="2200" b="1" dirty="0">
                <a:solidFill>
                  <a:schemeClr val="dk1"/>
                </a:solidFill>
                <a:latin typeface="Times New Roman" panose="02020603050405020304" pitchFamily="18" charset="0"/>
                <a:ea typeface="楷体" panose="02010609060101010101" charset="-122"/>
              </a:rPr>
              <a:t>是否</a:t>
            </a:r>
            <a:r>
              <a:rPr lang="zh-CN" altLang="en-US" sz="2200" b="1" dirty="0">
                <a:latin typeface="Times New Roman" panose="02020603050405020304" pitchFamily="18" charset="0"/>
                <a:ea typeface="楷体" panose="02010609060101010101" charset="-122"/>
              </a:rPr>
              <a:t>有</a:t>
            </a:r>
            <a:r>
              <a:rPr lang="zh-CN" altLang="en-US" sz="2200" b="1" dirty="0">
                <a:solidFill>
                  <a:srgbClr val="0070C0"/>
                </a:solidFill>
                <a:latin typeface="Times New Roman" panose="02020603050405020304" pitchFamily="18" charset="0"/>
                <a:ea typeface="楷体" panose="02010609060101010101" charset="-122"/>
              </a:rPr>
              <a:t>数据结构错误</a:t>
            </a:r>
            <a:r>
              <a:rPr lang="zh-CN" altLang="en-US" sz="2200" b="1" dirty="0">
                <a:solidFill>
                  <a:schemeClr val="dk1"/>
                </a:solidFill>
                <a:latin typeface="Times New Roman" panose="02020603050405020304" pitchFamily="18" charset="0"/>
                <a:ea typeface="楷体" panose="02010609060101010101" charset="-122"/>
              </a:rPr>
              <a:t>或</a:t>
            </a:r>
            <a:r>
              <a:rPr lang="zh-CN" altLang="en-US" sz="2200" b="1" dirty="0">
                <a:solidFill>
                  <a:srgbClr val="0070C0"/>
                </a:solidFill>
                <a:latin typeface="Times New Roman" panose="02020603050405020304" pitchFamily="18" charset="0"/>
                <a:ea typeface="楷体" panose="02010609060101010101" charset="-122"/>
              </a:rPr>
              <a:t>外部信息访问错误</a:t>
            </a:r>
            <a:r>
              <a:rPr lang="zh-CN" altLang="en-US" sz="1800" b="1" dirty="0">
                <a:latin typeface="Times New Roman" panose="02020603050405020304" pitchFamily="18" charset="0"/>
                <a:ea typeface="楷体" panose="02010609060101010101" charset="-122"/>
              </a:rPr>
              <a:t>（</a:t>
            </a:r>
            <a:r>
              <a:rPr lang="en-US" altLang="zh-CN" sz="1800" b="1" dirty="0">
                <a:latin typeface="Times New Roman" panose="02020603050405020304" pitchFamily="18" charset="0"/>
                <a:ea typeface="楷体" panose="02010609060101010101" charset="-122"/>
              </a:rPr>
              <a:t>int</a:t>
            </a:r>
            <a:r>
              <a:rPr lang="zh-CN" altLang="en-US" sz="1800" b="1" dirty="0">
                <a:latin typeface="Times New Roman" panose="02020603050405020304" pitchFamily="18" charset="0"/>
                <a:ea typeface="楷体" panose="02010609060101010101" charset="-122"/>
              </a:rPr>
              <a:t>是</a:t>
            </a:r>
            <a:r>
              <a:rPr lang="en-US" altLang="zh-CN" sz="1800" dirty="0">
                <a:latin typeface="Times New Roman" panose="02020603050405020304" pitchFamily="18" charset="0"/>
                <a:ea typeface="楷体" panose="02010609060101010101" charset="-122"/>
              </a:rPr>
              <a:t>2or4</a:t>
            </a:r>
            <a:r>
              <a:rPr lang="zh-CN" altLang="en-US" sz="1800" dirty="0">
                <a:latin typeface="Times New Roman" panose="02020603050405020304" pitchFamily="18" charset="0"/>
                <a:ea typeface="楷体" panose="02010609060101010101" charset="-122"/>
              </a:rPr>
              <a:t>字节</a:t>
            </a:r>
            <a:r>
              <a:rPr lang="zh-CN" altLang="en-US" sz="1800" b="1" dirty="0">
                <a:latin typeface="Times New Roman" panose="02020603050405020304" pitchFamily="18" charset="0"/>
                <a:ea typeface="楷体" panose="02010609060101010101" charset="-122"/>
              </a:rPr>
              <a:t>）</a:t>
            </a:r>
            <a:endParaRPr lang="en-US" altLang="zh-CN" sz="1800" b="1" dirty="0">
              <a:latin typeface="Times New Roman" panose="02020603050405020304" pitchFamily="18" charset="0"/>
              <a:ea typeface="楷体" panose="02010609060101010101" charset="-122"/>
            </a:endParaRPr>
          </a:p>
          <a:p>
            <a:pPr lvl="1" eaLnBrk="1" hangingPunct="1">
              <a:spcBef>
                <a:spcPct val="50000"/>
              </a:spcBef>
              <a:buSzTx/>
              <a:buFont typeface="Wingdings" pitchFamily="2" charset="2"/>
              <a:buChar char="ü"/>
            </a:pPr>
            <a:r>
              <a:rPr lang="en-US" altLang="zh-CN" sz="2200" dirty="0">
                <a:solidFill>
                  <a:schemeClr val="dk1"/>
                </a:solidFill>
                <a:latin typeface="Times New Roman" panose="02020603050405020304" pitchFamily="18" charset="0"/>
                <a:ea typeface="楷体" panose="02010609060101010101" charset="-122"/>
              </a:rPr>
              <a:t>……</a:t>
            </a:r>
            <a:endParaRPr lang="en-US" altLang="zh-CN" sz="2200" b="1" dirty="0">
              <a:solidFill>
                <a:schemeClr val="dk1"/>
              </a:solidFill>
              <a:latin typeface="Times New Roman" panose="02020603050405020304" pitchFamily="18" charset="0"/>
              <a:ea typeface="楷体" panose="02010609060101010101" charset="-122"/>
            </a:endParaRPr>
          </a:p>
        </p:txBody>
      </p:sp>
    </p:spTree>
    <p:custDataLst>
      <p:tags r:id="rId1"/>
    </p:custDataLst>
    <p:extLst>
      <p:ext uri="{BB962C8B-B14F-4D97-AF65-F5344CB8AC3E}">
        <p14:creationId xmlns:p14="http://schemas.microsoft.com/office/powerpoint/2010/main" val="4249876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8" r:link="rId9"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10" r:link="rId11"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80898" name="Text Box 2"/>
          <p:cNvSpPr txBox="1"/>
          <p:nvPr/>
        </p:nvSpPr>
        <p:spPr>
          <a:xfrm>
            <a:off x="859132" y="512023"/>
            <a:ext cx="739140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第</a:t>
            </a:r>
            <a:r>
              <a:rPr lang="en-US" altLang="zh-CN" sz="4000" b="1" dirty="0">
                <a:solidFill>
                  <a:schemeClr val="accent1"/>
                </a:solidFill>
                <a:latin typeface="Times New Roman" panose="02020603050405020304" pitchFamily="18" charset="0"/>
                <a:ea typeface="楷体" panose="02010609060101010101" charset="-122"/>
                <a:cs typeface="微软雅黑" panose="020B0503020204020204" charset="-122"/>
              </a:rPr>
              <a:t>2</a:t>
            </a: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节   信息系统调试</a:t>
            </a:r>
          </a:p>
        </p:txBody>
      </p:sp>
      <p:sp>
        <p:nvSpPr>
          <p:cNvPr id="80899" name="Rectangle 3"/>
          <p:cNvSpPr/>
          <p:nvPr>
            <p:custDataLst>
              <p:tags r:id="rId4"/>
            </p:custDataLst>
          </p:nvPr>
        </p:nvSpPr>
        <p:spPr>
          <a:xfrm>
            <a:off x="683568" y="1484784"/>
            <a:ext cx="1973617"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spcBef>
                <a:spcPct val="0"/>
              </a:spcBef>
              <a:buClr>
                <a:schemeClr val="tx1"/>
              </a:buClr>
              <a:buSzTx/>
              <a:buFont typeface="Wingdings" pitchFamily="2" charset="2"/>
              <a:buChar char="Ø"/>
            </a:pPr>
            <a:r>
              <a:rPr lang="zh-CN" altLang="en-US" sz="2800" b="1" dirty="0">
                <a:latin typeface="Times New Roman" panose="02020603050405020304" pitchFamily="18" charset="0"/>
                <a:ea typeface="楷体" panose="02010609060101010101" charset="-122"/>
                <a:cs typeface="微软雅黑" panose="020B0503020204020204" charset="-122"/>
              </a:rPr>
              <a:t>程序调试</a:t>
            </a:r>
          </a:p>
        </p:txBody>
      </p:sp>
      <p:sp>
        <p:nvSpPr>
          <p:cNvPr id="2" name="Rectangle 2">
            <a:extLst>
              <a:ext uri="{FF2B5EF4-FFF2-40B4-BE49-F238E27FC236}">
                <a16:creationId xmlns:a16="http://schemas.microsoft.com/office/drawing/2014/main" id="{D296A33E-FD62-CEB1-26C3-C74837E908D5}"/>
              </a:ext>
            </a:extLst>
          </p:cNvPr>
          <p:cNvSpPr/>
          <p:nvPr>
            <p:custDataLst>
              <p:tags r:id="rId5"/>
            </p:custDataLst>
          </p:nvPr>
        </p:nvSpPr>
        <p:spPr>
          <a:xfrm>
            <a:off x="768610" y="2162591"/>
            <a:ext cx="8105356" cy="1895007"/>
          </a:xfrm>
          <a:prstGeom prst="rect">
            <a:avLst/>
          </a:prstGeom>
          <a:noFill/>
          <a:ln w="9525">
            <a:noFill/>
          </a:ln>
        </p:spPr>
        <p:txBody>
          <a:bodyPr wrap="squar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indent="-285750" eaLnBrk="1" hangingPunct="1">
              <a:spcBef>
                <a:spcPct val="50000"/>
              </a:spcBef>
              <a:buClr>
                <a:schemeClr val="tx1"/>
              </a:buClr>
              <a:buSzTx/>
            </a:pPr>
            <a:r>
              <a:rPr lang="zh-CN" altLang="en-US" sz="1800" b="1" dirty="0">
                <a:solidFill>
                  <a:schemeClr val="dk1"/>
                </a:solidFill>
                <a:latin typeface="Times New Roman" panose="02020603050405020304" pitchFamily="18" charset="0"/>
                <a:ea typeface="楷体" panose="02010609060101010101" charset="-122"/>
              </a:rPr>
              <a:t>黑盒测试：将测试对象看作是一个不公开透明的黑色盒子，不考虑盒子里面的逻辑结果跟程序运行，只是根据程序的需求规格书来检查程序的功能是否符合它的功能说明，检验输出结果是否正确。</a:t>
            </a:r>
            <a:endParaRPr lang="en-US" altLang="zh-CN" sz="1800" b="1" dirty="0">
              <a:solidFill>
                <a:schemeClr val="dk1"/>
              </a:solidFill>
              <a:latin typeface="Times New Roman" panose="02020603050405020304" pitchFamily="18" charset="0"/>
              <a:ea typeface="楷体" panose="02010609060101010101" charset="-122"/>
            </a:endParaRPr>
          </a:p>
          <a:p>
            <a:pPr indent="-285750" eaLnBrk="1" hangingPunct="1">
              <a:spcBef>
                <a:spcPct val="50000"/>
              </a:spcBef>
              <a:buClr>
                <a:schemeClr val="tx1"/>
              </a:buClr>
              <a:buSzTx/>
            </a:pPr>
            <a:r>
              <a:rPr lang="zh-CN" altLang="en-US" sz="1800" b="1" dirty="0">
                <a:solidFill>
                  <a:schemeClr val="dk1"/>
                </a:solidFill>
                <a:latin typeface="Times New Roman" panose="02020603050405020304" pitchFamily="18" charset="0"/>
                <a:ea typeface="楷体" panose="02010609060101010101" charset="-122"/>
              </a:rPr>
              <a:t>白盒测试：把测试对象看作一个打开的透明盒子，测试人员会利用程序内部的逻辑结构及有关信息，通过在不同点检查程序状态，检验程序中的每条通路是否都能按预定要求进行正确工作。</a:t>
            </a:r>
            <a:endParaRPr lang="en-US" altLang="zh-CN" sz="1800" b="1" dirty="0">
              <a:solidFill>
                <a:schemeClr val="dk1"/>
              </a:solidFill>
              <a:latin typeface="Times New Roman" panose="02020603050405020304" pitchFamily="18" charset="0"/>
              <a:ea typeface="楷体" panose="02010609060101010101" charset="-122"/>
            </a:endParaRPr>
          </a:p>
        </p:txBody>
      </p:sp>
      <p:pic>
        <p:nvPicPr>
          <p:cNvPr id="3" name="图片 2">
            <a:extLst>
              <a:ext uri="{FF2B5EF4-FFF2-40B4-BE49-F238E27FC236}">
                <a16:creationId xmlns:a16="http://schemas.microsoft.com/office/drawing/2014/main" id="{B4F680D0-A717-CE95-04C1-9190754CA74A}"/>
              </a:ext>
            </a:extLst>
          </p:cNvPr>
          <p:cNvPicPr>
            <a:picLocks noChangeAspect="1"/>
          </p:cNvPicPr>
          <p:nvPr/>
        </p:nvPicPr>
        <p:blipFill>
          <a:blip r:embed="rId12"/>
          <a:stretch>
            <a:fillRect/>
          </a:stretch>
        </p:blipFill>
        <p:spPr>
          <a:xfrm>
            <a:off x="275639" y="4399432"/>
            <a:ext cx="3475598" cy="1197150"/>
          </a:xfrm>
          <a:prstGeom prst="rect">
            <a:avLst/>
          </a:prstGeom>
        </p:spPr>
      </p:pic>
      <p:pic>
        <p:nvPicPr>
          <p:cNvPr id="4" name="图片 3">
            <a:extLst>
              <a:ext uri="{FF2B5EF4-FFF2-40B4-BE49-F238E27FC236}">
                <a16:creationId xmlns:a16="http://schemas.microsoft.com/office/drawing/2014/main" id="{28A31816-EB89-1A10-5B1A-1F2F21058964}"/>
              </a:ext>
            </a:extLst>
          </p:cNvPr>
          <p:cNvPicPr>
            <a:picLocks noChangeAspect="1"/>
          </p:cNvPicPr>
          <p:nvPr/>
        </p:nvPicPr>
        <p:blipFill>
          <a:blip r:embed="rId13"/>
          <a:stretch>
            <a:fillRect/>
          </a:stretch>
        </p:blipFill>
        <p:spPr>
          <a:xfrm>
            <a:off x="4070176" y="4403126"/>
            <a:ext cx="4894312" cy="1997367"/>
          </a:xfrm>
          <a:prstGeom prst="rect">
            <a:avLst/>
          </a:prstGeom>
        </p:spPr>
      </p:pic>
    </p:spTree>
    <p:custDataLst>
      <p:tags r:id="rId1"/>
    </p:custDataLst>
    <p:extLst>
      <p:ext uri="{BB962C8B-B14F-4D97-AF65-F5344CB8AC3E}">
        <p14:creationId xmlns:p14="http://schemas.microsoft.com/office/powerpoint/2010/main" val="2875906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7" r:link="rId8"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9" r:link="rId10"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80898" name="Text Box 2"/>
          <p:cNvSpPr txBox="1"/>
          <p:nvPr/>
        </p:nvSpPr>
        <p:spPr>
          <a:xfrm>
            <a:off x="859132" y="512023"/>
            <a:ext cx="739140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第</a:t>
            </a:r>
            <a:r>
              <a:rPr lang="en-US" altLang="zh-CN" sz="4000" b="1" dirty="0">
                <a:solidFill>
                  <a:schemeClr val="accent1"/>
                </a:solidFill>
                <a:latin typeface="Times New Roman" panose="02020603050405020304" pitchFamily="18" charset="0"/>
                <a:ea typeface="楷体" panose="02010609060101010101" charset="-122"/>
                <a:cs typeface="微软雅黑" panose="020B0503020204020204" charset="-122"/>
              </a:rPr>
              <a:t>2</a:t>
            </a: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节   信息系统调试</a:t>
            </a:r>
          </a:p>
        </p:txBody>
      </p:sp>
      <p:sp>
        <p:nvSpPr>
          <p:cNvPr id="80899" name="Rectangle 3"/>
          <p:cNvSpPr/>
          <p:nvPr>
            <p:custDataLst>
              <p:tags r:id="rId4"/>
            </p:custDataLst>
          </p:nvPr>
        </p:nvSpPr>
        <p:spPr>
          <a:xfrm>
            <a:off x="683568" y="1484784"/>
            <a:ext cx="1973617"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spcBef>
                <a:spcPct val="0"/>
              </a:spcBef>
              <a:buClr>
                <a:schemeClr val="tx1"/>
              </a:buClr>
              <a:buSzTx/>
              <a:buFont typeface="Wingdings" pitchFamily="2" charset="2"/>
              <a:buChar char="Ø"/>
            </a:pPr>
            <a:r>
              <a:rPr lang="zh-CN" altLang="en-US" sz="2800" b="1" dirty="0">
                <a:latin typeface="Times New Roman" panose="02020603050405020304" pitchFamily="18" charset="0"/>
                <a:ea typeface="楷体" panose="02010609060101010101" charset="-122"/>
                <a:cs typeface="微软雅黑" panose="020B0503020204020204" charset="-122"/>
              </a:rPr>
              <a:t>模块调试</a:t>
            </a:r>
          </a:p>
        </p:txBody>
      </p:sp>
      <p:sp>
        <p:nvSpPr>
          <p:cNvPr id="2" name="Rectangle 2">
            <a:extLst>
              <a:ext uri="{FF2B5EF4-FFF2-40B4-BE49-F238E27FC236}">
                <a16:creationId xmlns:a16="http://schemas.microsoft.com/office/drawing/2014/main" id="{D296A33E-FD62-CEB1-26C3-C74837E908D5}"/>
              </a:ext>
            </a:extLst>
          </p:cNvPr>
          <p:cNvSpPr/>
          <p:nvPr>
            <p:custDataLst>
              <p:tags r:id="rId5"/>
            </p:custDataLst>
          </p:nvPr>
        </p:nvSpPr>
        <p:spPr>
          <a:xfrm>
            <a:off x="859132" y="2096479"/>
            <a:ext cx="7744800" cy="4203331"/>
          </a:xfrm>
          <a:prstGeom prst="rect">
            <a:avLst/>
          </a:prstGeom>
          <a:noFill/>
          <a:ln w="9525">
            <a:noFill/>
          </a:ln>
        </p:spPr>
        <p:txBody>
          <a:bodyPr wrap="squar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eaLnBrk="1" hangingPunct="1">
              <a:spcBef>
                <a:spcPct val="50000"/>
              </a:spcBef>
              <a:buClr>
                <a:schemeClr val="tx1"/>
              </a:buClr>
              <a:buSzTx/>
            </a:pPr>
            <a:r>
              <a:rPr lang="zh-CN" altLang="en-US" sz="2400" b="1" dirty="0">
                <a:solidFill>
                  <a:schemeClr val="dk1"/>
                </a:solidFill>
                <a:latin typeface="Times New Roman" panose="02020603050405020304" pitchFamily="18" charset="0"/>
                <a:ea typeface="楷体" panose="02010609060101010101" charset="-122"/>
              </a:rPr>
              <a:t>系统</a:t>
            </a:r>
            <a:r>
              <a:rPr lang="zh-CN" altLang="en-US" sz="2400" b="1" dirty="0">
                <a:solidFill>
                  <a:srgbClr val="0070C0"/>
                </a:solidFill>
                <a:latin typeface="Times New Roman" panose="02020603050405020304" pitchFamily="18" charset="0"/>
                <a:ea typeface="楷体" panose="02010609060101010101" charset="-122"/>
              </a:rPr>
              <a:t>应用软件</a:t>
            </a:r>
            <a:r>
              <a:rPr lang="zh-CN" altLang="en-US" sz="2400" b="1" dirty="0">
                <a:solidFill>
                  <a:schemeClr val="dk1"/>
                </a:solidFill>
                <a:latin typeface="Times New Roman" panose="02020603050405020304" pitchFamily="18" charset="0"/>
                <a:ea typeface="楷体" panose="02010609060101010101" charset="-122"/>
              </a:rPr>
              <a:t>通常由</a:t>
            </a:r>
            <a:r>
              <a:rPr lang="zh-CN" altLang="en-US" sz="2400" b="1" dirty="0">
                <a:solidFill>
                  <a:srgbClr val="0070C0"/>
                </a:solidFill>
                <a:latin typeface="Times New Roman" panose="02020603050405020304" pitchFamily="18" charset="0"/>
                <a:ea typeface="楷体" panose="02010609060101010101" charset="-122"/>
              </a:rPr>
              <a:t>多个功能模块</a:t>
            </a:r>
            <a:r>
              <a:rPr lang="zh-CN" altLang="en-US" sz="2400" b="1" dirty="0">
                <a:solidFill>
                  <a:schemeClr val="dk1"/>
                </a:solidFill>
                <a:latin typeface="Times New Roman" panose="02020603050405020304" pitchFamily="18" charset="0"/>
                <a:ea typeface="楷体" panose="02010609060101010101" charset="-122"/>
              </a:rPr>
              <a:t>组成，</a:t>
            </a:r>
            <a:r>
              <a:rPr lang="zh-CN" altLang="en-US" sz="2400" b="1" dirty="0">
                <a:solidFill>
                  <a:srgbClr val="0070C0"/>
                </a:solidFill>
                <a:latin typeface="Times New Roman" panose="02020603050405020304" pitchFamily="18" charset="0"/>
                <a:ea typeface="楷体" panose="02010609060101010101" charset="-122"/>
              </a:rPr>
              <a:t>每个模块</a:t>
            </a:r>
            <a:r>
              <a:rPr lang="zh-CN" altLang="en-US" sz="2400" b="1" dirty="0">
                <a:solidFill>
                  <a:schemeClr val="dk1"/>
                </a:solidFill>
                <a:latin typeface="Times New Roman" panose="02020603050405020304" pitchFamily="18" charset="0"/>
                <a:ea typeface="楷体" panose="02010609060101010101" charset="-122"/>
              </a:rPr>
              <a:t>由</a:t>
            </a:r>
            <a:r>
              <a:rPr lang="zh-CN" altLang="en-US" sz="2400" b="1" dirty="0">
                <a:solidFill>
                  <a:srgbClr val="0070C0"/>
                </a:solidFill>
                <a:latin typeface="Times New Roman" panose="02020603050405020304" pitchFamily="18" charset="0"/>
                <a:ea typeface="楷体" panose="02010609060101010101" charset="-122"/>
              </a:rPr>
              <a:t>一个或几个程序</a:t>
            </a:r>
            <a:r>
              <a:rPr lang="zh-CN" altLang="en-US" sz="2400" b="1" dirty="0">
                <a:solidFill>
                  <a:schemeClr val="dk1"/>
                </a:solidFill>
                <a:latin typeface="Times New Roman" panose="02020603050405020304" pitchFamily="18" charset="0"/>
                <a:ea typeface="楷体" panose="02010609060101010101" charset="-122"/>
              </a:rPr>
              <a:t>构成</a:t>
            </a:r>
            <a:endParaRPr lang="en-US" altLang="zh-CN" sz="2400" b="1" dirty="0">
              <a:solidFill>
                <a:schemeClr val="dk1"/>
              </a:solidFill>
              <a:latin typeface="Times New Roman" panose="02020603050405020304" pitchFamily="18" charset="0"/>
              <a:ea typeface="楷体" panose="02010609060101010101" charset="-122"/>
            </a:endParaRPr>
          </a:p>
          <a:p>
            <a:pPr eaLnBrk="1" hangingPunct="1">
              <a:spcBef>
                <a:spcPct val="50000"/>
              </a:spcBef>
              <a:buClr>
                <a:schemeClr val="tx1"/>
              </a:buClr>
              <a:buSzTx/>
            </a:pPr>
            <a:r>
              <a:rPr lang="zh-CN" altLang="en-US" sz="2400" b="1" dirty="0">
                <a:solidFill>
                  <a:schemeClr val="dk1"/>
                </a:solidFill>
                <a:latin typeface="Times New Roman" panose="02020603050405020304" pitchFamily="18" charset="0"/>
                <a:ea typeface="楷体" panose="02010609060101010101" charset="-122"/>
              </a:rPr>
              <a:t>在单个程序调试完成后，尚需进行分调，即将一个功能模块内</a:t>
            </a:r>
            <a:r>
              <a:rPr lang="zh-CN" altLang="en-US" sz="2400" b="1" dirty="0">
                <a:solidFill>
                  <a:srgbClr val="0070C0"/>
                </a:solidFill>
                <a:latin typeface="Times New Roman" panose="02020603050405020304" pitchFamily="18" charset="0"/>
                <a:ea typeface="楷体" panose="02010609060101010101" charset="-122"/>
              </a:rPr>
              <a:t>所有</a:t>
            </a:r>
            <a:r>
              <a:rPr lang="zh-CN" altLang="en-US" sz="2400" b="1" dirty="0">
                <a:latin typeface="Times New Roman" panose="02020603050405020304" pitchFamily="18" charset="0"/>
                <a:ea typeface="楷体" panose="02010609060101010101" charset="-122"/>
              </a:rPr>
              <a:t>程序</a:t>
            </a:r>
            <a:r>
              <a:rPr lang="zh-CN" altLang="en-US" sz="2400" b="1" dirty="0">
                <a:solidFill>
                  <a:srgbClr val="0070C0"/>
                </a:solidFill>
                <a:latin typeface="Times New Roman" panose="02020603050405020304" pitchFamily="18" charset="0"/>
                <a:ea typeface="楷体" panose="02010609060101010101" charset="-122"/>
              </a:rPr>
              <a:t>按次序串联起来</a:t>
            </a:r>
            <a:r>
              <a:rPr lang="zh-CN" altLang="en-US" sz="2400" b="1" dirty="0">
                <a:solidFill>
                  <a:schemeClr val="dk1"/>
                </a:solidFill>
                <a:latin typeface="Times New Roman" panose="02020603050405020304" pitchFamily="18" charset="0"/>
                <a:ea typeface="楷体" panose="02010609060101010101" charset="-122"/>
              </a:rPr>
              <a:t>进行调试</a:t>
            </a:r>
            <a:endParaRPr lang="en-US" altLang="zh-CN" sz="2400" b="1" dirty="0">
              <a:solidFill>
                <a:schemeClr val="dk1"/>
              </a:solidFill>
              <a:latin typeface="Times New Roman" panose="02020603050405020304" pitchFamily="18" charset="0"/>
              <a:ea typeface="楷体" panose="02010609060101010101" charset="-122"/>
            </a:endParaRPr>
          </a:p>
          <a:p>
            <a:pPr eaLnBrk="1" hangingPunct="1">
              <a:spcBef>
                <a:spcPct val="50000"/>
              </a:spcBef>
              <a:buClr>
                <a:schemeClr val="tx1"/>
              </a:buClr>
              <a:buSzTx/>
            </a:pPr>
            <a:r>
              <a:rPr lang="zh-CN" altLang="en-US" sz="2400" b="1" dirty="0">
                <a:solidFill>
                  <a:schemeClr val="dk1"/>
                </a:solidFill>
                <a:latin typeface="Times New Roman" panose="02020603050405020304" pitchFamily="18" charset="0"/>
                <a:ea typeface="楷体" panose="02010609060101010101" charset="-122"/>
              </a:rPr>
              <a:t>功能模块调试是对</a:t>
            </a:r>
            <a:r>
              <a:rPr lang="zh-CN" altLang="en-US" sz="2400" b="1" dirty="0">
                <a:solidFill>
                  <a:srgbClr val="0070C0"/>
                </a:solidFill>
                <a:latin typeface="Times New Roman" panose="02020603050405020304" pitchFamily="18" charset="0"/>
                <a:ea typeface="楷体" panose="02010609060101010101" charset="-122"/>
              </a:rPr>
              <a:t>多人编写</a:t>
            </a:r>
            <a:r>
              <a:rPr lang="zh-CN" altLang="en-US" sz="2400" b="1" dirty="0">
                <a:solidFill>
                  <a:schemeClr val="dk1"/>
                </a:solidFill>
                <a:latin typeface="Times New Roman" panose="02020603050405020304" pitchFamily="18" charset="0"/>
                <a:ea typeface="楷体" panose="02010609060101010101" charset="-122"/>
              </a:rPr>
              <a:t>的逻辑上相关的程序模块进行</a:t>
            </a:r>
            <a:r>
              <a:rPr lang="zh-CN" altLang="en-US" sz="2400" b="1" dirty="0">
                <a:solidFill>
                  <a:srgbClr val="0070C0"/>
                </a:solidFill>
                <a:latin typeface="Times New Roman" panose="02020603050405020304" pitchFamily="18" charset="0"/>
                <a:ea typeface="楷体" panose="02010609060101010101" charset="-122"/>
              </a:rPr>
              <a:t>联合调试</a:t>
            </a:r>
            <a:r>
              <a:rPr lang="zh-CN" altLang="en-US" sz="2400" b="1" dirty="0">
                <a:solidFill>
                  <a:schemeClr val="dk1"/>
                </a:solidFill>
                <a:latin typeface="Times New Roman" panose="02020603050405020304" pitchFamily="18" charset="0"/>
                <a:ea typeface="楷体" panose="02010609060101010101" charset="-122"/>
              </a:rPr>
              <a:t>的过程</a:t>
            </a:r>
          </a:p>
          <a:p>
            <a:pPr marL="457200" lvl="1" indent="0" eaLnBrk="1" hangingPunct="1">
              <a:spcBef>
                <a:spcPct val="50000"/>
              </a:spcBef>
              <a:buSzTx/>
              <a:buChar char="•"/>
            </a:pPr>
            <a:r>
              <a:rPr lang="zh-CN" altLang="en-US" sz="2400" b="1" dirty="0">
                <a:solidFill>
                  <a:schemeClr val="dk1"/>
                </a:solidFill>
                <a:latin typeface="Times New Roman" panose="02020603050405020304" pitchFamily="18" charset="0"/>
                <a:ea typeface="楷体" panose="02010609060101010101" charset="-122"/>
              </a:rPr>
              <a:t>调试模块</a:t>
            </a:r>
            <a:r>
              <a:rPr lang="zh-CN" altLang="en-US" sz="2400" b="1" dirty="0">
                <a:solidFill>
                  <a:srgbClr val="0070C0"/>
                </a:solidFill>
                <a:latin typeface="Times New Roman" panose="02020603050405020304" pitchFamily="18" charset="0"/>
                <a:ea typeface="楷体" panose="02010609060101010101" charset="-122"/>
              </a:rPr>
              <a:t>内部功能实现情况</a:t>
            </a:r>
          </a:p>
          <a:p>
            <a:pPr marL="457200" lvl="1" indent="0" eaLnBrk="1" hangingPunct="1">
              <a:spcBef>
                <a:spcPct val="50000"/>
              </a:spcBef>
              <a:buSzTx/>
              <a:buChar char="•"/>
            </a:pPr>
            <a:r>
              <a:rPr lang="zh-CN" altLang="en-US" sz="2400" b="1" dirty="0">
                <a:solidFill>
                  <a:schemeClr val="dk1"/>
                </a:solidFill>
                <a:latin typeface="Times New Roman" panose="02020603050405020304" pitchFamily="18" charset="0"/>
                <a:ea typeface="楷体" panose="02010609060101010101" charset="-122"/>
              </a:rPr>
              <a:t>程序</a:t>
            </a:r>
            <a:r>
              <a:rPr lang="zh-CN" altLang="en-US" sz="2400" b="1" dirty="0">
                <a:solidFill>
                  <a:srgbClr val="0070C0"/>
                </a:solidFill>
                <a:latin typeface="Times New Roman" panose="02020603050405020304" pitchFamily="18" charset="0"/>
                <a:ea typeface="楷体" panose="02010609060101010101" charset="-122"/>
              </a:rPr>
              <a:t>调用和返回情况</a:t>
            </a:r>
          </a:p>
          <a:p>
            <a:pPr lvl="0" eaLnBrk="1" hangingPunct="1">
              <a:spcBef>
                <a:spcPct val="50000"/>
              </a:spcBef>
              <a:buClr>
                <a:schemeClr val="tx1"/>
              </a:buClr>
              <a:buSzTx/>
            </a:pPr>
            <a:endParaRPr lang="zh-CN" altLang="en-US" sz="1800" b="1" dirty="0">
              <a:solidFill>
                <a:schemeClr val="dk1"/>
              </a:solidFill>
              <a:latin typeface="Times New Roman" panose="02020603050405020304" pitchFamily="18" charset="0"/>
              <a:ea typeface="楷体" panose="02010609060101010101" charset="-122"/>
            </a:endParaRPr>
          </a:p>
        </p:txBody>
      </p:sp>
    </p:spTree>
    <p:custDataLst>
      <p:tags r:id="rId1"/>
    </p:custDataLst>
    <p:extLst>
      <p:ext uri="{BB962C8B-B14F-4D97-AF65-F5344CB8AC3E}">
        <p14:creationId xmlns:p14="http://schemas.microsoft.com/office/powerpoint/2010/main" val="1942873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7" r:link="rId8"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9" r:link="rId10"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80898" name="Text Box 2"/>
          <p:cNvSpPr txBox="1"/>
          <p:nvPr/>
        </p:nvSpPr>
        <p:spPr>
          <a:xfrm>
            <a:off x="859132" y="512023"/>
            <a:ext cx="739140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第</a:t>
            </a:r>
            <a:r>
              <a:rPr lang="en-US" altLang="zh-CN" sz="4000" b="1" dirty="0">
                <a:solidFill>
                  <a:schemeClr val="accent1"/>
                </a:solidFill>
                <a:latin typeface="Times New Roman" panose="02020603050405020304" pitchFamily="18" charset="0"/>
                <a:ea typeface="楷体" panose="02010609060101010101" charset="-122"/>
                <a:cs typeface="微软雅黑" panose="020B0503020204020204" charset="-122"/>
              </a:rPr>
              <a:t>2</a:t>
            </a: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节   信息系统调试</a:t>
            </a:r>
          </a:p>
        </p:txBody>
      </p:sp>
      <p:sp>
        <p:nvSpPr>
          <p:cNvPr id="80899" name="Rectangle 3"/>
          <p:cNvSpPr/>
          <p:nvPr>
            <p:custDataLst>
              <p:tags r:id="rId4"/>
            </p:custDataLst>
          </p:nvPr>
        </p:nvSpPr>
        <p:spPr>
          <a:xfrm>
            <a:off x="683568" y="1484784"/>
            <a:ext cx="2794355"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spcBef>
                <a:spcPct val="0"/>
              </a:spcBef>
              <a:buClr>
                <a:schemeClr val="tx1"/>
              </a:buClr>
              <a:buSzTx/>
              <a:buFont typeface="Wingdings" pitchFamily="2" charset="2"/>
              <a:buChar char="Ø"/>
            </a:pPr>
            <a:r>
              <a:rPr lang="zh-CN" altLang="en-US" sz="2800" b="1" dirty="0">
                <a:latin typeface="Times New Roman" panose="02020603050405020304" pitchFamily="18" charset="0"/>
                <a:ea typeface="楷体" panose="02010609060101010101" charset="-122"/>
                <a:cs typeface="微软雅黑" panose="020B0503020204020204" charset="-122"/>
              </a:rPr>
              <a:t>系统联调</a:t>
            </a:r>
            <a:r>
              <a:rPr lang="en-US" altLang="zh-CN" sz="2800" b="1" dirty="0">
                <a:latin typeface="Times New Roman" panose="02020603050405020304" pitchFamily="18" charset="0"/>
                <a:ea typeface="楷体" panose="02010609060101010101" charset="-122"/>
                <a:cs typeface="微软雅黑" panose="020B0503020204020204" charset="-122"/>
              </a:rPr>
              <a:t>/</a:t>
            </a:r>
            <a:r>
              <a:rPr lang="zh-CN" altLang="en-US" sz="2800" b="1" dirty="0">
                <a:latin typeface="Times New Roman" panose="02020603050405020304" pitchFamily="18" charset="0"/>
                <a:ea typeface="楷体" panose="02010609060101010101" charset="-122"/>
                <a:cs typeface="微软雅黑" panose="020B0503020204020204" charset="-122"/>
              </a:rPr>
              <a:t>总调</a:t>
            </a:r>
          </a:p>
        </p:txBody>
      </p:sp>
      <p:sp>
        <p:nvSpPr>
          <p:cNvPr id="2" name="Text Box 3">
            <a:extLst>
              <a:ext uri="{FF2B5EF4-FFF2-40B4-BE49-F238E27FC236}">
                <a16:creationId xmlns:a16="http://schemas.microsoft.com/office/drawing/2014/main" id="{2F23DB61-96E4-BBA1-57FA-8DBAED0F7F5D}"/>
              </a:ext>
            </a:extLst>
          </p:cNvPr>
          <p:cNvSpPr txBox="1"/>
          <p:nvPr/>
        </p:nvSpPr>
        <p:spPr>
          <a:xfrm>
            <a:off x="1003528" y="2040531"/>
            <a:ext cx="7816944" cy="4648581"/>
          </a:xfrm>
          <a:prstGeom prst="rect">
            <a:avLst/>
          </a:prstGeom>
          <a:noFill/>
          <a:ln w="9525">
            <a:noFill/>
          </a:ln>
        </p:spPr>
        <p:txBody>
          <a:bodyPr wrap="squar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just" eaLnBrk="1" hangingPunct="1">
              <a:lnSpc>
                <a:spcPct val="90000"/>
              </a:lnSpc>
              <a:spcAft>
                <a:spcPts val="1800"/>
              </a:spcAft>
              <a:buClr>
                <a:schemeClr val="folHlink"/>
              </a:buClr>
              <a:buSzTx/>
              <a:buFontTx/>
              <a:buNone/>
            </a:pPr>
            <a:r>
              <a:rPr lang="zh-CN" altLang="en-US" sz="2400" b="1" dirty="0">
                <a:solidFill>
                  <a:srgbClr val="000000"/>
                </a:solidFill>
                <a:latin typeface="Times New Roman" panose="02020603050405020304" pitchFamily="18" charset="0"/>
                <a:ea typeface="楷体" panose="02010609060101010101" charset="-122"/>
                <a:cs typeface="微软雅黑" panose="020B0503020204020204" charset="-122"/>
              </a:rPr>
              <a:t>系统总调由</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系统分析员</a:t>
            </a:r>
            <a:r>
              <a:rPr lang="zh-CN" altLang="en-US" sz="2400" b="1" dirty="0">
                <a:solidFill>
                  <a:srgbClr val="000000"/>
                </a:solidFill>
                <a:latin typeface="Times New Roman" panose="02020603050405020304" pitchFamily="18" charset="0"/>
                <a:ea typeface="楷体" panose="02010609060101010101" charset="-122"/>
                <a:cs typeface="微软雅黑" panose="020B0503020204020204" charset="-122"/>
              </a:rPr>
              <a:t>和</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程序员</a:t>
            </a:r>
            <a:r>
              <a:rPr lang="zh-CN" altLang="en-US" sz="2400" b="1" dirty="0">
                <a:solidFill>
                  <a:srgbClr val="000000"/>
                </a:solidFill>
                <a:latin typeface="Times New Roman" panose="02020603050405020304" pitchFamily="18" charset="0"/>
                <a:ea typeface="楷体" panose="02010609060101010101" charset="-122"/>
                <a:cs typeface="微软雅黑" panose="020B0503020204020204" charset="-122"/>
              </a:rPr>
              <a:t>合作进行，包括两部分内容：</a:t>
            </a:r>
            <a:endParaRPr lang="en-US" altLang="zh-CN" sz="2400" b="1" dirty="0">
              <a:solidFill>
                <a:srgbClr val="000000"/>
              </a:solidFill>
              <a:latin typeface="Times New Roman" panose="02020603050405020304" pitchFamily="18" charset="0"/>
              <a:ea typeface="楷体" panose="02010609060101010101" charset="-122"/>
              <a:cs typeface="微软雅黑" panose="020B0503020204020204" charset="-122"/>
            </a:endParaRPr>
          </a:p>
          <a:p>
            <a:pPr marL="0" lvl="0" indent="0" algn="just" eaLnBrk="1" hangingPunct="1">
              <a:lnSpc>
                <a:spcPct val="90000"/>
              </a:lnSpc>
              <a:buClr>
                <a:schemeClr val="folHlink"/>
              </a:buClr>
              <a:buSzTx/>
              <a:buFontTx/>
              <a:buNone/>
            </a:pPr>
            <a:r>
              <a:rPr lang="zh-CN" altLang="en-US" sz="2400" b="1" dirty="0">
                <a:solidFill>
                  <a:srgbClr val="000000"/>
                </a:solidFill>
                <a:latin typeface="Times New Roman" panose="02020603050405020304" pitchFamily="18" charset="0"/>
                <a:ea typeface="楷体" panose="02010609060101010101" charset="-122"/>
                <a:cs typeface="微软雅黑" panose="020B0503020204020204" charset="-122"/>
              </a:rPr>
              <a:t>（</a:t>
            </a:r>
            <a:r>
              <a:rPr lang="en-US" altLang="zh-CN" sz="2400" b="1" dirty="0">
                <a:solidFill>
                  <a:srgbClr val="000000"/>
                </a:solidFill>
                <a:latin typeface="Times New Roman" panose="02020603050405020304" pitchFamily="18" charset="0"/>
                <a:ea typeface="楷体" panose="02010609060101010101" charset="-122"/>
                <a:cs typeface="微软雅黑" panose="020B0503020204020204" charset="-122"/>
              </a:rPr>
              <a:t>1</a:t>
            </a:r>
            <a:r>
              <a:rPr lang="zh-CN" altLang="en-US" sz="2400" b="1" dirty="0">
                <a:solidFill>
                  <a:srgbClr val="000000"/>
                </a:solidFill>
                <a:latin typeface="Times New Roman" panose="02020603050405020304" pitchFamily="18" charset="0"/>
                <a:ea typeface="楷体" panose="02010609060101010101" charset="-122"/>
                <a:cs typeface="微软雅黑" panose="020B0503020204020204" charset="-122"/>
              </a:rPr>
              <a:t>）主控程序和调度程序调试</a:t>
            </a:r>
            <a:endParaRPr lang="en-US" altLang="zh-CN" sz="2400" b="1" dirty="0">
              <a:solidFill>
                <a:srgbClr val="000000"/>
              </a:solidFill>
              <a:latin typeface="Times New Roman" panose="02020603050405020304" pitchFamily="18" charset="0"/>
              <a:ea typeface="楷体" panose="02010609060101010101" charset="-122"/>
              <a:cs typeface="微软雅黑" panose="020B0503020204020204" charset="-122"/>
            </a:endParaRPr>
          </a:p>
          <a:p>
            <a:pPr lvl="1" algn="just" eaLnBrk="1" hangingPunct="1">
              <a:lnSpc>
                <a:spcPct val="90000"/>
              </a:lnSpc>
              <a:buSzTx/>
              <a:buFont typeface="Wingdings" pitchFamily="2" charset="2"/>
              <a:buChar char="ü"/>
            </a:pPr>
            <a:r>
              <a:rPr lang="zh-CN" altLang="en-US" sz="2400" b="1" dirty="0">
                <a:solidFill>
                  <a:srgbClr val="000000"/>
                </a:solidFill>
                <a:latin typeface="Times New Roman" panose="02020603050405020304" pitchFamily="18" charset="0"/>
                <a:ea typeface="楷体" panose="02010609060101010101" charset="-122"/>
                <a:cs typeface="微软雅黑" panose="020B0503020204020204" charset="-122"/>
              </a:rPr>
              <a:t>这部分程序的</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语句不多</a:t>
            </a:r>
            <a:r>
              <a:rPr lang="zh-CN" altLang="en-US" sz="2400" b="1" dirty="0">
                <a:solidFill>
                  <a:srgbClr val="000000"/>
                </a:solidFill>
                <a:latin typeface="Times New Roman" panose="02020603050405020304" pitchFamily="18" charset="0"/>
                <a:ea typeface="楷体" panose="02010609060101010101" charset="-122"/>
                <a:cs typeface="微软雅黑" panose="020B0503020204020204" charset="-122"/>
              </a:rPr>
              <a:t>，但</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逻辑控制复杂</a:t>
            </a:r>
            <a:endParaRPr lang="en-US" altLang="zh-CN" sz="2400" dirty="0">
              <a:solidFill>
                <a:srgbClr val="000000"/>
              </a:solidFill>
              <a:latin typeface="Times New Roman" panose="02020603050405020304" pitchFamily="18" charset="0"/>
              <a:ea typeface="楷体" panose="02010609060101010101" charset="-122"/>
              <a:cs typeface="微软雅黑" panose="020B0503020204020204" charset="-122"/>
            </a:endParaRPr>
          </a:p>
          <a:p>
            <a:pPr lvl="1" algn="just" eaLnBrk="1" hangingPunct="1">
              <a:lnSpc>
                <a:spcPct val="90000"/>
              </a:lnSpc>
              <a:buSzTx/>
              <a:buFont typeface="Wingdings" pitchFamily="2" charset="2"/>
              <a:buChar char="ü"/>
            </a:pPr>
            <a:r>
              <a:rPr lang="zh-CN" altLang="en-US" sz="2400" b="1" dirty="0">
                <a:solidFill>
                  <a:srgbClr val="000000"/>
                </a:solidFill>
                <a:latin typeface="Times New Roman" panose="02020603050405020304" pitchFamily="18" charset="0"/>
                <a:ea typeface="楷体" panose="02010609060101010101" charset="-122"/>
                <a:cs typeface="微软雅黑" panose="020B0503020204020204" charset="-122"/>
              </a:rPr>
              <a:t>调试时，将所有</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控制程序</a:t>
            </a:r>
            <a:r>
              <a:rPr lang="zh-CN" altLang="en-US" sz="2400" b="1" dirty="0">
                <a:solidFill>
                  <a:srgbClr val="000000"/>
                </a:solidFill>
                <a:latin typeface="Times New Roman" panose="02020603050405020304" pitchFamily="18" charset="0"/>
                <a:ea typeface="楷体" panose="02010609060101010101" charset="-122"/>
                <a:cs typeface="微软雅黑" panose="020B0503020204020204" charset="-122"/>
              </a:rPr>
              <a:t>与各</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功能模块的接口</a:t>
            </a:r>
            <a:r>
              <a:rPr lang="zh-CN" altLang="en-US" sz="2400" b="1" dirty="0">
                <a:solidFill>
                  <a:srgbClr val="000000"/>
                </a:solidFill>
                <a:latin typeface="Times New Roman" panose="02020603050405020304" pitchFamily="18" charset="0"/>
                <a:ea typeface="楷体" panose="02010609060101010101" charset="-122"/>
                <a:cs typeface="微软雅黑" panose="020B0503020204020204" charset="-122"/>
              </a:rPr>
              <a:t>“短路”</a:t>
            </a:r>
            <a:r>
              <a:rPr lang="en-US" altLang="zh-CN" sz="2400" b="1" dirty="0">
                <a:solidFill>
                  <a:srgbClr val="000000"/>
                </a:solidFill>
                <a:latin typeface="Times New Roman" panose="02020603050405020304" pitchFamily="18" charset="0"/>
                <a:ea typeface="楷体" panose="02010609060101010101" charset="-122"/>
                <a:cs typeface="微软雅黑" panose="020B0503020204020204" charset="-122"/>
              </a:rPr>
              <a:t>——</a:t>
            </a:r>
            <a:r>
              <a:rPr lang="zh-CN" altLang="en-US" sz="2400" b="1" dirty="0">
                <a:solidFill>
                  <a:srgbClr val="000000"/>
                </a:solidFill>
                <a:latin typeface="Times New Roman" panose="02020603050405020304" pitchFamily="18" charset="0"/>
                <a:ea typeface="楷体" panose="02010609060101010101" charset="-122"/>
                <a:cs typeface="微软雅黑" panose="020B0503020204020204" charset="-122"/>
              </a:rPr>
              <a:t>用直接送出预先安排计算结果的联系程序替代原功能模块</a:t>
            </a:r>
            <a:endParaRPr lang="en-US" altLang="zh-CN" sz="2400" b="1" dirty="0">
              <a:solidFill>
                <a:srgbClr val="000000"/>
              </a:solidFill>
              <a:latin typeface="Times New Roman" panose="02020603050405020304" pitchFamily="18" charset="0"/>
              <a:ea typeface="楷体" panose="02010609060101010101" charset="-122"/>
              <a:cs typeface="微软雅黑" panose="020B0503020204020204" charset="-122"/>
            </a:endParaRPr>
          </a:p>
          <a:p>
            <a:pPr lvl="1" algn="just" eaLnBrk="1" hangingPunct="1">
              <a:lnSpc>
                <a:spcPct val="90000"/>
              </a:lnSpc>
              <a:buSzTx/>
              <a:buFont typeface="Wingdings" pitchFamily="2" charset="2"/>
              <a:buChar char="ü"/>
            </a:pPr>
            <a:r>
              <a:rPr lang="zh-CN" altLang="en-US" sz="2400" b="1" dirty="0">
                <a:solidFill>
                  <a:srgbClr val="000000"/>
                </a:solidFill>
                <a:latin typeface="Times New Roman" panose="02020603050405020304" pitchFamily="18" charset="0"/>
                <a:ea typeface="楷体" panose="02010609060101010101" charset="-122"/>
                <a:cs typeface="微软雅黑" panose="020B0503020204020204" charset="-122"/>
              </a:rPr>
              <a:t>目的：不是验证处理结果的正确性，而是</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验证控制接口和参数传递的正确性</a:t>
            </a:r>
            <a:r>
              <a:rPr lang="zh-CN" altLang="en-US" sz="2400" b="1" dirty="0">
                <a:solidFill>
                  <a:srgbClr val="000000"/>
                </a:solidFill>
                <a:latin typeface="Times New Roman" panose="02020603050405020304" pitchFamily="18" charset="0"/>
                <a:ea typeface="楷体" panose="02010609060101010101" charset="-122"/>
                <a:cs typeface="微软雅黑" panose="020B0503020204020204" charset="-122"/>
              </a:rPr>
              <a:t>，以及</a:t>
            </a:r>
            <a:r>
              <a:rPr lang="zh-CN" altLang="en-US" sz="2400" dirty="0">
                <a:solidFill>
                  <a:srgbClr val="000000"/>
                </a:solidFill>
                <a:latin typeface="Times New Roman" panose="02020603050405020304" pitchFamily="18" charset="0"/>
                <a:ea typeface="楷体" panose="02010609060101010101" charset="-122"/>
              </a:rPr>
              <a:t>发现并解决资源调度中的问题</a:t>
            </a:r>
            <a:endParaRPr lang="en-US" altLang="zh-CN" sz="2400" dirty="0">
              <a:solidFill>
                <a:srgbClr val="000000"/>
              </a:solidFill>
              <a:latin typeface="Times New Roman" panose="02020603050405020304" pitchFamily="18" charset="0"/>
              <a:ea typeface="楷体" panose="02010609060101010101" charset="-122"/>
            </a:endParaRPr>
          </a:p>
          <a:p>
            <a:pPr marL="457200" lvl="1" indent="0" algn="just" eaLnBrk="1" hangingPunct="1">
              <a:lnSpc>
                <a:spcPct val="90000"/>
              </a:lnSpc>
              <a:spcBef>
                <a:spcPts val="1632"/>
              </a:spcBef>
              <a:buSzTx/>
              <a:buNone/>
            </a:pPr>
            <a:r>
              <a:rPr lang="zh-CN" altLang="en-US" sz="1800" dirty="0">
                <a:solidFill>
                  <a:srgbClr val="000000"/>
                </a:solidFill>
                <a:latin typeface="Times New Roman" panose="02020603050405020304" pitchFamily="18" charset="0"/>
                <a:ea typeface="楷体" panose="02010609060101010101" charset="-122"/>
              </a:rPr>
              <a:t>主控程序：用来设置应用系统的操作环境、控制和调用用户初始界面、启动事件循环的最高一级的程序</a:t>
            </a:r>
            <a:endParaRPr lang="en-US" altLang="zh-CN" sz="1800" dirty="0">
              <a:solidFill>
                <a:srgbClr val="000000"/>
              </a:solidFill>
              <a:latin typeface="Times New Roman" panose="02020603050405020304" pitchFamily="18" charset="0"/>
              <a:ea typeface="楷体" panose="02010609060101010101" charset="-122"/>
            </a:endParaRPr>
          </a:p>
        </p:txBody>
      </p:sp>
    </p:spTree>
    <p:custDataLst>
      <p:tags r:id="rId1"/>
    </p:custDataLst>
    <p:extLst>
      <p:ext uri="{BB962C8B-B14F-4D97-AF65-F5344CB8AC3E}">
        <p14:creationId xmlns:p14="http://schemas.microsoft.com/office/powerpoint/2010/main" val="330264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6" r:link="rId7"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8" r:link="rId9"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80898" name="Text Box 2"/>
          <p:cNvSpPr txBox="1"/>
          <p:nvPr/>
        </p:nvSpPr>
        <p:spPr>
          <a:xfrm>
            <a:off x="859132" y="512023"/>
            <a:ext cx="739140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第</a:t>
            </a:r>
            <a:r>
              <a:rPr lang="en-US" altLang="zh-CN" sz="4000" b="1" dirty="0">
                <a:solidFill>
                  <a:schemeClr val="accent1"/>
                </a:solidFill>
                <a:latin typeface="Times New Roman" panose="02020603050405020304" pitchFamily="18" charset="0"/>
                <a:ea typeface="楷体" panose="02010609060101010101" charset="-122"/>
                <a:cs typeface="微软雅黑" panose="020B0503020204020204" charset="-122"/>
              </a:rPr>
              <a:t>2</a:t>
            </a: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节   信息系统调试</a:t>
            </a:r>
          </a:p>
        </p:txBody>
      </p:sp>
      <p:sp>
        <p:nvSpPr>
          <p:cNvPr id="80899" name="Rectangle 3"/>
          <p:cNvSpPr/>
          <p:nvPr>
            <p:custDataLst>
              <p:tags r:id="rId4"/>
            </p:custDataLst>
          </p:nvPr>
        </p:nvSpPr>
        <p:spPr>
          <a:xfrm>
            <a:off x="683568" y="1484784"/>
            <a:ext cx="2794355"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spcBef>
                <a:spcPct val="0"/>
              </a:spcBef>
              <a:buClr>
                <a:schemeClr val="tx1"/>
              </a:buClr>
              <a:buSzTx/>
              <a:buFont typeface="Wingdings" pitchFamily="2" charset="2"/>
              <a:buChar char="Ø"/>
            </a:pPr>
            <a:r>
              <a:rPr lang="zh-CN" altLang="en-US" sz="2800" b="1" dirty="0">
                <a:latin typeface="Times New Roman" panose="02020603050405020304" pitchFamily="18" charset="0"/>
                <a:ea typeface="楷体" panose="02010609060101010101" charset="-122"/>
                <a:cs typeface="微软雅黑" panose="020B0503020204020204" charset="-122"/>
              </a:rPr>
              <a:t>系统联调</a:t>
            </a:r>
            <a:r>
              <a:rPr lang="en-US" altLang="zh-CN" sz="2800" b="1" dirty="0">
                <a:latin typeface="Times New Roman" panose="02020603050405020304" pitchFamily="18" charset="0"/>
                <a:ea typeface="楷体" panose="02010609060101010101" charset="-122"/>
                <a:cs typeface="微软雅黑" panose="020B0503020204020204" charset="-122"/>
              </a:rPr>
              <a:t>/</a:t>
            </a:r>
            <a:r>
              <a:rPr lang="zh-CN" altLang="en-US" sz="2800" b="1" dirty="0">
                <a:latin typeface="Times New Roman" panose="02020603050405020304" pitchFamily="18" charset="0"/>
                <a:ea typeface="楷体" panose="02010609060101010101" charset="-122"/>
                <a:cs typeface="微软雅黑" panose="020B0503020204020204" charset="-122"/>
              </a:rPr>
              <a:t>总调</a:t>
            </a:r>
          </a:p>
        </p:txBody>
      </p:sp>
      <p:sp>
        <p:nvSpPr>
          <p:cNvPr id="2" name="Text Box 3">
            <a:extLst>
              <a:ext uri="{FF2B5EF4-FFF2-40B4-BE49-F238E27FC236}">
                <a16:creationId xmlns:a16="http://schemas.microsoft.com/office/drawing/2014/main" id="{2F23DB61-96E4-BBA1-57FA-8DBAED0F7F5D}"/>
              </a:ext>
            </a:extLst>
          </p:cNvPr>
          <p:cNvSpPr txBox="1"/>
          <p:nvPr/>
        </p:nvSpPr>
        <p:spPr>
          <a:xfrm>
            <a:off x="1003528" y="2040531"/>
            <a:ext cx="7239000" cy="3246146"/>
          </a:xfrm>
          <a:prstGeom prst="rect">
            <a:avLst/>
          </a:prstGeom>
          <a:noFill/>
          <a:ln w="9525">
            <a:noFill/>
          </a:ln>
        </p:spPr>
        <p:txBody>
          <a:bodyPr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just" eaLnBrk="1" hangingPunct="1">
              <a:lnSpc>
                <a:spcPct val="90000"/>
              </a:lnSpc>
              <a:spcAft>
                <a:spcPts val="1800"/>
              </a:spcAft>
              <a:buClr>
                <a:schemeClr val="folHlink"/>
              </a:buClr>
              <a:buSzTx/>
              <a:buFontTx/>
              <a:buNone/>
            </a:pPr>
            <a:r>
              <a:rPr lang="zh-CN" altLang="en-US" sz="2400" b="1" dirty="0">
                <a:solidFill>
                  <a:srgbClr val="000000"/>
                </a:solidFill>
                <a:latin typeface="Times New Roman" panose="02020603050405020304" pitchFamily="18" charset="0"/>
                <a:ea typeface="楷体" panose="02010609060101010101" charset="-122"/>
                <a:cs typeface="微软雅黑" panose="020B0503020204020204" charset="-122"/>
              </a:rPr>
              <a:t>系统总调由</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系统分析员</a:t>
            </a:r>
            <a:r>
              <a:rPr lang="zh-CN" altLang="en-US" sz="2400" b="1" dirty="0">
                <a:solidFill>
                  <a:srgbClr val="000000"/>
                </a:solidFill>
                <a:latin typeface="Times New Roman" panose="02020603050405020304" pitchFamily="18" charset="0"/>
                <a:ea typeface="楷体" panose="02010609060101010101" charset="-122"/>
                <a:cs typeface="微软雅黑" panose="020B0503020204020204" charset="-122"/>
              </a:rPr>
              <a:t>和</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程序员</a:t>
            </a:r>
            <a:r>
              <a:rPr lang="zh-CN" altLang="en-US" sz="2400" b="1" dirty="0">
                <a:solidFill>
                  <a:srgbClr val="000000"/>
                </a:solidFill>
                <a:latin typeface="Times New Roman" panose="02020603050405020304" pitchFamily="18" charset="0"/>
                <a:ea typeface="楷体" panose="02010609060101010101" charset="-122"/>
                <a:cs typeface="微软雅黑" panose="020B0503020204020204" charset="-122"/>
              </a:rPr>
              <a:t>合作进行，包括两部分内容：</a:t>
            </a:r>
            <a:endParaRPr lang="en-US" altLang="zh-CN" sz="2400" b="1" dirty="0">
              <a:solidFill>
                <a:srgbClr val="000000"/>
              </a:solidFill>
              <a:latin typeface="Times New Roman" panose="02020603050405020304" pitchFamily="18" charset="0"/>
              <a:ea typeface="楷体" panose="02010609060101010101" charset="-122"/>
              <a:cs typeface="微软雅黑" panose="020B0503020204020204" charset="-122"/>
            </a:endParaRPr>
          </a:p>
          <a:p>
            <a:pPr marL="0" lvl="0" indent="0" algn="just" eaLnBrk="1" hangingPunct="1">
              <a:lnSpc>
                <a:spcPct val="90000"/>
              </a:lnSpc>
              <a:buClr>
                <a:schemeClr val="folHlink"/>
              </a:buClr>
              <a:buSzTx/>
              <a:buFontTx/>
              <a:buNone/>
            </a:pPr>
            <a:r>
              <a:rPr lang="zh-CN" altLang="en-US" sz="2400" b="1" dirty="0">
                <a:solidFill>
                  <a:srgbClr val="000000"/>
                </a:solidFill>
                <a:latin typeface="Times New Roman" panose="02020603050405020304" pitchFamily="18" charset="0"/>
                <a:ea typeface="楷体" panose="02010609060101010101" charset="-122"/>
                <a:cs typeface="微软雅黑" panose="020B0503020204020204" charset="-122"/>
              </a:rPr>
              <a:t>（</a:t>
            </a:r>
            <a:r>
              <a:rPr lang="en-US" altLang="zh-CN" sz="2400" b="1" dirty="0">
                <a:solidFill>
                  <a:srgbClr val="000000"/>
                </a:solidFill>
                <a:latin typeface="Times New Roman" panose="02020603050405020304" pitchFamily="18" charset="0"/>
                <a:ea typeface="楷体" panose="02010609060101010101" charset="-122"/>
                <a:cs typeface="微软雅黑" panose="020B0503020204020204" charset="-122"/>
              </a:rPr>
              <a:t>2</a:t>
            </a:r>
            <a:r>
              <a:rPr lang="zh-CN" altLang="en-US" sz="2400" b="1" dirty="0">
                <a:solidFill>
                  <a:srgbClr val="000000"/>
                </a:solidFill>
                <a:latin typeface="Times New Roman" panose="02020603050405020304" pitchFamily="18" charset="0"/>
                <a:ea typeface="楷体" panose="02010609060101010101" charset="-122"/>
                <a:cs typeface="微软雅黑" panose="020B0503020204020204" charset="-122"/>
              </a:rPr>
              <a:t>）程序的总调</a:t>
            </a:r>
            <a:endParaRPr lang="en-US" altLang="zh-CN" sz="2400" b="1" dirty="0">
              <a:solidFill>
                <a:srgbClr val="000000"/>
              </a:solidFill>
              <a:latin typeface="Times New Roman" panose="02020603050405020304" pitchFamily="18" charset="0"/>
              <a:ea typeface="楷体" panose="02010609060101010101" charset="-122"/>
              <a:cs typeface="微软雅黑" panose="020B0503020204020204" charset="-122"/>
            </a:endParaRPr>
          </a:p>
          <a:p>
            <a:pPr lvl="1" algn="just" eaLnBrk="1" hangingPunct="1">
              <a:lnSpc>
                <a:spcPct val="90000"/>
              </a:lnSpc>
              <a:buSzTx/>
              <a:buFont typeface="Wingdings" pitchFamily="2" charset="2"/>
              <a:buChar char="ü"/>
            </a:pPr>
            <a:r>
              <a:rPr lang="zh-CN" altLang="en-US" sz="2400" b="1" dirty="0">
                <a:solidFill>
                  <a:srgbClr val="000000"/>
                </a:solidFill>
                <a:latin typeface="Times New Roman" panose="02020603050405020304" pitchFamily="18" charset="0"/>
                <a:ea typeface="楷体" panose="02010609060101010101" charset="-122"/>
                <a:cs typeface="微软雅黑" panose="020B0503020204020204" charset="-122"/>
              </a:rPr>
              <a:t>功能模块和控制程序调试完成后，即可进行总调</a:t>
            </a:r>
            <a:r>
              <a:rPr lang="en-US" altLang="zh-CN" sz="2400" b="1" dirty="0">
                <a:solidFill>
                  <a:srgbClr val="000000"/>
                </a:solidFill>
                <a:latin typeface="Times New Roman" panose="02020603050405020304" pitchFamily="18" charset="0"/>
                <a:ea typeface="楷体" panose="02010609060101010101" charset="-122"/>
                <a:cs typeface="微软雅黑" panose="020B0503020204020204" charset="-122"/>
              </a:rPr>
              <a:t>——</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主控制和调度程序</a:t>
            </a:r>
            <a:r>
              <a:rPr lang="zh-CN" altLang="en-US" sz="2400" b="1" dirty="0">
                <a:solidFill>
                  <a:srgbClr val="000000"/>
                </a:solidFill>
                <a:latin typeface="Times New Roman" panose="02020603050405020304" pitchFamily="18" charset="0"/>
                <a:ea typeface="楷体" panose="02010609060101010101" charset="-122"/>
                <a:cs typeface="微软雅黑" panose="020B0503020204020204" charset="-122"/>
              </a:rPr>
              <a:t>与</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各功能模块</a:t>
            </a:r>
            <a:r>
              <a:rPr lang="zh-CN" altLang="en-US" sz="2400" b="1" dirty="0">
                <a:solidFill>
                  <a:srgbClr val="000000"/>
                </a:solidFill>
                <a:latin typeface="Times New Roman" panose="02020603050405020304" pitchFamily="18" charset="0"/>
                <a:ea typeface="楷体" panose="02010609060101010101" charset="-122"/>
                <a:cs typeface="微软雅黑" panose="020B0503020204020204" charset="-122"/>
              </a:rPr>
              <a:t>连结起来调试</a:t>
            </a:r>
            <a:endParaRPr lang="en-US" altLang="zh-CN" sz="2400" b="1" dirty="0">
              <a:solidFill>
                <a:srgbClr val="000000"/>
              </a:solidFill>
              <a:latin typeface="Times New Roman" panose="02020603050405020304" pitchFamily="18" charset="0"/>
              <a:ea typeface="楷体" panose="02010609060101010101" charset="-122"/>
              <a:cs typeface="微软雅黑" panose="020B0503020204020204" charset="-122"/>
            </a:endParaRPr>
          </a:p>
          <a:p>
            <a:pPr lvl="1" algn="just" eaLnBrk="1" hangingPunct="1">
              <a:lnSpc>
                <a:spcPct val="90000"/>
              </a:lnSpc>
              <a:buSzTx/>
              <a:buFont typeface="Wingdings" pitchFamily="2" charset="2"/>
              <a:buChar char="ü"/>
            </a:pPr>
            <a:r>
              <a:rPr lang="zh-CN" altLang="en-US" sz="2400" dirty="0">
                <a:solidFill>
                  <a:srgbClr val="000000"/>
                </a:solidFill>
                <a:latin typeface="Times New Roman" panose="02020603050405020304" pitchFamily="18" charset="0"/>
                <a:ea typeface="楷体" panose="02010609060101010101" charset="-122"/>
                <a:cs typeface="微软雅黑" panose="020B0503020204020204" charset="-122"/>
              </a:rPr>
              <a:t>目的：检查</a:t>
            </a:r>
            <a:r>
              <a:rPr lang="zh-CN" altLang="en-US" sz="2400" dirty="0">
                <a:solidFill>
                  <a:srgbClr val="0070C0"/>
                </a:solidFill>
                <a:latin typeface="Times New Roman" panose="02020603050405020304" pitchFamily="18" charset="0"/>
                <a:ea typeface="楷体" panose="02010609060101010101" charset="-122"/>
                <a:cs typeface="微软雅黑" panose="020B0503020204020204" charset="-122"/>
              </a:rPr>
              <a:t>模块间</a:t>
            </a:r>
            <a:r>
              <a:rPr lang="zh-CN" altLang="en-US" sz="2400" dirty="0">
                <a:solidFill>
                  <a:srgbClr val="000000"/>
                </a:solidFill>
                <a:latin typeface="Times New Roman" panose="02020603050405020304" pitchFamily="18" charset="0"/>
                <a:ea typeface="楷体" panose="02010609060101010101" charset="-122"/>
                <a:cs typeface="微软雅黑" panose="020B0503020204020204" charset="-122"/>
              </a:rPr>
              <a:t>相互关系方面的</a:t>
            </a:r>
            <a:r>
              <a:rPr lang="zh-CN" altLang="en-US" sz="2400" dirty="0">
                <a:solidFill>
                  <a:srgbClr val="0070C0"/>
                </a:solidFill>
                <a:latin typeface="Times New Roman" panose="02020603050405020304" pitchFamily="18" charset="0"/>
                <a:ea typeface="楷体" panose="02010609060101010101" charset="-122"/>
                <a:cs typeface="微软雅黑" panose="020B0503020204020204" charset="-122"/>
              </a:rPr>
              <a:t>错误和缺陷</a:t>
            </a:r>
            <a:endParaRPr lang="en-US" altLang="zh-CN" sz="2400" b="1" dirty="0">
              <a:solidFill>
                <a:srgbClr val="0070C0"/>
              </a:solidFill>
              <a:latin typeface="Times New Roman" panose="02020603050405020304" pitchFamily="18" charset="0"/>
              <a:ea typeface="楷体" panose="02010609060101010101" charset="-122"/>
              <a:cs typeface="微软雅黑" panose="020B0503020204020204" charset="-122"/>
            </a:endParaRPr>
          </a:p>
          <a:p>
            <a:pPr marL="0" lvl="0" indent="0" algn="just" eaLnBrk="1" hangingPunct="1">
              <a:lnSpc>
                <a:spcPct val="90000"/>
              </a:lnSpc>
              <a:buClr>
                <a:schemeClr val="folHlink"/>
              </a:buClr>
              <a:buSzTx/>
              <a:buFontTx/>
              <a:buNone/>
            </a:pPr>
            <a:endParaRPr lang="zh-CN" altLang="en-US" sz="2200" b="1" dirty="0">
              <a:solidFill>
                <a:srgbClr val="000000"/>
              </a:solidFill>
              <a:latin typeface="Times New Roman" panose="02020603050405020304" pitchFamily="18" charset="0"/>
              <a:ea typeface="楷体" panose="02010609060101010101" charset="-122"/>
              <a:cs typeface="微软雅黑" panose="020B0503020204020204" charset="-122"/>
            </a:endParaRPr>
          </a:p>
        </p:txBody>
      </p:sp>
    </p:spTree>
    <p:custDataLst>
      <p:tags r:id="rId1"/>
    </p:custDataLst>
    <p:extLst>
      <p:ext uri="{BB962C8B-B14F-4D97-AF65-F5344CB8AC3E}">
        <p14:creationId xmlns:p14="http://schemas.microsoft.com/office/powerpoint/2010/main" val="3217812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7" r:link="rId8"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9" r:link="rId10"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73730" name="Text Box 3"/>
          <p:cNvSpPr txBox="1"/>
          <p:nvPr>
            <p:custDataLst>
              <p:tags r:id="rId4"/>
            </p:custDataLst>
          </p:nvPr>
        </p:nvSpPr>
        <p:spPr>
          <a:xfrm>
            <a:off x="1979712" y="1772816"/>
            <a:ext cx="6324600" cy="396938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eaLnBrk="1" hangingPunct="1">
              <a:spcBef>
                <a:spcPct val="100000"/>
              </a:spcBef>
              <a:buClr>
                <a:srgbClr val="FF0000"/>
              </a:buClr>
              <a:buSzTx/>
              <a:buFontTx/>
              <a:buNone/>
            </a:pP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第</a:t>
            </a:r>
            <a:r>
              <a:rPr lang="en-US" altLang="zh-CN" sz="3600" b="1" dirty="0">
                <a:solidFill>
                  <a:schemeClr val="dk1"/>
                </a:solidFill>
                <a:latin typeface="Times New Roman" panose="02020603050405020304" pitchFamily="18" charset="0"/>
                <a:ea typeface="楷体" panose="02010609060101010101" charset="-122"/>
                <a:cs typeface="微软雅黑" panose="020B0503020204020204" charset="-122"/>
              </a:rPr>
              <a:t>1</a:t>
            </a: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节   信息系统实施概述</a:t>
            </a:r>
          </a:p>
          <a:p>
            <a:pPr marL="0" lvl="0" indent="0" eaLnBrk="1" hangingPunct="1">
              <a:spcBef>
                <a:spcPct val="100000"/>
              </a:spcBef>
              <a:buClr>
                <a:srgbClr val="FF0000"/>
              </a:buClr>
              <a:buSzTx/>
              <a:buFontTx/>
              <a:buNone/>
            </a:pP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第</a:t>
            </a:r>
            <a:r>
              <a:rPr lang="en-US" altLang="zh-CN" sz="3600" b="1" dirty="0">
                <a:solidFill>
                  <a:schemeClr val="dk1"/>
                </a:solidFill>
                <a:latin typeface="Times New Roman" panose="02020603050405020304" pitchFamily="18" charset="0"/>
                <a:ea typeface="楷体" panose="02010609060101010101" charset="-122"/>
                <a:cs typeface="微软雅黑" panose="020B0503020204020204" charset="-122"/>
              </a:rPr>
              <a:t>2</a:t>
            </a: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节  信息系统调试</a:t>
            </a:r>
          </a:p>
          <a:p>
            <a:pPr marL="0" lvl="0" indent="0" eaLnBrk="1" hangingPunct="1">
              <a:spcBef>
                <a:spcPct val="100000"/>
              </a:spcBef>
              <a:buClr>
                <a:srgbClr val="FF0000"/>
              </a:buClr>
              <a:buSzTx/>
              <a:buFontTx/>
              <a:buNone/>
            </a:pPr>
            <a:r>
              <a:rPr lang="zh-CN" altLang="en-US" sz="3600" b="1" dirty="0">
                <a:solidFill>
                  <a:srgbClr val="FF0000"/>
                </a:solidFill>
                <a:latin typeface="Times New Roman" panose="02020603050405020304" pitchFamily="18" charset="0"/>
                <a:ea typeface="楷体" panose="02010609060101010101" charset="-122"/>
                <a:cs typeface="微软雅黑" panose="020B0503020204020204" charset="-122"/>
              </a:rPr>
              <a:t>第</a:t>
            </a:r>
            <a:r>
              <a:rPr lang="en-US" altLang="zh-CN" sz="3600" b="1" dirty="0">
                <a:solidFill>
                  <a:srgbClr val="FF0000"/>
                </a:solidFill>
                <a:latin typeface="Times New Roman" panose="02020603050405020304" pitchFamily="18" charset="0"/>
                <a:ea typeface="楷体" panose="02010609060101010101" charset="-122"/>
                <a:cs typeface="微软雅黑" panose="020B0503020204020204" charset="-122"/>
              </a:rPr>
              <a:t>3</a:t>
            </a:r>
            <a:r>
              <a:rPr lang="zh-CN" altLang="en-US" sz="3600" b="1" dirty="0">
                <a:solidFill>
                  <a:srgbClr val="FF0000"/>
                </a:solidFill>
                <a:latin typeface="Times New Roman" panose="02020603050405020304" pitchFamily="18" charset="0"/>
                <a:ea typeface="楷体" panose="02010609060101010101" charset="-122"/>
                <a:cs typeface="微软雅黑" panose="020B0503020204020204" charset="-122"/>
              </a:rPr>
              <a:t>节   信息系统转换</a:t>
            </a:r>
          </a:p>
          <a:p>
            <a:pPr marL="0" lvl="0" indent="0" eaLnBrk="1" hangingPunct="1">
              <a:spcBef>
                <a:spcPct val="100000"/>
              </a:spcBef>
              <a:buClr>
                <a:srgbClr val="FF0000"/>
              </a:buClr>
              <a:buSzTx/>
              <a:buFontTx/>
              <a:buNone/>
            </a:pP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第</a:t>
            </a:r>
            <a:r>
              <a:rPr lang="en-US" altLang="zh-CN" sz="3600" b="1" dirty="0">
                <a:solidFill>
                  <a:schemeClr val="dk1"/>
                </a:solidFill>
                <a:latin typeface="Times New Roman" panose="02020603050405020304" pitchFamily="18" charset="0"/>
                <a:ea typeface="楷体" panose="02010609060101010101" charset="-122"/>
                <a:cs typeface="微软雅黑" panose="020B0503020204020204" charset="-122"/>
              </a:rPr>
              <a:t>4</a:t>
            </a: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节   信息系统运行与维护</a:t>
            </a:r>
          </a:p>
        </p:txBody>
      </p:sp>
      <p:sp>
        <p:nvSpPr>
          <p:cNvPr id="690181" name="Rectangle 5"/>
          <p:cNvSpPr>
            <a:spLocks noGrp="1" noChangeArrowheads="1"/>
          </p:cNvSpPr>
          <p:nvPr>
            <p:ph type="title" idx="4294967295"/>
          </p:nvPr>
        </p:nvSpPr>
        <p:spPr>
          <a:xfrm>
            <a:off x="831532" y="476672"/>
            <a:ext cx="7772400" cy="1143000"/>
          </a:xfrm>
          <a:noFill/>
          <a:ln>
            <a:noFill/>
          </a:ln>
          <a:effectLst/>
        </p:spPr>
        <p:txBody>
          <a:bodyPr vert="horz" wrap="square" lIns="92075" tIns="46038" rIns="92075" bIns="46038" numCol="1" anchor="ctr" anchorCtr="0" compatLnSpc="1">
            <a:noAutofit/>
          </a:bodyPr>
          <a:lstStyle>
            <a:lvl1pPr algn="ctr" rtl="0" eaLnBrk="0" fontAlgn="base" hangingPunct="0">
              <a:spcBef>
                <a:spcPct val="0"/>
              </a:spcBef>
              <a:spcAft>
                <a:spcPct val="0"/>
              </a:spcAft>
              <a:defRPr sz="4400" kern="12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lvl="0" algn="ctr" defTabSz="914400" eaLnBrk="1" hangingPunct="1">
              <a:buClrTx/>
              <a:buSzTx/>
              <a:buFontTx/>
              <a:defRPr/>
            </a:pPr>
            <a:r>
              <a:rPr kumimoji="1" lang="zh-CN" altLang="en-US" sz="4000" b="1" noProof="0" dirty="0">
                <a:ln>
                  <a:noFill/>
                </a:ln>
                <a:solidFill>
                  <a:schemeClr val="accent1"/>
                </a:solidFill>
                <a:effectLst/>
                <a:uLnTx/>
                <a:uFillTx/>
                <a:latin typeface="Times New Roman" panose="02020603050405020304" pitchFamily="18" charset="0"/>
                <a:ea typeface="楷体" panose="02010609060101010101" charset="-122"/>
                <a:cs typeface="汉仪旗黑-85S" charset="0"/>
                <a:sym typeface="+mn-ea"/>
              </a:rPr>
              <a:t>第6章 信息系统实施与管理</a:t>
            </a:r>
          </a:p>
        </p:txBody>
      </p:sp>
    </p:spTree>
    <p:custDataLst>
      <p:tags r:id="rId1"/>
    </p:custDataLst>
    <p:extLst>
      <p:ext uri="{BB962C8B-B14F-4D97-AF65-F5344CB8AC3E}">
        <p14:creationId xmlns:p14="http://schemas.microsoft.com/office/powerpoint/2010/main" val="20070707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8" r:link="rId9"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10" r:link="rId11"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89090" name="Text Box 2"/>
          <p:cNvSpPr txBox="1"/>
          <p:nvPr/>
        </p:nvSpPr>
        <p:spPr>
          <a:xfrm>
            <a:off x="838200" y="381000"/>
            <a:ext cx="739140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第</a:t>
            </a:r>
            <a:r>
              <a:rPr lang="en-US" altLang="zh-CN" sz="4000" b="1" dirty="0">
                <a:solidFill>
                  <a:schemeClr val="accent1"/>
                </a:solidFill>
                <a:latin typeface="Times New Roman" panose="02020603050405020304" pitchFamily="18" charset="0"/>
                <a:ea typeface="楷体" panose="02010609060101010101" charset="-122"/>
                <a:cs typeface="微软雅黑" panose="020B0503020204020204" charset="-122"/>
              </a:rPr>
              <a:t>3</a:t>
            </a: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节  信息系统转换</a:t>
            </a:r>
          </a:p>
        </p:txBody>
      </p:sp>
      <p:sp>
        <p:nvSpPr>
          <p:cNvPr id="89091" name="Rectangle 3"/>
          <p:cNvSpPr/>
          <p:nvPr>
            <p:custDataLst>
              <p:tags r:id="rId4"/>
            </p:custDataLst>
          </p:nvPr>
        </p:nvSpPr>
        <p:spPr>
          <a:xfrm>
            <a:off x="533400" y="1219200"/>
            <a:ext cx="4092575" cy="52322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spcBef>
                <a:spcPct val="0"/>
              </a:spcBef>
              <a:buClrTx/>
              <a:buSzTx/>
              <a:buFont typeface="Wingdings" pitchFamily="2" charset="2"/>
              <a:buChar char="Ø"/>
            </a:pPr>
            <a:r>
              <a:rPr lang="zh-CN" altLang="en-US" sz="2800" b="1" dirty="0">
                <a:latin typeface="Times New Roman" panose="02020603050405020304" pitchFamily="18" charset="0"/>
                <a:ea typeface="楷体" panose="02010609060101010101" charset="-122"/>
                <a:cs typeface="微软雅黑" panose="020B0503020204020204" charset="-122"/>
              </a:rPr>
              <a:t>系统转换的基本条件</a:t>
            </a:r>
          </a:p>
        </p:txBody>
      </p:sp>
      <p:sp>
        <p:nvSpPr>
          <p:cNvPr id="89092" name="Text Box 4"/>
          <p:cNvSpPr txBox="1"/>
          <p:nvPr>
            <p:custDataLst>
              <p:tags r:id="rId5"/>
            </p:custDataLst>
          </p:nvPr>
        </p:nvSpPr>
        <p:spPr>
          <a:xfrm>
            <a:off x="685800" y="1873865"/>
            <a:ext cx="7918132" cy="3683189"/>
          </a:xfrm>
          <a:prstGeom prst="rect">
            <a:avLst/>
          </a:prstGeom>
          <a:noFill/>
          <a:ln w="9525">
            <a:noFill/>
          </a:ln>
        </p:spPr>
        <p:txBody>
          <a:bodyPr wrap="squar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eaLnBrk="1" hangingPunct="1">
              <a:buClr>
                <a:schemeClr val="folHlink"/>
              </a:buClr>
              <a:buSzTx/>
              <a:buFontTx/>
              <a:buNone/>
            </a:pPr>
            <a:r>
              <a:rPr lang="zh-CN" altLang="en-US" sz="2400" b="1" dirty="0">
                <a:solidFill>
                  <a:schemeClr val="dk1"/>
                </a:solidFill>
                <a:latin typeface="Times New Roman" panose="02020603050405020304" pitchFamily="18" charset="0"/>
                <a:ea typeface="楷体" panose="02010609060101010101" charset="-122"/>
                <a:cs typeface="微软雅黑" panose="020B0503020204020204" charset="-122"/>
              </a:rPr>
              <a:t>系统转换是</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由现行</a:t>
            </a:r>
            <a:r>
              <a:rPr lang="zh-CN" altLang="en-US" sz="2400" b="1" dirty="0">
                <a:solidFill>
                  <a:schemeClr val="dk1"/>
                </a:solidFill>
                <a:latin typeface="Times New Roman" panose="02020603050405020304" pitchFamily="18" charset="0"/>
                <a:ea typeface="楷体" panose="02010609060101010101" charset="-122"/>
                <a:cs typeface="微软雅黑" panose="020B0503020204020204" charset="-122"/>
              </a:rPr>
              <a:t>系统的工作方式</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向所开发</a:t>
            </a:r>
            <a:r>
              <a:rPr lang="zh-CN" altLang="en-US" sz="2400" b="1" dirty="0">
                <a:solidFill>
                  <a:schemeClr val="dk1"/>
                </a:solidFill>
                <a:latin typeface="Times New Roman" panose="02020603050405020304" pitchFamily="18" charset="0"/>
                <a:ea typeface="楷体" panose="02010609060101010101" charset="-122"/>
                <a:cs typeface="微软雅黑" panose="020B0503020204020204" charset="-122"/>
              </a:rPr>
              <a:t>的管理信息系统工作方式的转换过程，也是</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系统的设备、数据、人员等的转换过程</a:t>
            </a:r>
            <a:r>
              <a:rPr lang="zh-CN" altLang="en-US" sz="2400" b="1" dirty="0">
                <a:solidFill>
                  <a:schemeClr val="dk1"/>
                </a:solidFill>
                <a:latin typeface="Times New Roman" panose="02020603050405020304" pitchFamily="18" charset="0"/>
                <a:ea typeface="楷体" panose="02010609060101010101" charset="-122"/>
                <a:cs typeface="微软雅黑" panose="020B0503020204020204" charset="-122"/>
              </a:rPr>
              <a:t>。</a:t>
            </a:r>
            <a:endParaRPr lang="en-US" altLang="zh-CN" sz="2400" b="1" dirty="0">
              <a:solidFill>
                <a:schemeClr val="dk1"/>
              </a:solidFill>
              <a:latin typeface="Times New Roman" panose="02020603050405020304" pitchFamily="18" charset="0"/>
              <a:ea typeface="楷体" panose="02010609060101010101" charset="-122"/>
              <a:cs typeface="微软雅黑" panose="020B0503020204020204" charset="-122"/>
            </a:endParaRPr>
          </a:p>
          <a:p>
            <a:pPr lvl="1" eaLnBrk="1" hangingPunct="1">
              <a:buSzTx/>
              <a:buFont typeface="Wingdings" pitchFamily="2" charset="2"/>
              <a:buChar char="ü"/>
            </a:pPr>
            <a:r>
              <a:rPr lang="zh-CN" altLang="en-US" sz="2200" b="1" dirty="0">
                <a:solidFill>
                  <a:schemeClr val="dk1"/>
                </a:solidFill>
                <a:latin typeface="Times New Roman" panose="02020603050405020304" pitchFamily="18" charset="0"/>
                <a:ea typeface="楷体" panose="02010609060101010101" charset="-122"/>
              </a:rPr>
              <a:t>系统设备：系统实施前</a:t>
            </a:r>
            <a:r>
              <a:rPr lang="zh-CN" altLang="en-US" sz="2200" b="1" dirty="0">
                <a:solidFill>
                  <a:srgbClr val="0070C0"/>
                </a:solidFill>
                <a:latin typeface="Times New Roman" panose="02020603050405020304" pitchFamily="18" charset="0"/>
                <a:ea typeface="楷体" panose="02010609060101010101" charset="-122"/>
              </a:rPr>
              <a:t>购置、安装、调试完毕</a:t>
            </a:r>
          </a:p>
          <a:p>
            <a:pPr lvl="1" eaLnBrk="1" hangingPunct="1">
              <a:buSzTx/>
              <a:buFont typeface="Wingdings" pitchFamily="2" charset="2"/>
              <a:buChar char="ü"/>
            </a:pPr>
            <a:r>
              <a:rPr lang="zh-CN" altLang="en-US" sz="2200" dirty="0">
                <a:solidFill>
                  <a:schemeClr val="dk1"/>
                </a:solidFill>
                <a:latin typeface="Times New Roman" panose="02020603050405020304" pitchFamily="18" charset="0"/>
                <a:ea typeface="楷体" panose="02010609060101010101" charset="-122"/>
              </a:rPr>
              <a:t>系统数据：系统转换所需</a:t>
            </a:r>
            <a:r>
              <a:rPr lang="zh-CN" altLang="en-US" sz="2200" dirty="0">
                <a:solidFill>
                  <a:srgbClr val="0070C0"/>
                </a:solidFill>
                <a:latin typeface="Times New Roman" panose="02020603050405020304" pitchFamily="18" charset="0"/>
                <a:ea typeface="楷体" panose="02010609060101010101" charset="-122"/>
              </a:rPr>
              <a:t>各种数据</a:t>
            </a:r>
            <a:r>
              <a:rPr lang="zh-CN" altLang="en-US" sz="2200" dirty="0">
                <a:solidFill>
                  <a:schemeClr val="dk1"/>
                </a:solidFill>
                <a:latin typeface="Times New Roman" panose="02020603050405020304" pitchFamily="18" charset="0"/>
                <a:ea typeface="楷体" panose="02010609060101010101" charset="-122"/>
              </a:rPr>
              <a:t>，按照格式要求</a:t>
            </a:r>
            <a:r>
              <a:rPr lang="zh-CN" altLang="en-US" sz="2200" dirty="0">
                <a:solidFill>
                  <a:srgbClr val="0070C0"/>
                </a:solidFill>
                <a:latin typeface="Times New Roman" panose="02020603050405020304" pitchFamily="18" charset="0"/>
                <a:ea typeface="楷体" panose="02010609060101010101" charset="-122"/>
              </a:rPr>
              <a:t>输入到系统之中</a:t>
            </a:r>
          </a:p>
          <a:p>
            <a:pPr lvl="1" eaLnBrk="1" hangingPunct="1">
              <a:buSzTx/>
              <a:buFont typeface="Wingdings" pitchFamily="2" charset="2"/>
              <a:buChar char="ü"/>
            </a:pPr>
            <a:r>
              <a:rPr lang="zh-CN" altLang="en-US" sz="2200" b="1" dirty="0">
                <a:solidFill>
                  <a:schemeClr val="dk1"/>
                </a:solidFill>
                <a:latin typeface="Times New Roman" panose="02020603050405020304" pitchFamily="18" charset="0"/>
                <a:ea typeface="楷体" panose="02010609060101010101" charset="-122"/>
              </a:rPr>
              <a:t>系统人员：系统转换前</a:t>
            </a:r>
            <a:r>
              <a:rPr lang="zh-CN" altLang="en-US" sz="2200" b="1" dirty="0">
                <a:solidFill>
                  <a:srgbClr val="0070C0"/>
                </a:solidFill>
                <a:latin typeface="Times New Roman" panose="02020603050405020304" pitchFamily="18" charset="0"/>
                <a:ea typeface="楷体" panose="02010609060101010101" charset="-122"/>
              </a:rPr>
              <a:t>配齐并参与</a:t>
            </a:r>
            <a:r>
              <a:rPr lang="zh-CN" altLang="en-US" sz="2200" b="1" dirty="0">
                <a:solidFill>
                  <a:schemeClr val="dk1"/>
                </a:solidFill>
                <a:latin typeface="Times New Roman" panose="02020603050405020304" pitchFamily="18" charset="0"/>
                <a:ea typeface="楷体" panose="02010609060101010101" charset="-122"/>
              </a:rPr>
              <a:t>各管理岗位工作</a:t>
            </a:r>
          </a:p>
          <a:p>
            <a:pPr lvl="1" eaLnBrk="1" hangingPunct="1">
              <a:buSzTx/>
              <a:buFont typeface="Wingdings" pitchFamily="2" charset="2"/>
              <a:buChar char="ü"/>
            </a:pPr>
            <a:r>
              <a:rPr lang="en-US" altLang="zh-CN" sz="2200" b="1" dirty="0">
                <a:solidFill>
                  <a:schemeClr val="dk1"/>
                </a:solidFill>
                <a:latin typeface="Times New Roman" panose="02020603050405020304" pitchFamily="18" charset="0"/>
                <a:ea typeface="楷体" panose="02010609060101010101" charset="-122"/>
              </a:rPr>
              <a:t>……</a:t>
            </a:r>
            <a:endParaRPr lang="zh-CN" altLang="en-US" sz="2200" b="1" dirty="0">
              <a:solidFill>
                <a:schemeClr val="dk1"/>
              </a:solidFill>
              <a:latin typeface="Times New Roman" panose="02020603050405020304" pitchFamily="18" charset="0"/>
              <a:ea typeface="楷体" panose="02010609060101010101" charset="-122"/>
            </a:endParaRPr>
          </a:p>
          <a:p>
            <a:pPr marL="0" lvl="0" indent="0" eaLnBrk="1" hangingPunct="1">
              <a:buClr>
                <a:schemeClr val="folHlink"/>
              </a:buClr>
              <a:buSzTx/>
              <a:buFontTx/>
              <a:buNone/>
            </a:pPr>
            <a:endParaRPr lang="zh-CN" altLang="en-US" sz="2800" b="1" dirty="0">
              <a:solidFill>
                <a:schemeClr val="dk1"/>
              </a:solidFill>
              <a:latin typeface="Times New Roman" panose="02020603050405020304" pitchFamily="18" charset="0"/>
              <a:ea typeface="楷体" panose="02010609060101010101" charset="-122"/>
              <a:cs typeface="微软雅黑" panose="020B0503020204020204" charset="-122"/>
            </a:endParaRP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7" r:link="rId8"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9" r:link="rId10"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89090" name="Text Box 2"/>
          <p:cNvSpPr txBox="1"/>
          <p:nvPr/>
        </p:nvSpPr>
        <p:spPr>
          <a:xfrm>
            <a:off x="838200" y="381000"/>
            <a:ext cx="739140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第</a:t>
            </a:r>
            <a:r>
              <a:rPr lang="en-US" altLang="zh-CN" sz="4000" b="1" dirty="0">
                <a:solidFill>
                  <a:schemeClr val="accent1"/>
                </a:solidFill>
                <a:latin typeface="Times New Roman" panose="02020603050405020304" pitchFamily="18" charset="0"/>
                <a:ea typeface="楷体" panose="02010609060101010101" charset="-122"/>
                <a:cs typeface="微软雅黑" panose="020B0503020204020204" charset="-122"/>
              </a:rPr>
              <a:t>3</a:t>
            </a: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节  信息系统转换</a:t>
            </a:r>
          </a:p>
        </p:txBody>
      </p:sp>
      <p:sp>
        <p:nvSpPr>
          <p:cNvPr id="89091" name="Rectangle 3"/>
          <p:cNvSpPr/>
          <p:nvPr>
            <p:custDataLst>
              <p:tags r:id="rId4"/>
            </p:custDataLst>
          </p:nvPr>
        </p:nvSpPr>
        <p:spPr>
          <a:xfrm>
            <a:off x="533400" y="1219200"/>
            <a:ext cx="4092575" cy="52322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spcBef>
                <a:spcPct val="0"/>
              </a:spcBef>
              <a:buClrTx/>
              <a:buSzTx/>
              <a:buFont typeface="Wingdings" pitchFamily="2" charset="2"/>
              <a:buChar char="Ø"/>
            </a:pPr>
            <a:r>
              <a:rPr lang="zh-CN" altLang="en-US" sz="2800" b="1" dirty="0">
                <a:latin typeface="Times New Roman" panose="02020603050405020304" pitchFamily="18" charset="0"/>
                <a:ea typeface="楷体" panose="02010609060101010101" charset="-122"/>
                <a:cs typeface="微软雅黑" panose="020B0503020204020204" charset="-122"/>
              </a:rPr>
              <a:t>系统转换的方式</a:t>
            </a:r>
          </a:p>
        </p:txBody>
      </p:sp>
      <p:sp>
        <p:nvSpPr>
          <p:cNvPr id="2" name="Text Box 3">
            <a:extLst>
              <a:ext uri="{FF2B5EF4-FFF2-40B4-BE49-F238E27FC236}">
                <a16:creationId xmlns:a16="http://schemas.microsoft.com/office/drawing/2014/main" id="{06DA2BAF-528C-9842-0A66-390D8A6807CB}"/>
              </a:ext>
            </a:extLst>
          </p:cNvPr>
          <p:cNvSpPr txBox="1"/>
          <p:nvPr>
            <p:custDataLst>
              <p:tags r:id="rId5"/>
            </p:custDataLst>
          </p:nvPr>
        </p:nvSpPr>
        <p:spPr>
          <a:xfrm>
            <a:off x="838200" y="1866138"/>
            <a:ext cx="7622232" cy="4323364"/>
          </a:xfrm>
          <a:prstGeom prst="rect">
            <a:avLst/>
          </a:prstGeom>
          <a:noFill/>
          <a:ln w="9525">
            <a:noFill/>
          </a:ln>
        </p:spPr>
        <p:txBody>
          <a:bodyPr wrap="squar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lnSpc>
                <a:spcPct val="90000"/>
              </a:lnSpc>
              <a:spcBef>
                <a:spcPts val="1776"/>
              </a:spcBef>
              <a:buClr>
                <a:schemeClr val="tx1"/>
              </a:buClr>
              <a:buSzTx/>
            </a:pPr>
            <a:r>
              <a:rPr lang="zh-CN" altLang="en-US" sz="2400" b="1" dirty="0">
                <a:solidFill>
                  <a:schemeClr val="dk1"/>
                </a:solidFill>
                <a:latin typeface="Times New Roman" panose="02020603050405020304" pitchFamily="18" charset="0"/>
                <a:ea typeface="楷体" panose="02010609060101010101" charset="-122"/>
                <a:cs typeface="微软雅黑" panose="020B0503020204020204" charset="-122"/>
              </a:rPr>
              <a:t>直接转换：</a:t>
            </a:r>
            <a:r>
              <a:rPr lang="zh-CN" altLang="en-US" sz="2000" b="1" dirty="0">
                <a:solidFill>
                  <a:schemeClr val="dk1"/>
                </a:solidFill>
                <a:latin typeface="Times New Roman" panose="02020603050405020304" pitchFamily="18" charset="0"/>
                <a:ea typeface="楷体" panose="02010609060101010101" charset="-122"/>
                <a:cs typeface="微软雅黑" panose="020B0503020204020204" charset="-122"/>
              </a:rPr>
              <a:t>在确定新的管理信息系统运行准确无误时，在</a:t>
            </a:r>
            <a:r>
              <a:rPr lang="zh-CN" altLang="en-US" sz="2000" b="1" dirty="0">
                <a:solidFill>
                  <a:srgbClr val="0070C0"/>
                </a:solidFill>
                <a:latin typeface="Times New Roman" panose="02020603050405020304" pitchFamily="18" charset="0"/>
                <a:ea typeface="楷体" panose="02010609060101010101" charset="-122"/>
                <a:cs typeface="微软雅黑" panose="020B0503020204020204" charset="-122"/>
              </a:rPr>
              <a:t>某一时刻终止现行系统</a:t>
            </a:r>
            <a:r>
              <a:rPr lang="zh-CN" altLang="en-US" sz="2000" b="1" dirty="0">
                <a:solidFill>
                  <a:schemeClr val="dk1"/>
                </a:solidFill>
                <a:latin typeface="Times New Roman" panose="02020603050405020304" pitchFamily="18" charset="0"/>
                <a:ea typeface="楷体" panose="02010609060101010101" charset="-122"/>
                <a:cs typeface="微软雅黑" panose="020B0503020204020204" charset="-122"/>
              </a:rPr>
              <a:t>，启用新的管理信息系统。这种转换方式费用低，</a:t>
            </a:r>
            <a:r>
              <a:rPr lang="zh-CN" altLang="en-US" sz="2000" b="1" dirty="0">
                <a:solidFill>
                  <a:srgbClr val="0070C0"/>
                </a:solidFill>
                <a:latin typeface="Times New Roman" panose="02020603050405020304" pitchFamily="18" charset="0"/>
                <a:ea typeface="楷体" panose="02010609060101010101" charset="-122"/>
                <a:cs typeface="微软雅黑" panose="020B0503020204020204" charset="-122"/>
              </a:rPr>
              <a:t>方法简单，但风险大</a:t>
            </a:r>
            <a:r>
              <a:rPr lang="zh-CN" altLang="en-US" sz="2000" b="1" dirty="0">
                <a:solidFill>
                  <a:schemeClr val="dk1"/>
                </a:solidFill>
                <a:latin typeface="Times New Roman" panose="02020603050405020304" pitchFamily="18" charset="0"/>
                <a:ea typeface="楷体" panose="02010609060101010101" charset="-122"/>
                <a:cs typeface="微软雅黑" panose="020B0503020204020204" charset="-122"/>
              </a:rPr>
              <a:t>。适合于处理过程</a:t>
            </a:r>
            <a:r>
              <a:rPr lang="zh-CN" altLang="en-US" sz="2000" b="1" dirty="0">
                <a:solidFill>
                  <a:srgbClr val="0070C0"/>
                </a:solidFill>
                <a:latin typeface="Times New Roman" panose="02020603050405020304" pitchFamily="18" charset="0"/>
                <a:ea typeface="楷体" panose="02010609060101010101" charset="-122"/>
                <a:cs typeface="微软雅黑" panose="020B0503020204020204" charset="-122"/>
              </a:rPr>
              <a:t>不太复杂的小型简单系统</a:t>
            </a:r>
            <a:r>
              <a:rPr lang="zh-CN" altLang="en-US" sz="2000" b="1" dirty="0">
                <a:solidFill>
                  <a:schemeClr val="dk1"/>
                </a:solidFill>
                <a:latin typeface="Times New Roman" panose="02020603050405020304" pitchFamily="18" charset="0"/>
                <a:ea typeface="楷体" panose="02010609060101010101" charset="-122"/>
                <a:cs typeface="微软雅黑" panose="020B0503020204020204" charset="-122"/>
              </a:rPr>
              <a:t>。</a:t>
            </a:r>
            <a:endParaRPr lang="en-US" altLang="zh-CN" sz="2000" b="1" dirty="0">
              <a:solidFill>
                <a:schemeClr val="dk1"/>
              </a:solidFill>
              <a:latin typeface="Times New Roman" panose="02020603050405020304" pitchFamily="18" charset="0"/>
              <a:ea typeface="楷体" panose="02010609060101010101" charset="-122"/>
              <a:cs typeface="微软雅黑" panose="020B0503020204020204" charset="-122"/>
            </a:endParaRPr>
          </a:p>
          <a:p>
            <a:pPr lvl="0" eaLnBrk="1" hangingPunct="1">
              <a:lnSpc>
                <a:spcPct val="90000"/>
              </a:lnSpc>
              <a:spcBef>
                <a:spcPts val="1776"/>
              </a:spcBef>
              <a:buClr>
                <a:schemeClr val="tx1"/>
              </a:buClr>
              <a:buSzTx/>
            </a:pPr>
            <a:r>
              <a:rPr lang="zh-CN" altLang="en-US" sz="2400" b="1" dirty="0">
                <a:solidFill>
                  <a:schemeClr val="dk1"/>
                </a:solidFill>
                <a:latin typeface="Times New Roman" panose="02020603050405020304" pitchFamily="18" charset="0"/>
                <a:ea typeface="楷体" panose="02010609060101010101" charset="-122"/>
                <a:cs typeface="微软雅黑" panose="020B0503020204020204" charset="-122"/>
              </a:rPr>
              <a:t>并行转换：</a:t>
            </a:r>
            <a:r>
              <a:rPr lang="zh-CN" altLang="en-US" sz="2000" b="1" dirty="0">
                <a:solidFill>
                  <a:schemeClr val="dk1"/>
                </a:solidFill>
                <a:latin typeface="Times New Roman" panose="02020603050405020304" pitchFamily="18" charset="0"/>
                <a:ea typeface="楷体" panose="02010609060101010101" charset="-122"/>
                <a:cs typeface="微软雅黑" panose="020B0503020204020204" charset="-122"/>
              </a:rPr>
              <a:t>新的管理信息系统和现行系统</a:t>
            </a:r>
            <a:r>
              <a:rPr lang="zh-CN" altLang="en-US" sz="2000" b="1" dirty="0">
                <a:solidFill>
                  <a:srgbClr val="0070C0"/>
                </a:solidFill>
                <a:latin typeface="Times New Roman" panose="02020603050405020304" pitchFamily="18" charset="0"/>
                <a:ea typeface="楷体" panose="02010609060101010101" charset="-122"/>
                <a:cs typeface="微软雅黑" panose="020B0503020204020204" charset="-122"/>
              </a:rPr>
              <a:t>并行工作一段时间</a:t>
            </a:r>
            <a:r>
              <a:rPr lang="zh-CN" altLang="en-US" sz="2000" b="1" dirty="0">
                <a:solidFill>
                  <a:schemeClr val="dk1"/>
                </a:solidFill>
                <a:latin typeface="Times New Roman" panose="02020603050405020304" pitchFamily="18" charset="0"/>
                <a:ea typeface="楷体" panose="02010609060101010101" charset="-122"/>
                <a:cs typeface="微软雅黑" panose="020B0503020204020204" charset="-122"/>
              </a:rPr>
              <a:t>，在新的管理信息系统运行准确无误时，替代现行系统。这种转换方式有利于</a:t>
            </a:r>
            <a:r>
              <a:rPr lang="zh-CN" altLang="en-US" sz="2000" b="1" dirty="0">
                <a:solidFill>
                  <a:srgbClr val="0070C0"/>
                </a:solidFill>
                <a:latin typeface="Times New Roman" panose="02020603050405020304" pitchFamily="18" charset="0"/>
                <a:ea typeface="楷体" panose="02010609060101010101" charset="-122"/>
                <a:cs typeface="微软雅黑" panose="020B0503020204020204" charset="-122"/>
              </a:rPr>
              <a:t>减轻管理人员心理压力、安全性较好，但费用高</a:t>
            </a:r>
            <a:r>
              <a:rPr lang="zh-CN" altLang="en-US" sz="2000" b="1" dirty="0">
                <a:solidFill>
                  <a:schemeClr val="dk1"/>
                </a:solidFill>
                <a:latin typeface="Times New Roman" panose="02020603050405020304" pitchFamily="18" charset="0"/>
                <a:ea typeface="楷体" panose="02010609060101010101" charset="-122"/>
                <a:cs typeface="微软雅黑" panose="020B0503020204020204" charset="-122"/>
              </a:rPr>
              <a:t>，两个系统的数据一般不具备可比性。适合于处理</a:t>
            </a:r>
            <a:r>
              <a:rPr lang="zh-CN" altLang="en-US" sz="2000" b="1" dirty="0">
                <a:solidFill>
                  <a:srgbClr val="0070C0"/>
                </a:solidFill>
                <a:latin typeface="Times New Roman" panose="02020603050405020304" pitchFamily="18" charset="0"/>
                <a:ea typeface="楷体" panose="02010609060101010101" charset="-122"/>
                <a:cs typeface="微软雅黑" panose="020B0503020204020204" charset="-122"/>
              </a:rPr>
              <a:t>过程复杂、数据重要的系统</a:t>
            </a:r>
            <a:r>
              <a:rPr lang="zh-CN" altLang="en-US" sz="2000" b="1" dirty="0">
                <a:solidFill>
                  <a:schemeClr val="dk1"/>
                </a:solidFill>
                <a:latin typeface="Times New Roman" panose="02020603050405020304" pitchFamily="18" charset="0"/>
                <a:ea typeface="楷体" panose="02010609060101010101" charset="-122"/>
                <a:cs typeface="微软雅黑" panose="020B0503020204020204" charset="-122"/>
              </a:rPr>
              <a:t>。</a:t>
            </a:r>
            <a:endParaRPr lang="en-US" altLang="zh-CN" sz="2000" b="1" dirty="0">
              <a:solidFill>
                <a:schemeClr val="dk1"/>
              </a:solidFill>
              <a:latin typeface="Times New Roman" panose="02020603050405020304" pitchFamily="18" charset="0"/>
              <a:ea typeface="楷体" panose="02010609060101010101" charset="-122"/>
              <a:cs typeface="微软雅黑" panose="020B0503020204020204" charset="-122"/>
            </a:endParaRPr>
          </a:p>
          <a:p>
            <a:pPr lvl="0" eaLnBrk="1" hangingPunct="1">
              <a:lnSpc>
                <a:spcPct val="90000"/>
              </a:lnSpc>
              <a:spcBef>
                <a:spcPts val="1776"/>
              </a:spcBef>
              <a:buClr>
                <a:schemeClr val="tx1"/>
              </a:buClr>
              <a:buSzTx/>
            </a:pPr>
            <a:r>
              <a:rPr lang="zh-CN" altLang="en-US" sz="2400" b="1" dirty="0">
                <a:solidFill>
                  <a:schemeClr val="dk1"/>
                </a:solidFill>
                <a:latin typeface="Times New Roman" panose="02020603050405020304" pitchFamily="18" charset="0"/>
                <a:ea typeface="楷体" panose="02010609060101010101" charset="-122"/>
                <a:cs typeface="微软雅黑" panose="020B0503020204020204" charset="-122"/>
              </a:rPr>
              <a:t>分段转换：</a:t>
            </a:r>
            <a:r>
              <a:rPr lang="zh-CN" altLang="en-US" sz="2000" b="1" dirty="0">
                <a:latin typeface="Times New Roman" panose="02020603050405020304" pitchFamily="18" charset="0"/>
                <a:ea typeface="楷体" panose="02010609060101010101" charset="-122"/>
                <a:cs typeface="微软雅黑" panose="020B0503020204020204" charset="-122"/>
              </a:rPr>
              <a:t>直接转换和并行转换的结合，</a:t>
            </a:r>
            <a:r>
              <a:rPr lang="zh-CN" altLang="en-US" sz="2000" b="1" dirty="0">
                <a:solidFill>
                  <a:srgbClr val="0070C0"/>
                </a:solidFill>
                <a:latin typeface="Times New Roman" panose="02020603050405020304" pitchFamily="18" charset="0"/>
                <a:ea typeface="楷体" panose="02010609060101010101" charset="-122"/>
                <a:cs typeface="微软雅黑" panose="020B0503020204020204" charset="-122"/>
              </a:rPr>
              <a:t>分阶段</a:t>
            </a:r>
            <a:r>
              <a:rPr lang="zh-CN" altLang="en-US" sz="2000" b="1" dirty="0">
                <a:latin typeface="Times New Roman" panose="02020603050405020304" pitchFamily="18" charset="0"/>
                <a:ea typeface="楷体" panose="02010609060101010101" charset="-122"/>
                <a:cs typeface="微软雅黑" panose="020B0503020204020204" charset="-122"/>
              </a:rPr>
              <a:t>将新的管理信息系统的</a:t>
            </a:r>
            <a:r>
              <a:rPr lang="zh-CN" altLang="en-US" sz="2000" b="1" dirty="0">
                <a:solidFill>
                  <a:srgbClr val="0070C0"/>
                </a:solidFill>
                <a:latin typeface="Times New Roman" panose="02020603050405020304" pitchFamily="18" charset="0"/>
                <a:ea typeface="楷体" panose="02010609060101010101" charset="-122"/>
                <a:cs typeface="微软雅黑" panose="020B0503020204020204" charset="-122"/>
              </a:rPr>
              <a:t>各个子系统替代现行系统</a:t>
            </a:r>
            <a:r>
              <a:rPr lang="zh-CN" altLang="en-US" sz="2000" b="1" dirty="0">
                <a:solidFill>
                  <a:schemeClr val="dk1"/>
                </a:solidFill>
                <a:latin typeface="Times New Roman" panose="02020603050405020304" pitchFamily="18" charset="0"/>
                <a:ea typeface="楷体" panose="02010609060101010101" charset="-122"/>
                <a:cs typeface="微软雅黑" panose="020B0503020204020204" charset="-122"/>
              </a:rPr>
              <a:t>。这种转换方式</a:t>
            </a:r>
            <a:r>
              <a:rPr lang="zh-CN" altLang="en-US" sz="2000" b="1" dirty="0">
                <a:solidFill>
                  <a:srgbClr val="0070C0"/>
                </a:solidFill>
                <a:latin typeface="Times New Roman" panose="02020603050405020304" pitchFamily="18" charset="0"/>
                <a:ea typeface="楷体" panose="02010609060101010101" charset="-122"/>
                <a:cs typeface="微软雅黑" panose="020B0503020204020204" charset="-122"/>
              </a:rPr>
              <a:t>心理、安全性较好，但费用高</a:t>
            </a:r>
            <a:r>
              <a:rPr lang="zh-CN" altLang="en-US" sz="2000" b="1" dirty="0">
                <a:solidFill>
                  <a:schemeClr val="dk1"/>
                </a:solidFill>
                <a:latin typeface="Times New Roman" panose="02020603050405020304" pitchFamily="18" charset="0"/>
                <a:ea typeface="楷体" panose="02010609060101010101" charset="-122"/>
                <a:cs typeface="微软雅黑" panose="020B0503020204020204" charset="-122"/>
              </a:rPr>
              <a:t>。适合于处理</a:t>
            </a:r>
            <a:r>
              <a:rPr lang="zh-CN" altLang="en-US" sz="2000" b="1" dirty="0">
                <a:solidFill>
                  <a:srgbClr val="0070C0"/>
                </a:solidFill>
                <a:latin typeface="Times New Roman" panose="02020603050405020304" pitchFamily="18" charset="0"/>
                <a:ea typeface="楷体" panose="02010609060101010101" charset="-122"/>
                <a:cs typeface="微软雅黑" panose="020B0503020204020204" charset="-122"/>
              </a:rPr>
              <a:t>过程复杂、数据重要的大型复杂系统</a:t>
            </a:r>
            <a:r>
              <a:rPr lang="zh-CN" altLang="en-US" sz="2000" b="1" dirty="0">
                <a:solidFill>
                  <a:schemeClr val="dk1"/>
                </a:solidFill>
                <a:latin typeface="Times New Roman" panose="02020603050405020304" pitchFamily="18" charset="0"/>
                <a:ea typeface="楷体" panose="02010609060101010101" charset="-122"/>
                <a:cs typeface="微软雅黑" panose="020B0503020204020204" charset="-122"/>
              </a:rPr>
              <a:t>。</a:t>
            </a:r>
            <a:r>
              <a:rPr lang="zh-CN" altLang="en-US" sz="2000" b="1" dirty="0">
                <a:solidFill>
                  <a:srgbClr val="FF0000"/>
                </a:solidFill>
                <a:latin typeface="Times New Roman" panose="02020603050405020304" pitchFamily="18" charset="0"/>
                <a:ea typeface="楷体" panose="02010609060101010101" charset="-122"/>
                <a:cs typeface="微软雅黑" panose="020B0503020204020204" charset="-122"/>
              </a:rPr>
              <a:t>一般多采用这种方式进行系统转换。</a:t>
            </a:r>
            <a:endParaRPr lang="zh-CN" altLang="en-US" sz="2400" b="1" dirty="0">
              <a:solidFill>
                <a:srgbClr val="FF0000"/>
              </a:solidFill>
              <a:latin typeface="Times New Roman" panose="02020603050405020304" pitchFamily="18" charset="0"/>
              <a:ea typeface="楷体" panose="02010609060101010101" charset="-122"/>
              <a:cs typeface="微软雅黑" panose="020B0503020204020204" charset="-122"/>
            </a:endParaRPr>
          </a:p>
        </p:txBody>
      </p:sp>
    </p:spTree>
    <p:custDataLst>
      <p:tags r:id="rId1"/>
    </p:custDataLst>
    <p:extLst>
      <p:ext uri="{BB962C8B-B14F-4D97-AF65-F5344CB8AC3E}">
        <p14:creationId xmlns:p14="http://schemas.microsoft.com/office/powerpoint/2010/main" val="15535959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15" r:link="rId16"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17" r:link="rId18"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89090" name="Text Box 2"/>
          <p:cNvSpPr txBox="1"/>
          <p:nvPr/>
        </p:nvSpPr>
        <p:spPr>
          <a:xfrm>
            <a:off x="838200" y="381000"/>
            <a:ext cx="739140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第</a:t>
            </a:r>
            <a:r>
              <a:rPr lang="en-US" altLang="zh-CN" sz="4000" b="1" dirty="0">
                <a:solidFill>
                  <a:schemeClr val="accent1"/>
                </a:solidFill>
                <a:latin typeface="Times New Roman" panose="02020603050405020304" pitchFamily="18" charset="0"/>
                <a:ea typeface="楷体" panose="02010609060101010101" charset="-122"/>
                <a:cs typeface="微软雅黑" panose="020B0503020204020204" charset="-122"/>
              </a:rPr>
              <a:t>3</a:t>
            </a: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节  信息系统转换</a:t>
            </a:r>
          </a:p>
        </p:txBody>
      </p:sp>
      <p:sp>
        <p:nvSpPr>
          <p:cNvPr id="89091" name="Rectangle 3"/>
          <p:cNvSpPr/>
          <p:nvPr>
            <p:custDataLst>
              <p:tags r:id="rId4"/>
            </p:custDataLst>
          </p:nvPr>
        </p:nvSpPr>
        <p:spPr>
          <a:xfrm>
            <a:off x="533400" y="1219200"/>
            <a:ext cx="4092575" cy="52322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spcBef>
                <a:spcPct val="0"/>
              </a:spcBef>
              <a:buClrTx/>
              <a:buSzTx/>
              <a:buFont typeface="Wingdings" pitchFamily="2" charset="2"/>
              <a:buChar char="Ø"/>
            </a:pPr>
            <a:r>
              <a:rPr lang="zh-CN" altLang="en-US" sz="2800" b="1" dirty="0">
                <a:latin typeface="Times New Roman" panose="02020603050405020304" pitchFamily="18" charset="0"/>
                <a:ea typeface="楷体" panose="02010609060101010101" charset="-122"/>
                <a:cs typeface="微软雅黑" panose="020B0503020204020204" charset="-122"/>
              </a:rPr>
              <a:t>系统转换的方式</a:t>
            </a:r>
          </a:p>
        </p:txBody>
      </p:sp>
      <p:sp>
        <p:nvSpPr>
          <p:cNvPr id="2" name="Text Box 3">
            <a:extLst>
              <a:ext uri="{FF2B5EF4-FFF2-40B4-BE49-F238E27FC236}">
                <a16:creationId xmlns:a16="http://schemas.microsoft.com/office/drawing/2014/main" id="{06DA2BAF-528C-9842-0A66-390D8A6807CB}"/>
              </a:ext>
            </a:extLst>
          </p:cNvPr>
          <p:cNvSpPr txBox="1"/>
          <p:nvPr>
            <p:custDataLst>
              <p:tags r:id="rId5"/>
            </p:custDataLst>
          </p:nvPr>
        </p:nvSpPr>
        <p:spPr>
          <a:xfrm>
            <a:off x="838200" y="1866138"/>
            <a:ext cx="7622232" cy="1424109"/>
          </a:xfrm>
          <a:prstGeom prst="rect">
            <a:avLst/>
          </a:prstGeom>
          <a:noFill/>
          <a:ln w="9525">
            <a:noFill/>
          </a:ln>
        </p:spPr>
        <p:txBody>
          <a:bodyPr wrap="squar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lnSpc>
                <a:spcPct val="90000"/>
              </a:lnSpc>
              <a:spcBef>
                <a:spcPts val="1776"/>
              </a:spcBef>
              <a:buClr>
                <a:schemeClr val="tx1"/>
              </a:buClr>
              <a:buSzTx/>
            </a:pPr>
            <a:r>
              <a:rPr lang="zh-CN" altLang="en-US" sz="2400" b="1" dirty="0">
                <a:solidFill>
                  <a:schemeClr val="dk1"/>
                </a:solidFill>
                <a:latin typeface="Times New Roman" panose="02020603050405020304" pitchFamily="18" charset="0"/>
                <a:ea typeface="楷体" panose="02010609060101010101" charset="-122"/>
                <a:cs typeface="微软雅黑" panose="020B0503020204020204" charset="-122"/>
              </a:rPr>
              <a:t>直接转换：在确定新的管理信息系统运行准确无误时，在</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某一时刻终止现行系统</a:t>
            </a:r>
            <a:r>
              <a:rPr lang="zh-CN" altLang="en-US" sz="2400" b="1" dirty="0">
                <a:solidFill>
                  <a:schemeClr val="dk1"/>
                </a:solidFill>
                <a:latin typeface="Times New Roman" panose="02020603050405020304" pitchFamily="18" charset="0"/>
                <a:ea typeface="楷体" panose="02010609060101010101" charset="-122"/>
                <a:cs typeface="微软雅黑" panose="020B0503020204020204" charset="-122"/>
              </a:rPr>
              <a:t>，启用新的管理信息系统。这种转换方式费用低，</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方法简单，但风险大</a:t>
            </a:r>
            <a:r>
              <a:rPr lang="zh-CN" altLang="en-US" sz="2400" b="1" dirty="0">
                <a:solidFill>
                  <a:schemeClr val="dk1"/>
                </a:solidFill>
                <a:latin typeface="Times New Roman" panose="02020603050405020304" pitchFamily="18" charset="0"/>
                <a:ea typeface="楷体" panose="02010609060101010101" charset="-122"/>
                <a:cs typeface="微软雅黑" panose="020B0503020204020204" charset="-122"/>
              </a:rPr>
              <a:t>。适合于处理过程</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不太复杂的小型简单系统</a:t>
            </a:r>
            <a:r>
              <a:rPr lang="zh-CN" altLang="en-US" sz="2400" b="1" dirty="0">
                <a:solidFill>
                  <a:schemeClr val="dk1"/>
                </a:solidFill>
                <a:latin typeface="Times New Roman" panose="02020603050405020304" pitchFamily="18" charset="0"/>
                <a:ea typeface="楷体" panose="02010609060101010101" charset="-122"/>
                <a:cs typeface="微软雅黑" panose="020B0503020204020204" charset="-122"/>
              </a:rPr>
              <a:t>。</a:t>
            </a:r>
            <a:endParaRPr lang="en-US" altLang="zh-CN" sz="2000" b="1" dirty="0">
              <a:solidFill>
                <a:schemeClr val="dk1"/>
              </a:solidFill>
              <a:latin typeface="Times New Roman" panose="02020603050405020304" pitchFamily="18" charset="0"/>
              <a:ea typeface="楷体" panose="02010609060101010101" charset="-122"/>
              <a:cs typeface="微软雅黑" panose="020B0503020204020204" charset="-122"/>
            </a:endParaRPr>
          </a:p>
        </p:txBody>
      </p:sp>
      <p:sp>
        <p:nvSpPr>
          <p:cNvPr id="13" name="Line 16">
            <a:extLst>
              <a:ext uri="{FF2B5EF4-FFF2-40B4-BE49-F238E27FC236}">
                <a16:creationId xmlns:a16="http://schemas.microsoft.com/office/drawing/2014/main" id="{7D8126DD-A5BF-1AED-80B0-8F283D2C7830}"/>
              </a:ext>
            </a:extLst>
          </p:cNvPr>
          <p:cNvSpPr/>
          <p:nvPr>
            <p:custDataLst>
              <p:tags r:id="rId6"/>
            </p:custDataLst>
          </p:nvPr>
        </p:nvSpPr>
        <p:spPr>
          <a:xfrm>
            <a:off x="1390565" y="4519017"/>
            <a:ext cx="6781800" cy="0"/>
          </a:xfrm>
          <a:prstGeom prst="line">
            <a:avLst/>
          </a:prstGeom>
          <a:ln w="9525" cap="flat" cmpd="sng">
            <a:solidFill>
              <a:schemeClr val="folHlink"/>
            </a:solidFill>
            <a:prstDash val="solid"/>
            <a:headEnd type="none" w="med" len="med"/>
            <a:tailEnd type="none" w="med" len="med"/>
          </a:ln>
        </p:spPr>
      </p:sp>
      <p:sp>
        <p:nvSpPr>
          <p:cNvPr id="14" name="Line 17">
            <a:extLst>
              <a:ext uri="{FF2B5EF4-FFF2-40B4-BE49-F238E27FC236}">
                <a16:creationId xmlns:a16="http://schemas.microsoft.com/office/drawing/2014/main" id="{6A45D30C-861A-4A3B-5A1E-814421A44130}"/>
              </a:ext>
            </a:extLst>
          </p:cNvPr>
          <p:cNvSpPr/>
          <p:nvPr>
            <p:custDataLst>
              <p:tags r:id="rId7"/>
            </p:custDataLst>
          </p:nvPr>
        </p:nvSpPr>
        <p:spPr>
          <a:xfrm>
            <a:off x="4781465" y="4519017"/>
            <a:ext cx="0" cy="638175"/>
          </a:xfrm>
          <a:prstGeom prst="line">
            <a:avLst/>
          </a:prstGeom>
          <a:ln w="9525" cap="flat" cmpd="sng">
            <a:solidFill>
              <a:schemeClr val="folHlink"/>
            </a:solidFill>
            <a:prstDash val="solid"/>
            <a:headEnd type="none" w="med" len="med"/>
            <a:tailEnd type="none" w="med" len="med"/>
          </a:ln>
        </p:spPr>
      </p:sp>
      <p:sp>
        <p:nvSpPr>
          <p:cNvPr id="15" name="Line 18">
            <a:extLst>
              <a:ext uri="{FF2B5EF4-FFF2-40B4-BE49-F238E27FC236}">
                <a16:creationId xmlns:a16="http://schemas.microsoft.com/office/drawing/2014/main" id="{9E6128D8-930B-6633-6ADA-E60E2C424BF5}"/>
              </a:ext>
            </a:extLst>
          </p:cNvPr>
          <p:cNvSpPr/>
          <p:nvPr>
            <p:custDataLst>
              <p:tags r:id="rId8"/>
            </p:custDataLst>
          </p:nvPr>
        </p:nvSpPr>
        <p:spPr>
          <a:xfrm>
            <a:off x="1390565" y="4942880"/>
            <a:ext cx="3390900" cy="0"/>
          </a:xfrm>
          <a:prstGeom prst="line">
            <a:avLst/>
          </a:prstGeom>
          <a:ln w="19050" cap="flat" cmpd="sng">
            <a:solidFill>
              <a:schemeClr val="folHlink"/>
            </a:solidFill>
            <a:prstDash val="solid"/>
            <a:headEnd type="none" w="med" len="med"/>
            <a:tailEnd type="triangle" w="lg" len="med"/>
          </a:ln>
        </p:spPr>
      </p:sp>
      <p:sp>
        <p:nvSpPr>
          <p:cNvPr id="16" name="Text Box 19">
            <a:extLst>
              <a:ext uri="{FF2B5EF4-FFF2-40B4-BE49-F238E27FC236}">
                <a16:creationId xmlns:a16="http://schemas.microsoft.com/office/drawing/2014/main" id="{49801840-CA1C-2B7A-8FBD-37F196A17492}"/>
              </a:ext>
            </a:extLst>
          </p:cNvPr>
          <p:cNvSpPr txBox="1"/>
          <p:nvPr>
            <p:custDataLst>
              <p:tags r:id="rId9"/>
            </p:custDataLst>
          </p:nvPr>
        </p:nvSpPr>
        <p:spPr>
          <a:xfrm>
            <a:off x="2079540" y="4528542"/>
            <a:ext cx="1825625" cy="481013"/>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just">
              <a:spcBef>
                <a:spcPct val="0"/>
              </a:spcBef>
              <a:buClrTx/>
              <a:buSzTx/>
              <a:buFontTx/>
              <a:buNone/>
            </a:pPr>
            <a:r>
              <a:rPr lang="zh-CN" altLang="en-US" sz="2400" b="1" dirty="0">
                <a:solidFill>
                  <a:schemeClr val="dk1"/>
                </a:solidFill>
                <a:latin typeface="Times New Roman" panose="02020603050405020304" pitchFamily="18" charset="0"/>
                <a:ea typeface="楷体" panose="02010609060101010101" charset="-122"/>
              </a:rPr>
              <a:t>旧系统运行</a:t>
            </a:r>
          </a:p>
        </p:txBody>
      </p:sp>
      <p:sp>
        <p:nvSpPr>
          <p:cNvPr id="17" name="Line 20">
            <a:extLst>
              <a:ext uri="{FF2B5EF4-FFF2-40B4-BE49-F238E27FC236}">
                <a16:creationId xmlns:a16="http://schemas.microsoft.com/office/drawing/2014/main" id="{50558A7A-0A45-18E8-1318-AD72CE3D48FF}"/>
              </a:ext>
            </a:extLst>
          </p:cNvPr>
          <p:cNvSpPr/>
          <p:nvPr>
            <p:custDataLst>
              <p:tags r:id="rId10"/>
            </p:custDataLst>
          </p:nvPr>
        </p:nvSpPr>
        <p:spPr>
          <a:xfrm>
            <a:off x="4781465" y="4942880"/>
            <a:ext cx="3390900" cy="0"/>
          </a:xfrm>
          <a:prstGeom prst="line">
            <a:avLst/>
          </a:prstGeom>
          <a:ln w="19050" cap="flat" cmpd="sng">
            <a:solidFill>
              <a:schemeClr val="folHlink"/>
            </a:solidFill>
            <a:prstDash val="solid"/>
            <a:headEnd type="none" w="med" len="med"/>
            <a:tailEnd type="triangle" w="lg" len="med"/>
          </a:ln>
        </p:spPr>
      </p:sp>
      <p:sp>
        <p:nvSpPr>
          <p:cNvPr id="18" name="Text Box 21">
            <a:extLst>
              <a:ext uri="{FF2B5EF4-FFF2-40B4-BE49-F238E27FC236}">
                <a16:creationId xmlns:a16="http://schemas.microsoft.com/office/drawing/2014/main" id="{55BAF151-F54E-09E2-57F5-48772B23863F}"/>
              </a:ext>
            </a:extLst>
          </p:cNvPr>
          <p:cNvSpPr txBox="1"/>
          <p:nvPr>
            <p:custDataLst>
              <p:tags r:id="rId11"/>
            </p:custDataLst>
          </p:nvPr>
        </p:nvSpPr>
        <p:spPr>
          <a:xfrm>
            <a:off x="5733965" y="4528542"/>
            <a:ext cx="2057400" cy="557213"/>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just">
              <a:spcBef>
                <a:spcPct val="0"/>
              </a:spcBef>
              <a:buClrTx/>
              <a:buSzTx/>
              <a:buFontTx/>
              <a:buNone/>
            </a:pPr>
            <a:r>
              <a:rPr lang="zh-CN" altLang="en-US" sz="2400" b="1" dirty="0">
                <a:solidFill>
                  <a:schemeClr val="dk1"/>
                </a:solidFill>
                <a:latin typeface="Times New Roman" panose="02020603050405020304" pitchFamily="18" charset="0"/>
                <a:ea typeface="楷体" panose="02010609060101010101" charset="-122"/>
              </a:rPr>
              <a:t>新系统运行</a:t>
            </a:r>
          </a:p>
        </p:txBody>
      </p:sp>
      <p:sp>
        <p:nvSpPr>
          <p:cNvPr id="19" name="Line 22">
            <a:extLst>
              <a:ext uri="{FF2B5EF4-FFF2-40B4-BE49-F238E27FC236}">
                <a16:creationId xmlns:a16="http://schemas.microsoft.com/office/drawing/2014/main" id="{66EE4270-9D1E-F59E-F533-8023D66D8931}"/>
              </a:ext>
            </a:extLst>
          </p:cNvPr>
          <p:cNvSpPr/>
          <p:nvPr>
            <p:custDataLst>
              <p:tags r:id="rId12"/>
            </p:custDataLst>
          </p:nvPr>
        </p:nvSpPr>
        <p:spPr>
          <a:xfrm>
            <a:off x="4781465" y="4098330"/>
            <a:ext cx="0" cy="420687"/>
          </a:xfrm>
          <a:prstGeom prst="line">
            <a:avLst/>
          </a:prstGeom>
          <a:ln w="19050" cap="flat" cmpd="sng">
            <a:solidFill>
              <a:schemeClr val="folHlink"/>
            </a:solidFill>
            <a:prstDash val="solid"/>
            <a:headEnd type="none" w="med" len="med"/>
            <a:tailEnd type="triangle" w="lg" len="med"/>
          </a:ln>
        </p:spPr>
      </p:sp>
      <p:sp>
        <p:nvSpPr>
          <p:cNvPr id="20" name="Text Box 23">
            <a:extLst>
              <a:ext uri="{FF2B5EF4-FFF2-40B4-BE49-F238E27FC236}">
                <a16:creationId xmlns:a16="http://schemas.microsoft.com/office/drawing/2014/main" id="{C26C9C58-4259-B60A-EDC9-B8249F025A48}"/>
              </a:ext>
            </a:extLst>
          </p:cNvPr>
          <p:cNvSpPr txBox="1"/>
          <p:nvPr>
            <p:custDataLst>
              <p:tags r:id="rId13"/>
            </p:custDataLst>
          </p:nvPr>
        </p:nvSpPr>
        <p:spPr>
          <a:xfrm>
            <a:off x="4209965" y="3461742"/>
            <a:ext cx="1116013" cy="636588"/>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just">
              <a:spcBef>
                <a:spcPct val="0"/>
              </a:spcBef>
              <a:buClrTx/>
              <a:buSzTx/>
              <a:buFontTx/>
              <a:buNone/>
            </a:pPr>
            <a:r>
              <a:rPr lang="zh-CN" altLang="en-US" sz="2400" b="1" dirty="0">
                <a:solidFill>
                  <a:schemeClr val="dk1"/>
                </a:solidFill>
                <a:latin typeface="Times New Roman" panose="02020603050405020304" pitchFamily="18" charset="0"/>
                <a:ea typeface="楷体" panose="02010609060101010101" charset="-122"/>
              </a:rPr>
              <a:t>转换点</a:t>
            </a:r>
          </a:p>
        </p:txBody>
      </p:sp>
    </p:spTree>
    <p:custDataLst>
      <p:tags r:id="rId1"/>
    </p:custDataLst>
    <p:extLst>
      <p:ext uri="{BB962C8B-B14F-4D97-AF65-F5344CB8AC3E}">
        <p14:creationId xmlns:p14="http://schemas.microsoft.com/office/powerpoint/2010/main" val="10011900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16" r:link="rId17"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18" r:link="rId19"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89090" name="Text Box 2"/>
          <p:cNvSpPr txBox="1"/>
          <p:nvPr/>
        </p:nvSpPr>
        <p:spPr>
          <a:xfrm>
            <a:off x="838200" y="381000"/>
            <a:ext cx="739140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第</a:t>
            </a:r>
            <a:r>
              <a:rPr lang="en-US" altLang="zh-CN" sz="4000" b="1" dirty="0">
                <a:solidFill>
                  <a:schemeClr val="accent1"/>
                </a:solidFill>
                <a:latin typeface="Times New Roman" panose="02020603050405020304" pitchFamily="18" charset="0"/>
                <a:ea typeface="楷体" panose="02010609060101010101" charset="-122"/>
                <a:cs typeface="微软雅黑" panose="020B0503020204020204" charset="-122"/>
              </a:rPr>
              <a:t>3</a:t>
            </a: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节  信息系统转换</a:t>
            </a:r>
          </a:p>
        </p:txBody>
      </p:sp>
      <p:sp>
        <p:nvSpPr>
          <p:cNvPr id="89091" name="Rectangle 3"/>
          <p:cNvSpPr/>
          <p:nvPr>
            <p:custDataLst>
              <p:tags r:id="rId4"/>
            </p:custDataLst>
          </p:nvPr>
        </p:nvSpPr>
        <p:spPr>
          <a:xfrm>
            <a:off x="533400" y="1219200"/>
            <a:ext cx="4092575" cy="52322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spcBef>
                <a:spcPct val="0"/>
              </a:spcBef>
              <a:buClrTx/>
              <a:buSzTx/>
              <a:buFont typeface="Wingdings" pitchFamily="2" charset="2"/>
              <a:buChar char="Ø"/>
            </a:pPr>
            <a:r>
              <a:rPr lang="zh-CN" altLang="en-US" sz="2800" b="1" dirty="0">
                <a:latin typeface="Times New Roman" panose="02020603050405020304" pitchFamily="18" charset="0"/>
                <a:ea typeface="楷体" panose="02010609060101010101" charset="-122"/>
                <a:cs typeface="微软雅黑" panose="020B0503020204020204" charset="-122"/>
              </a:rPr>
              <a:t>系统转换的方式</a:t>
            </a:r>
          </a:p>
        </p:txBody>
      </p:sp>
      <p:sp>
        <p:nvSpPr>
          <p:cNvPr id="2" name="Text Box 3">
            <a:extLst>
              <a:ext uri="{FF2B5EF4-FFF2-40B4-BE49-F238E27FC236}">
                <a16:creationId xmlns:a16="http://schemas.microsoft.com/office/drawing/2014/main" id="{06DA2BAF-528C-9842-0A66-390D8A6807CB}"/>
              </a:ext>
            </a:extLst>
          </p:cNvPr>
          <p:cNvSpPr txBox="1"/>
          <p:nvPr>
            <p:custDataLst>
              <p:tags r:id="rId5"/>
            </p:custDataLst>
          </p:nvPr>
        </p:nvSpPr>
        <p:spPr>
          <a:xfrm>
            <a:off x="838200" y="1866138"/>
            <a:ext cx="7622232" cy="1756508"/>
          </a:xfrm>
          <a:prstGeom prst="rect">
            <a:avLst/>
          </a:prstGeom>
          <a:noFill/>
          <a:ln w="9525">
            <a:noFill/>
          </a:ln>
        </p:spPr>
        <p:txBody>
          <a:bodyPr wrap="squar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lnSpc>
                <a:spcPct val="90000"/>
              </a:lnSpc>
              <a:spcBef>
                <a:spcPts val="1776"/>
              </a:spcBef>
              <a:buClr>
                <a:schemeClr val="tx1"/>
              </a:buClr>
              <a:buSzTx/>
            </a:pPr>
            <a:r>
              <a:rPr lang="zh-CN" altLang="en-US" sz="2400" b="1" dirty="0">
                <a:solidFill>
                  <a:schemeClr val="dk1"/>
                </a:solidFill>
                <a:latin typeface="Times New Roman" panose="02020603050405020304" pitchFamily="18" charset="0"/>
                <a:ea typeface="楷体" panose="02010609060101010101" charset="-122"/>
                <a:cs typeface="微软雅黑" panose="020B0503020204020204" charset="-122"/>
              </a:rPr>
              <a:t>并行转换：新的管理信息系统和现行系统</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并行工作一段时间</a:t>
            </a:r>
            <a:r>
              <a:rPr lang="zh-CN" altLang="en-US" sz="2400" b="1" dirty="0">
                <a:solidFill>
                  <a:schemeClr val="dk1"/>
                </a:solidFill>
                <a:latin typeface="Times New Roman" panose="02020603050405020304" pitchFamily="18" charset="0"/>
                <a:ea typeface="楷体" panose="02010609060101010101" charset="-122"/>
                <a:cs typeface="微软雅黑" panose="020B0503020204020204" charset="-122"/>
              </a:rPr>
              <a:t>，在新的管理信息系统运行准确无误时，替代现行系统。这种转换方式有利于</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减轻管理人员心理压力、安全性较好，但费用高</a:t>
            </a:r>
            <a:r>
              <a:rPr lang="zh-CN" altLang="en-US" sz="2400" b="1" dirty="0">
                <a:solidFill>
                  <a:schemeClr val="dk1"/>
                </a:solidFill>
                <a:latin typeface="Times New Roman" panose="02020603050405020304" pitchFamily="18" charset="0"/>
                <a:ea typeface="楷体" panose="02010609060101010101" charset="-122"/>
                <a:cs typeface="微软雅黑" panose="020B0503020204020204" charset="-122"/>
              </a:rPr>
              <a:t>，两个系统的数据一般不具备可比性。适合于处理</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过程复杂、数据重要的系统</a:t>
            </a:r>
            <a:r>
              <a:rPr lang="zh-CN" altLang="en-US" sz="2400" b="1" dirty="0">
                <a:solidFill>
                  <a:schemeClr val="dk1"/>
                </a:solidFill>
                <a:latin typeface="Times New Roman" panose="02020603050405020304" pitchFamily="18" charset="0"/>
                <a:ea typeface="楷体" panose="02010609060101010101" charset="-122"/>
                <a:cs typeface="微软雅黑" panose="020B0503020204020204" charset="-122"/>
              </a:rPr>
              <a:t>。</a:t>
            </a:r>
            <a:endParaRPr lang="en-US" altLang="zh-CN" sz="2000" b="1" dirty="0">
              <a:solidFill>
                <a:schemeClr val="dk1"/>
              </a:solidFill>
              <a:latin typeface="Times New Roman" panose="02020603050405020304" pitchFamily="18" charset="0"/>
              <a:ea typeface="楷体" panose="02010609060101010101" charset="-122"/>
              <a:cs typeface="微软雅黑" panose="020B0503020204020204" charset="-122"/>
            </a:endParaRPr>
          </a:p>
        </p:txBody>
      </p:sp>
      <p:sp>
        <p:nvSpPr>
          <p:cNvPr id="3" name="Rectangle 2">
            <a:extLst>
              <a:ext uri="{FF2B5EF4-FFF2-40B4-BE49-F238E27FC236}">
                <a16:creationId xmlns:a16="http://schemas.microsoft.com/office/drawing/2014/main" id="{CE50AEF1-4D1C-5A32-2A86-DF71F4FA889A}"/>
              </a:ext>
            </a:extLst>
          </p:cNvPr>
          <p:cNvSpPr/>
          <p:nvPr/>
        </p:nvSpPr>
        <p:spPr>
          <a:xfrm>
            <a:off x="1221432" y="4077072"/>
            <a:ext cx="7239000" cy="1981200"/>
          </a:xfrm>
          <a:prstGeom prst="rect">
            <a:avLst/>
          </a:prstGeom>
          <a:no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zh-CN" sz="2400" b="1" dirty="0">
              <a:solidFill>
                <a:srgbClr val="0000FF"/>
              </a:solidFill>
              <a:latin typeface="微软雅黑" panose="020B0503020204020204" charset="-122"/>
              <a:ea typeface="微软雅黑" panose="020B0503020204020204" charset="-122"/>
            </a:endParaRPr>
          </a:p>
        </p:txBody>
      </p:sp>
      <p:sp>
        <p:nvSpPr>
          <p:cNvPr id="4" name="Line 4">
            <a:extLst>
              <a:ext uri="{FF2B5EF4-FFF2-40B4-BE49-F238E27FC236}">
                <a16:creationId xmlns:a16="http://schemas.microsoft.com/office/drawing/2014/main" id="{ABE83CDE-2E32-DD1A-A5AF-B3719BF33DC6}"/>
              </a:ext>
            </a:extLst>
          </p:cNvPr>
          <p:cNvSpPr/>
          <p:nvPr>
            <p:custDataLst>
              <p:tags r:id="rId6"/>
            </p:custDataLst>
          </p:nvPr>
        </p:nvSpPr>
        <p:spPr>
          <a:xfrm>
            <a:off x="1754832" y="4939085"/>
            <a:ext cx="6705600" cy="0"/>
          </a:xfrm>
          <a:prstGeom prst="line">
            <a:avLst/>
          </a:prstGeom>
          <a:ln w="9525" cap="flat" cmpd="sng">
            <a:solidFill>
              <a:schemeClr val="folHlink"/>
            </a:solidFill>
            <a:prstDash val="solid"/>
            <a:headEnd type="none" w="med" len="med"/>
            <a:tailEnd type="none" w="med" len="med"/>
          </a:ln>
        </p:spPr>
      </p:sp>
      <p:sp>
        <p:nvSpPr>
          <p:cNvPr id="5" name="Line 5">
            <a:extLst>
              <a:ext uri="{FF2B5EF4-FFF2-40B4-BE49-F238E27FC236}">
                <a16:creationId xmlns:a16="http://schemas.microsoft.com/office/drawing/2014/main" id="{6045744B-B8F6-C620-9D27-4494629EFCF6}"/>
              </a:ext>
            </a:extLst>
          </p:cNvPr>
          <p:cNvSpPr/>
          <p:nvPr>
            <p:custDataLst>
              <p:tags r:id="rId7"/>
            </p:custDataLst>
          </p:nvPr>
        </p:nvSpPr>
        <p:spPr>
          <a:xfrm>
            <a:off x="6128395" y="4343772"/>
            <a:ext cx="0" cy="1041400"/>
          </a:xfrm>
          <a:prstGeom prst="line">
            <a:avLst/>
          </a:prstGeom>
          <a:ln w="9525" cap="flat" cmpd="sng">
            <a:solidFill>
              <a:schemeClr val="folHlink"/>
            </a:solidFill>
            <a:prstDash val="solid"/>
            <a:headEnd type="none" w="med" len="med"/>
            <a:tailEnd type="none" w="med" len="med"/>
          </a:ln>
        </p:spPr>
      </p:sp>
      <p:sp>
        <p:nvSpPr>
          <p:cNvPr id="8" name="Line 6">
            <a:extLst>
              <a:ext uri="{FF2B5EF4-FFF2-40B4-BE49-F238E27FC236}">
                <a16:creationId xmlns:a16="http://schemas.microsoft.com/office/drawing/2014/main" id="{EE033F81-06C8-C2DA-D3B2-8FD3AAB50A34}"/>
              </a:ext>
            </a:extLst>
          </p:cNvPr>
          <p:cNvSpPr/>
          <p:nvPr>
            <p:custDataLst>
              <p:tags r:id="rId8"/>
            </p:custDataLst>
          </p:nvPr>
        </p:nvSpPr>
        <p:spPr>
          <a:xfrm>
            <a:off x="3796357" y="4343772"/>
            <a:ext cx="0" cy="1485900"/>
          </a:xfrm>
          <a:prstGeom prst="line">
            <a:avLst/>
          </a:prstGeom>
          <a:ln w="9525" cap="flat" cmpd="sng">
            <a:solidFill>
              <a:schemeClr val="folHlink"/>
            </a:solidFill>
            <a:prstDash val="solid"/>
            <a:headEnd type="none" w="med" len="med"/>
            <a:tailEnd type="none" w="med" len="med"/>
          </a:ln>
        </p:spPr>
      </p:sp>
      <p:sp>
        <p:nvSpPr>
          <p:cNvPr id="9" name="Line 7">
            <a:extLst>
              <a:ext uri="{FF2B5EF4-FFF2-40B4-BE49-F238E27FC236}">
                <a16:creationId xmlns:a16="http://schemas.microsoft.com/office/drawing/2014/main" id="{CB590B13-CAD7-1475-2559-CF1362730C66}"/>
              </a:ext>
            </a:extLst>
          </p:cNvPr>
          <p:cNvSpPr/>
          <p:nvPr>
            <p:custDataLst>
              <p:tags r:id="rId9"/>
            </p:custDataLst>
          </p:nvPr>
        </p:nvSpPr>
        <p:spPr>
          <a:xfrm>
            <a:off x="1754832" y="5237535"/>
            <a:ext cx="4373563" cy="0"/>
          </a:xfrm>
          <a:prstGeom prst="line">
            <a:avLst/>
          </a:prstGeom>
          <a:ln w="19050" cap="flat" cmpd="sng">
            <a:solidFill>
              <a:schemeClr val="folHlink"/>
            </a:solidFill>
            <a:prstDash val="solid"/>
            <a:headEnd type="none" w="med" len="med"/>
            <a:tailEnd type="triangle" w="lg" len="med"/>
          </a:ln>
        </p:spPr>
      </p:sp>
      <p:sp>
        <p:nvSpPr>
          <p:cNvPr id="10" name="Text Box 8">
            <a:extLst>
              <a:ext uri="{FF2B5EF4-FFF2-40B4-BE49-F238E27FC236}">
                <a16:creationId xmlns:a16="http://schemas.microsoft.com/office/drawing/2014/main" id="{23BDFA57-0649-FD8C-8ACE-C6A9F26216F2}"/>
              </a:ext>
            </a:extLst>
          </p:cNvPr>
          <p:cNvSpPr txBox="1"/>
          <p:nvPr>
            <p:custDataLst>
              <p:tags r:id="rId10"/>
            </p:custDataLst>
          </p:nvPr>
        </p:nvSpPr>
        <p:spPr>
          <a:xfrm>
            <a:off x="2629545" y="5086722"/>
            <a:ext cx="1716087" cy="447675"/>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just">
              <a:spcBef>
                <a:spcPct val="0"/>
              </a:spcBef>
              <a:buClrTx/>
              <a:buSzTx/>
              <a:buFontTx/>
              <a:buNone/>
            </a:pPr>
            <a:r>
              <a:rPr lang="zh-CN" altLang="en-US" sz="2400" b="1" dirty="0">
                <a:solidFill>
                  <a:schemeClr val="dk1"/>
                </a:solidFill>
                <a:latin typeface="Times New Roman" panose="02020603050405020304" pitchFamily="18" charset="0"/>
                <a:ea typeface="楷体" panose="02010609060101010101" charset="-122"/>
              </a:rPr>
              <a:t>旧系统运行</a:t>
            </a:r>
          </a:p>
        </p:txBody>
      </p:sp>
      <p:sp>
        <p:nvSpPr>
          <p:cNvPr id="11" name="Line 9">
            <a:extLst>
              <a:ext uri="{FF2B5EF4-FFF2-40B4-BE49-F238E27FC236}">
                <a16:creationId xmlns:a16="http://schemas.microsoft.com/office/drawing/2014/main" id="{20F7BEF9-90F5-D63B-88B1-63F08C8F703C}"/>
              </a:ext>
            </a:extLst>
          </p:cNvPr>
          <p:cNvSpPr/>
          <p:nvPr>
            <p:custDataLst>
              <p:tags r:id="rId11"/>
            </p:custDataLst>
          </p:nvPr>
        </p:nvSpPr>
        <p:spPr>
          <a:xfrm>
            <a:off x="3796357" y="5682035"/>
            <a:ext cx="4659313" cy="0"/>
          </a:xfrm>
          <a:prstGeom prst="line">
            <a:avLst/>
          </a:prstGeom>
          <a:ln w="19050" cap="flat" cmpd="sng">
            <a:solidFill>
              <a:schemeClr val="folHlink"/>
            </a:solidFill>
            <a:prstDash val="solid"/>
            <a:headEnd type="none" w="med" len="med"/>
            <a:tailEnd type="triangle" w="lg" len="med"/>
          </a:ln>
        </p:spPr>
      </p:sp>
      <p:sp>
        <p:nvSpPr>
          <p:cNvPr id="12" name="Text Box 10">
            <a:extLst>
              <a:ext uri="{FF2B5EF4-FFF2-40B4-BE49-F238E27FC236}">
                <a16:creationId xmlns:a16="http://schemas.microsoft.com/office/drawing/2014/main" id="{CDF8BED8-903C-0A4C-45AD-DAE48B1EE1A4}"/>
              </a:ext>
            </a:extLst>
          </p:cNvPr>
          <p:cNvSpPr txBox="1"/>
          <p:nvPr>
            <p:custDataLst>
              <p:tags r:id="rId12"/>
            </p:custDataLst>
          </p:nvPr>
        </p:nvSpPr>
        <p:spPr>
          <a:xfrm>
            <a:off x="5253682" y="5385172"/>
            <a:ext cx="1758950" cy="444500"/>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a:spcBef>
                <a:spcPct val="0"/>
              </a:spcBef>
              <a:buClrTx/>
              <a:buSzTx/>
              <a:buFontTx/>
              <a:buNone/>
            </a:pPr>
            <a:r>
              <a:rPr lang="zh-CN" altLang="en-US" sz="2400" b="1" dirty="0">
                <a:solidFill>
                  <a:schemeClr val="dk1"/>
                </a:solidFill>
                <a:latin typeface="Times New Roman" panose="02020603050405020304" pitchFamily="18" charset="0"/>
                <a:ea typeface="楷体" panose="02010609060101010101" charset="-122"/>
              </a:rPr>
              <a:t>新系统运行</a:t>
            </a:r>
          </a:p>
        </p:txBody>
      </p:sp>
      <p:sp>
        <p:nvSpPr>
          <p:cNvPr id="13" name="Line 11">
            <a:extLst>
              <a:ext uri="{FF2B5EF4-FFF2-40B4-BE49-F238E27FC236}">
                <a16:creationId xmlns:a16="http://schemas.microsoft.com/office/drawing/2014/main" id="{1CB26161-A922-7AB7-0212-4F8F40C29D44}"/>
              </a:ext>
            </a:extLst>
          </p:cNvPr>
          <p:cNvSpPr/>
          <p:nvPr>
            <p:custDataLst>
              <p:tags r:id="rId13"/>
            </p:custDataLst>
          </p:nvPr>
        </p:nvSpPr>
        <p:spPr>
          <a:xfrm flipV="1">
            <a:off x="3812232" y="4643810"/>
            <a:ext cx="2316163" cy="4762"/>
          </a:xfrm>
          <a:prstGeom prst="line">
            <a:avLst/>
          </a:prstGeom>
          <a:ln w="22225" cap="flat" cmpd="sng">
            <a:solidFill>
              <a:schemeClr val="folHlink"/>
            </a:solidFill>
            <a:prstDash val="solid"/>
            <a:headEnd type="triangle" w="lg" len="med"/>
            <a:tailEnd type="triangle" w="lg" len="med"/>
          </a:ln>
        </p:spPr>
      </p:sp>
      <p:sp>
        <p:nvSpPr>
          <p:cNvPr id="14" name="Text Box 12">
            <a:extLst>
              <a:ext uri="{FF2B5EF4-FFF2-40B4-BE49-F238E27FC236}">
                <a16:creationId xmlns:a16="http://schemas.microsoft.com/office/drawing/2014/main" id="{D41CFD98-33E4-8F54-52A6-32B71184B1C6}"/>
              </a:ext>
            </a:extLst>
          </p:cNvPr>
          <p:cNvSpPr txBox="1"/>
          <p:nvPr>
            <p:custDataLst>
              <p:tags r:id="rId14"/>
            </p:custDataLst>
          </p:nvPr>
        </p:nvSpPr>
        <p:spPr>
          <a:xfrm>
            <a:off x="4391670" y="4348535"/>
            <a:ext cx="1325562" cy="446087"/>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a:spcBef>
                <a:spcPct val="0"/>
              </a:spcBef>
              <a:buClrTx/>
              <a:buSzTx/>
              <a:buFontTx/>
              <a:buNone/>
            </a:pPr>
            <a:r>
              <a:rPr lang="zh-CN" altLang="en-US" sz="2400" b="1" dirty="0">
                <a:solidFill>
                  <a:schemeClr val="dk1"/>
                </a:solidFill>
                <a:latin typeface="Times New Roman" panose="02020603050405020304" pitchFamily="18" charset="0"/>
                <a:ea typeface="楷体" panose="02010609060101010101" charset="-122"/>
              </a:rPr>
              <a:t>转换期</a:t>
            </a:r>
          </a:p>
        </p:txBody>
      </p:sp>
    </p:spTree>
    <p:custDataLst>
      <p:tags r:id="rId1"/>
    </p:custDataLst>
    <p:extLst>
      <p:ext uri="{BB962C8B-B14F-4D97-AF65-F5344CB8AC3E}">
        <p14:creationId xmlns:p14="http://schemas.microsoft.com/office/powerpoint/2010/main" val="13551596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8" r:link="rId9"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10" r:link="rId11"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89090" name="Text Box 2"/>
          <p:cNvSpPr txBox="1"/>
          <p:nvPr/>
        </p:nvSpPr>
        <p:spPr>
          <a:xfrm>
            <a:off x="838200" y="381000"/>
            <a:ext cx="739140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第</a:t>
            </a:r>
            <a:r>
              <a:rPr lang="en-US" altLang="zh-CN" sz="4000" b="1" dirty="0">
                <a:solidFill>
                  <a:schemeClr val="accent1"/>
                </a:solidFill>
                <a:latin typeface="Times New Roman" panose="02020603050405020304" pitchFamily="18" charset="0"/>
                <a:ea typeface="楷体" panose="02010609060101010101" charset="-122"/>
                <a:cs typeface="微软雅黑" panose="020B0503020204020204" charset="-122"/>
              </a:rPr>
              <a:t>3</a:t>
            </a: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节  信息系统转换</a:t>
            </a:r>
          </a:p>
        </p:txBody>
      </p:sp>
      <p:sp>
        <p:nvSpPr>
          <p:cNvPr id="89091" name="Rectangle 3"/>
          <p:cNvSpPr/>
          <p:nvPr>
            <p:custDataLst>
              <p:tags r:id="rId4"/>
            </p:custDataLst>
          </p:nvPr>
        </p:nvSpPr>
        <p:spPr>
          <a:xfrm>
            <a:off x="533400" y="1219200"/>
            <a:ext cx="4092575" cy="52322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spcBef>
                <a:spcPct val="0"/>
              </a:spcBef>
              <a:buClrTx/>
              <a:buSzTx/>
              <a:buFont typeface="Wingdings" pitchFamily="2" charset="2"/>
              <a:buChar char="Ø"/>
            </a:pPr>
            <a:r>
              <a:rPr lang="zh-CN" altLang="en-US" sz="2800" b="1" dirty="0">
                <a:latin typeface="Times New Roman" panose="02020603050405020304" pitchFamily="18" charset="0"/>
                <a:ea typeface="楷体" panose="02010609060101010101" charset="-122"/>
                <a:cs typeface="微软雅黑" panose="020B0503020204020204" charset="-122"/>
              </a:rPr>
              <a:t>系统转换的方式</a:t>
            </a:r>
          </a:p>
        </p:txBody>
      </p:sp>
      <p:sp>
        <p:nvSpPr>
          <p:cNvPr id="2" name="Text Box 3">
            <a:extLst>
              <a:ext uri="{FF2B5EF4-FFF2-40B4-BE49-F238E27FC236}">
                <a16:creationId xmlns:a16="http://schemas.microsoft.com/office/drawing/2014/main" id="{06DA2BAF-528C-9842-0A66-390D8A6807CB}"/>
              </a:ext>
            </a:extLst>
          </p:cNvPr>
          <p:cNvSpPr txBox="1"/>
          <p:nvPr>
            <p:custDataLst>
              <p:tags r:id="rId5"/>
            </p:custDataLst>
          </p:nvPr>
        </p:nvSpPr>
        <p:spPr>
          <a:xfrm>
            <a:off x="838200" y="1866138"/>
            <a:ext cx="7622232" cy="1756508"/>
          </a:xfrm>
          <a:prstGeom prst="rect">
            <a:avLst/>
          </a:prstGeom>
          <a:noFill/>
          <a:ln w="9525">
            <a:noFill/>
          </a:ln>
        </p:spPr>
        <p:txBody>
          <a:bodyPr wrap="squar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lnSpc>
                <a:spcPct val="90000"/>
              </a:lnSpc>
              <a:spcBef>
                <a:spcPts val="1776"/>
              </a:spcBef>
              <a:buClr>
                <a:schemeClr val="tx1"/>
              </a:buClr>
              <a:buSzTx/>
            </a:pPr>
            <a:r>
              <a:rPr lang="zh-CN" altLang="en-US" sz="2400" b="1" dirty="0">
                <a:solidFill>
                  <a:schemeClr val="dk1"/>
                </a:solidFill>
                <a:latin typeface="Times New Roman" panose="02020603050405020304" pitchFamily="18" charset="0"/>
                <a:ea typeface="楷体" panose="02010609060101010101" charset="-122"/>
                <a:cs typeface="微软雅黑" panose="020B0503020204020204" charset="-122"/>
              </a:rPr>
              <a:t>分段转换：</a:t>
            </a:r>
            <a:r>
              <a:rPr lang="zh-CN" altLang="en-US" sz="2400" b="1" dirty="0">
                <a:latin typeface="Times New Roman" panose="02020603050405020304" pitchFamily="18" charset="0"/>
                <a:ea typeface="楷体" panose="02010609060101010101" charset="-122"/>
                <a:cs typeface="微软雅黑" panose="020B0503020204020204" charset="-122"/>
              </a:rPr>
              <a:t>直接转换和并行转换的结合，</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分阶段</a:t>
            </a:r>
            <a:r>
              <a:rPr lang="zh-CN" altLang="en-US" sz="2400" b="1" dirty="0">
                <a:latin typeface="Times New Roman" panose="02020603050405020304" pitchFamily="18" charset="0"/>
                <a:ea typeface="楷体" panose="02010609060101010101" charset="-122"/>
                <a:cs typeface="微软雅黑" panose="020B0503020204020204" charset="-122"/>
              </a:rPr>
              <a:t>将新的管理信息系统的</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各个子系统替代现行系统</a:t>
            </a:r>
            <a:r>
              <a:rPr lang="zh-CN" altLang="en-US" sz="2400" b="1" dirty="0">
                <a:solidFill>
                  <a:schemeClr val="dk1"/>
                </a:solidFill>
                <a:latin typeface="Times New Roman" panose="02020603050405020304" pitchFamily="18" charset="0"/>
                <a:ea typeface="楷体" panose="02010609060101010101" charset="-122"/>
                <a:cs typeface="微软雅黑" panose="020B0503020204020204" charset="-122"/>
              </a:rPr>
              <a:t>。这种转换方式</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心理、安全性较好，但费用高</a:t>
            </a:r>
            <a:r>
              <a:rPr lang="zh-CN" altLang="en-US" sz="2400" b="1" dirty="0">
                <a:solidFill>
                  <a:schemeClr val="dk1"/>
                </a:solidFill>
                <a:latin typeface="Times New Roman" panose="02020603050405020304" pitchFamily="18" charset="0"/>
                <a:ea typeface="楷体" panose="02010609060101010101" charset="-122"/>
                <a:cs typeface="微软雅黑" panose="020B0503020204020204" charset="-122"/>
              </a:rPr>
              <a:t>。适合于处理</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过程复杂、数据重要的大型复杂系统</a:t>
            </a:r>
            <a:r>
              <a:rPr lang="zh-CN" altLang="en-US" sz="2400" b="1" dirty="0">
                <a:solidFill>
                  <a:schemeClr val="dk1"/>
                </a:solidFill>
                <a:latin typeface="Times New Roman" panose="02020603050405020304" pitchFamily="18" charset="0"/>
                <a:ea typeface="楷体" panose="02010609060101010101" charset="-122"/>
                <a:cs typeface="微软雅黑" panose="020B0503020204020204" charset="-122"/>
              </a:rPr>
              <a:t>。</a:t>
            </a:r>
            <a:r>
              <a:rPr lang="zh-CN" altLang="en-US" sz="2400" b="1" dirty="0">
                <a:solidFill>
                  <a:srgbClr val="FF0000"/>
                </a:solidFill>
                <a:latin typeface="Times New Roman" panose="02020603050405020304" pitchFamily="18" charset="0"/>
                <a:ea typeface="楷体" panose="02010609060101010101" charset="-122"/>
                <a:cs typeface="微软雅黑" panose="020B0503020204020204" charset="-122"/>
              </a:rPr>
              <a:t>一般多采用这种方式进行系统转换。</a:t>
            </a:r>
          </a:p>
        </p:txBody>
      </p:sp>
      <p:sp>
        <p:nvSpPr>
          <p:cNvPr id="3" name="Rectangle 3">
            <a:extLst>
              <a:ext uri="{FF2B5EF4-FFF2-40B4-BE49-F238E27FC236}">
                <a16:creationId xmlns:a16="http://schemas.microsoft.com/office/drawing/2014/main" id="{E04E5112-7176-D4F5-1810-C5C510E7D04E}"/>
              </a:ext>
            </a:extLst>
          </p:cNvPr>
          <p:cNvSpPr/>
          <p:nvPr/>
        </p:nvSpPr>
        <p:spPr>
          <a:xfrm>
            <a:off x="1297632" y="4014683"/>
            <a:ext cx="7162800" cy="2438400"/>
          </a:xfrm>
          <a:prstGeom prst="rect">
            <a:avLst/>
          </a:prstGeom>
          <a:noFill/>
          <a:ln w="12700">
            <a:noFill/>
          </a:ln>
        </p:spPr>
        <p:txBody>
          <a:bodyPr wrap="none" anchor="ctr" anchorCtr="0"/>
          <a:lstStyle>
            <a:defPPr>
              <a:defRPr lang="zh-CN"/>
            </a:defPPr>
            <a:lvl1pPr marL="0" lvl="0"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9pPr>
          </a:lstStyle>
          <a:p>
            <a:pPr marL="0" lvl="0" indent="0" algn="ctr">
              <a:spcBef>
                <a:spcPct val="0"/>
              </a:spcBef>
              <a:buClrTx/>
              <a:buSzTx/>
              <a:buFontTx/>
              <a:buNone/>
            </a:pPr>
            <a:endParaRPr lang="zh-CN" altLang="en-US" sz="1800" b="1" dirty="0">
              <a:solidFill>
                <a:schemeClr val="folHlink"/>
              </a:solidFill>
              <a:latin typeface="微软雅黑" panose="020B0503020204020204" charset="-122"/>
              <a:ea typeface="微软雅黑" panose="020B0503020204020204" charset="-122"/>
            </a:endParaRPr>
          </a:p>
        </p:txBody>
      </p:sp>
      <p:sp>
        <p:nvSpPr>
          <p:cNvPr id="4" name="Line 21">
            <a:extLst>
              <a:ext uri="{FF2B5EF4-FFF2-40B4-BE49-F238E27FC236}">
                <a16:creationId xmlns:a16="http://schemas.microsoft.com/office/drawing/2014/main" id="{4BEDD984-7703-82F9-F67F-5482AA604FDB}"/>
              </a:ext>
            </a:extLst>
          </p:cNvPr>
          <p:cNvSpPr/>
          <p:nvPr/>
        </p:nvSpPr>
        <p:spPr>
          <a:xfrm>
            <a:off x="1450032" y="4167083"/>
            <a:ext cx="6645275" cy="0"/>
          </a:xfrm>
          <a:prstGeom prst="line">
            <a:avLst/>
          </a:prstGeom>
          <a:ln w="9525" cap="flat" cmpd="sng">
            <a:solidFill>
              <a:schemeClr val="folHlink"/>
            </a:solidFill>
            <a:prstDash val="solid"/>
            <a:headEnd type="none" w="med" len="med"/>
            <a:tailEnd type="none" w="med" len="med"/>
          </a:ln>
        </p:spPr>
        <p:txBody>
          <a:bodyPr/>
          <a:lstStyle/>
          <a:p>
            <a:endParaRPr lang="zh-CN" altLang="en-US"/>
          </a:p>
        </p:txBody>
      </p:sp>
      <p:sp>
        <p:nvSpPr>
          <p:cNvPr id="5" name="Line 22">
            <a:extLst>
              <a:ext uri="{FF2B5EF4-FFF2-40B4-BE49-F238E27FC236}">
                <a16:creationId xmlns:a16="http://schemas.microsoft.com/office/drawing/2014/main" id="{ECDF67C1-D92E-818E-4E20-B48552F3D277}"/>
              </a:ext>
            </a:extLst>
          </p:cNvPr>
          <p:cNvSpPr/>
          <p:nvPr/>
        </p:nvSpPr>
        <p:spPr>
          <a:xfrm>
            <a:off x="1450032" y="5884758"/>
            <a:ext cx="6934200" cy="0"/>
          </a:xfrm>
          <a:prstGeom prst="line">
            <a:avLst/>
          </a:prstGeom>
          <a:ln w="9525" cap="flat" cmpd="sng">
            <a:solidFill>
              <a:schemeClr val="folHlink"/>
            </a:solidFill>
            <a:prstDash val="solid"/>
            <a:headEnd type="none" w="med" len="med"/>
            <a:tailEnd type="none" w="med" len="med"/>
          </a:ln>
        </p:spPr>
        <p:txBody>
          <a:bodyPr/>
          <a:lstStyle/>
          <a:p>
            <a:endParaRPr lang="zh-CN" altLang="en-US"/>
          </a:p>
        </p:txBody>
      </p:sp>
      <p:sp>
        <p:nvSpPr>
          <p:cNvPr id="8" name="Line 23">
            <a:extLst>
              <a:ext uri="{FF2B5EF4-FFF2-40B4-BE49-F238E27FC236}">
                <a16:creationId xmlns:a16="http://schemas.microsoft.com/office/drawing/2014/main" id="{5B3BB466-A1C4-DE15-F081-1E5720661ECB}"/>
              </a:ext>
            </a:extLst>
          </p:cNvPr>
          <p:cNvSpPr/>
          <p:nvPr/>
        </p:nvSpPr>
        <p:spPr>
          <a:xfrm flipV="1">
            <a:off x="6072832" y="5640283"/>
            <a:ext cx="0" cy="244475"/>
          </a:xfrm>
          <a:prstGeom prst="line">
            <a:avLst/>
          </a:prstGeom>
          <a:ln w="9525" cap="flat" cmpd="sng">
            <a:solidFill>
              <a:schemeClr val="folHlink"/>
            </a:solidFill>
            <a:prstDash val="solid"/>
            <a:headEnd type="none" w="med" len="med"/>
            <a:tailEnd type="none" w="med" len="med"/>
          </a:ln>
        </p:spPr>
        <p:txBody>
          <a:bodyPr/>
          <a:lstStyle/>
          <a:p>
            <a:endParaRPr lang="zh-CN" altLang="en-US"/>
          </a:p>
        </p:txBody>
      </p:sp>
      <p:sp>
        <p:nvSpPr>
          <p:cNvPr id="9" name="Line 24">
            <a:extLst>
              <a:ext uri="{FF2B5EF4-FFF2-40B4-BE49-F238E27FC236}">
                <a16:creationId xmlns:a16="http://schemas.microsoft.com/office/drawing/2014/main" id="{DD8ABAA0-16C7-CA42-B43B-572A9F75146C}"/>
              </a:ext>
            </a:extLst>
          </p:cNvPr>
          <p:cNvSpPr/>
          <p:nvPr/>
        </p:nvSpPr>
        <p:spPr>
          <a:xfrm flipH="1">
            <a:off x="5206057" y="5640283"/>
            <a:ext cx="866775" cy="0"/>
          </a:xfrm>
          <a:prstGeom prst="line">
            <a:avLst/>
          </a:prstGeom>
          <a:ln w="9525" cap="flat" cmpd="sng">
            <a:solidFill>
              <a:schemeClr val="folHlink"/>
            </a:solidFill>
            <a:prstDash val="solid"/>
            <a:headEnd type="none" w="med" len="med"/>
            <a:tailEnd type="none" w="med" len="med"/>
          </a:ln>
        </p:spPr>
        <p:txBody>
          <a:bodyPr/>
          <a:lstStyle/>
          <a:p>
            <a:endParaRPr lang="zh-CN" altLang="en-US"/>
          </a:p>
        </p:txBody>
      </p:sp>
      <p:sp>
        <p:nvSpPr>
          <p:cNvPr id="10" name="Line 25">
            <a:extLst>
              <a:ext uri="{FF2B5EF4-FFF2-40B4-BE49-F238E27FC236}">
                <a16:creationId xmlns:a16="http://schemas.microsoft.com/office/drawing/2014/main" id="{3D1CE304-1521-943D-8BD0-3457968C9EA1}"/>
              </a:ext>
            </a:extLst>
          </p:cNvPr>
          <p:cNvSpPr/>
          <p:nvPr/>
        </p:nvSpPr>
        <p:spPr>
          <a:xfrm flipV="1">
            <a:off x="5206057" y="5149746"/>
            <a:ext cx="0" cy="490537"/>
          </a:xfrm>
          <a:prstGeom prst="line">
            <a:avLst/>
          </a:prstGeom>
          <a:ln w="9525" cap="flat" cmpd="sng">
            <a:solidFill>
              <a:schemeClr val="folHlink"/>
            </a:solidFill>
            <a:prstDash val="solid"/>
            <a:headEnd type="none" w="med" len="med"/>
            <a:tailEnd type="none" w="med" len="med"/>
          </a:ln>
        </p:spPr>
        <p:txBody>
          <a:bodyPr/>
          <a:lstStyle/>
          <a:p>
            <a:endParaRPr lang="zh-CN" altLang="en-US"/>
          </a:p>
        </p:txBody>
      </p:sp>
      <p:sp>
        <p:nvSpPr>
          <p:cNvPr id="11" name="Line 26">
            <a:extLst>
              <a:ext uri="{FF2B5EF4-FFF2-40B4-BE49-F238E27FC236}">
                <a16:creationId xmlns:a16="http://schemas.microsoft.com/office/drawing/2014/main" id="{24621EA3-2C19-314C-6E49-84F8E19AD09B}"/>
              </a:ext>
            </a:extLst>
          </p:cNvPr>
          <p:cNvSpPr/>
          <p:nvPr/>
        </p:nvSpPr>
        <p:spPr>
          <a:xfrm flipH="1">
            <a:off x="4917132" y="5149746"/>
            <a:ext cx="288925" cy="0"/>
          </a:xfrm>
          <a:prstGeom prst="line">
            <a:avLst/>
          </a:prstGeom>
          <a:ln w="9525" cap="flat" cmpd="sng">
            <a:solidFill>
              <a:schemeClr val="folHlink"/>
            </a:solidFill>
            <a:prstDash val="solid"/>
            <a:headEnd type="none" w="med" len="med"/>
            <a:tailEnd type="none" w="med" len="med"/>
          </a:ln>
        </p:spPr>
        <p:txBody>
          <a:bodyPr/>
          <a:lstStyle/>
          <a:p>
            <a:endParaRPr lang="zh-CN" altLang="en-US"/>
          </a:p>
        </p:txBody>
      </p:sp>
      <p:sp>
        <p:nvSpPr>
          <p:cNvPr id="12" name="Line 27">
            <a:extLst>
              <a:ext uri="{FF2B5EF4-FFF2-40B4-BE49-F238E27FC236}">
                <a16:creationId xmlns:a16="http://schemas.microsoft.com/office/drawing/2014/main" id="{482F5778-DAB2-066E-7298-E4121B9137EB}"/>
              </a:ext>
            </a:extLst>
          </p:cNvPr>
          <p:cNvSpPr/>
          <p:nvPr/>
        </p:nvSpPr>
        <p:spPr>
          <a:xfrm flipV="1">
            <a:off x="4917132" y="4903683"/>
            <a:ext cx="0" cy="246063"/>
          </a:xfrm>
          <a:prstGeom prst="line">
            <a:avLst/>
          </a:prstGeom>
          <a:ln w="9525" cap="flat" cmpd="sng">
            <a:solidFill>
              <a:schemeClr val="folHlink"/>
            </a:solidFill>
            <a:prstDash val="solid"/>
            <a:headEnd type="none" w="med" len="med"/>
            <a:tailEnd type="none" w="med" len="med"/>
          </a:ln>
        </p:spPr>
        <p:txBody>
          <a:bodyPr/>
          <a:lstStyle/>
          <a:p>
            <a:endParaRPr lang="zh-CN" altLang="en-US"/>
          </a:p>
        </p:txBody>
      </p:sp>
      <p:sp>
        <p:nvSpPr>
          <p:cNvPr id="13" name="Line 28">
            <a:extLst>
              <a:ext uri="{FF2B5EF4-FFF2-40B4-BE49-F238E27FC236}">
                <a16:creationId xmlns:a16="http://schemas.microsoft.com/office/drawing/2014/main" id="{CAD82071-8A46-DA20-F62B-079BFEB1E857}"/>
              </a:ext>
            </a:extLst>
          </p:cNvPr>
          <p:cNvSpPr/>
          <p:nvPr/>
        </p:nvSpPr>
        <p:spPr>
          <a:xfrm flipH="1">
            <a:off x="3761432" y="4903683"/>
            <a:ext cx="1155700" cy="0"/>
          </a:xfrm>
          <a:prstGeom prst="line">
            <a:avLst/>
          </a:prstGeom>
          <a:ln w="9525" cap="flat" cmpd="sng">
            <a:solidFill>
              <a:schemeClr val="folHlink"/>
            </a:solidFill>
            <a:prstDash val="solid"/>
            <a:headEnd type="none" w="med" len="med"/>
            <a:tailEnd type="none" w="med" len="med"/>
          </a:ln>
        </p:spPr>
        <p:txBody>
          <a:bodyPr/>
          <a:lstStyle/>
          <a:p>
            <a:endParaRPr lang="zh-CN" altLang="en-US"/>
          </a:p>
        </p:txBody>
      </p:sp>
      <p:sp>
        <p:nvSpPr>
          <p:cNvPr id="14" name="Line 29">
            <a:extLst>
              <a:ext uri="{FF2B5EF4-FFF2-40B4-BE49-F238E27FC236}">
                <a16:creationId xmlns:a16="http://schemas.microsoft.com/office/drawing/2014/main" id="{322D7873-DFD6-2BB5-34CC-AAAE7BBEBDB9}"/>
              </a:ext>
            </a:extLst>
          </p:cNvPr>
          <p:cNvSpPr/>
          <p:nvPr/>
        </p:nvSpPr>
        <p:spPr>
          <a:xfrm flipV="1">
            <a:off x="3761432" y="4167083"/>
            <a:ext cx="0" cy="736600"/>
          </a:xfrm>
          <a:prstGeom prst="line">
            <a:avLst/>
          </a:prstGeom>
          <a:ln w="9525" cap="flat" cmpd="sng">
            <a:solidFill>
              <a:schemeClr val="folHlink"/>
            </a:solidFill>
            <a:prstDash val="solid"/>
            <a:headEnd type="none" w="med" len="med"/>
            <a:tailEnd type="none" w="med" len="med"/>
          </a:ln>
        </p:spPr>
        <p:txBody>
          <a:bodyPr/>
          <a:lstStyle/>
          <a:p>
            <a:endParaRPr lang="zh-CN" altLang="en-US"/>
          </a:p>
        </p:txBody>
      </p:sp>
      <p:sp>
        <p:nvSpPr>
          <p:cNvPr id="15" name="Text Box 30">
            <a:extLst>
              <a:ext uri="{FF2B5EF4-FFF2-40B4-BE49-F238E27FC236}">
                <a16:creationId xmlns:a16="http://schemas.microsoft.com/office/drawing/2014/main" id="{2F39665C-1EB5-75B8-E3BC-0793ECECA482}"/>
              </a:ext>
            </a:extLst>
          </p:cNvPr>
          <p:cNvSpPr txBox="1"/>
          <p:nvPr/>
        </p:nvSpPr>
        <p:spPr>
          <a:xfrm>
            <a:off x="1716443" y="5413270"/>
            <a:ext cx="2889250" cy="368300"/>
          </a:xfrm>
          <a:prstGeom prst="rect">
            <a:avLst/>
          </a:prstGeom>
          <a:noFill/>
          <a:ln w="9525">
            <a:noFill/>
          </a:ln>
        </p:spPr>
        <p:txBody>
          <a:bodyPr/>
          <a:lstStyle>
            <a:defPPr>
              <a:defRPr lang="zh-CN"/>
            </a:defPPr>
            <a:lvl1pPr marL="0" lvl="0"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9pPr>
          </a:lstStyle>
          <a:p>
            <a:pPr marL="0" lvl="0" indent="0" algn="just">
              <a:spcBef>
                <a:spcPct val="0"/>
              </a:spcBef>
              <a:buClrTx/>
              <a:buSzTx/>
              <a:buFontTx/>
              <a:buNone/>
            </a:pPr>
            <a:r>
              <a:rPr lang="zh-CN" altLang="en-US" sz="2400" b="1" dirty="0">
                <a:solidFill>
                  <a:schemeClr val="dk1"/>
                </a:solidFill>
                <a:latin typeface="Times New Roman" panose="02020603050405020304" pitchFamily="18" charset="0"/>
                <a:ea typeface="楷体" panose="02010609060101010101" charset="-122"/>
              </a:rPr>
              <a:t>旧系统运行</a:t>
            </a:r>
          </a:p>
        </p:txBody>
      </p:sp>
      <p:sp>
        <p:nvSpPr>
          <p:cNvPr id="16" name="Text Box 31">
            <a:extLst>
              <a:ext uri="{FF2B5EF4-FFF2-40B4-BE49-F238E27FC236}">
                <a16:creationId xmlns:a16="http://schemas.microsoft.com/office/drawing/2014/main" id="{4FB41991-E2CA-1FB6-8382-2F7007F80CA7}"/>
              </a:ext>
            </a:extLst>
          </p:cNvPr>
          <p:cNvSpPr txBox="1"/>
          <p:nvPr/>
        </p:nvSpPr>
        <p:spPr>
          <a:xfrm>
            <a:off x="4090044" y="4185693"/>
            <a:ext cx="2232025" cy="363538"/>
          </a:xfrm>
          <a:prstGeom prst="rect">
            <a:avLst/>
          </a:prstGeom>
          <a:noFill/>
          <a:ln w="9525">
            <a:noFill/>
          </a:ln>
        </p:spPr>
        <p:txBody>
          <a:bodyPr/>
          <a:lstStyle>
            <a:defPPr>
              <a:defRPr lang="zh-CN"/>
            </a:defPPr>
            <a:lvl1pPr marL="0" lvl="0"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9pPr>
          </a:lstStyle>
          <a:p>
            <a:pPr marL="0" lvl="0" indent="0" algn="just">
              <a:spcBef>
                <a:spcPct val="0"/>
              </a:spcBef>
              <a:buClrTx/>
              <a:buSzTx/>
              <a:buFontTx/>
              <a:buNone/>
            </a:pPr>
            <a:r>
              <a:rPr lang="zh-CN" altLang="en-US" sz="2400" b="1" dirty="0">
                <a:solidFill>
                  <a:schemeClr val="dk1"/>
                </a:solidFill>
                <a:latin typeface="Times New Roman" panose="02020603050405020304" pitchFamily="18" charset="0"/>
                <a:ea typeface="楷体" panose="02010609060101010101" charset="-122"/>
              </a:rPr>
              <a:t>新系统运行</a:t>
            </a:r>
          </a:p>
        </p:txBody>
      </p:sp>
      <p:sp>
        <p:nvSpPr>
          <p:cNvPr id="17" name="Line 32">
            <a:extLst>
              <a:ext uri="{FF2B5EF4-FFF2-40B4-BE49-F238E27FC236}">
                <a16:creationId xmlns:a16="http://schemas.microsoft.com/office/drawing/2014/main" id="{326EC377-5CEB-6A2B-B744-7C090C9FAD1B}"/>
              </a:ext>
            </a:extLst>
          </p:cNvPr>
          <p:cNvSpPr/>
          <p:nvPr/>
        </p:nvSpPr>
        <p:spPr>
          <a:xfrm>
            <a:off x="3761432" y="5884758"/>
            <a:ext cx="0" cy="492125"/>
          </a:xfrm>
          <a:prstGeom prst="line">
            <a:avLst/>
          </a:prstGeom>
          <a:ln w="9525" cap="flat" cmpd="sng">
            <a:solidFill>
              <a:schemeClr val="folHlink"/>
            </a:solidFill>
            <a:prstDash val="solid"/>
            <a:headEnd type="none" w="med" len="med"/>
            <a:tailEnd type="none" w="med" len="med"/>
          </a:ln>
        </p:spPr>
        <p:txBody>
          <a:bodyPr/>
          <a:lstStyle/>
          <a:p>
            <a:endParaRPr lang="zh-CN" altLang="en-US"/>
          </a:p>
        </p:txBody>
      </p:sp>
      <p:sp>
        <p:nvSpPr>
          <p:cNvPr id="18" name="Line 33">
            <a:extLst>
              <a:ext uri="{FF2B5EF4-FFF2-40B4-BE49-F238E27FC236}">
                <a16:creationId xmlns:a16="http://schemas.microsoft.com/office/drawing/2014/main" id="{02D01117-989C-F430-CA0D-26AE2683E0E7}"/>
              </a:ext>
            </a:extLst>
          </p:cNvPr>
          <p:cNvSpPr/>
          <p:nvPr/>
        </p:nvSpPr>
        <p:spPr>
          <a:xfrm>
            <a:off x="6072832" y="5884758"/>
            <a:ext cx="0" cy="492125"/>
          </a:xfrm>
          <a:prstGeom prst="line">
            <a:avLst/>
          </a:prstGeom>
          <a:ln w="9525" cap="flat" cmpd="sng">
            <a:solidFill>
              <a:schemeClr val="folHlink"/>
            </a:solidFill>
            <a:prstDash val="solid"/>
            <a:headEnd type="none" w="med" len="med"/>
            <a:tailEnd type="none" w="med" len="med"/>
          </a:ln>
        </p:spPr>
        <p:txBody>
          <a:bodyPr/>
          <a:lstStyle/>
          <a:p>
            <a:endParaRPr lang="zh-CN" altLang="en-US"/>
          </a:p>
        </p:txBody>
      </p:sp>
      <p:sp>
        <p:nvSpPr>
          <p:cNvPr id="19" name="Line 34">
            <a:extLst>
              <a:ext uri="{FF2B5EF4-FFF2-40B4-BE49-F238E27FC236}">
                <a16:creationId xmlns:a16="http://schemas.microsoft.com/office/drawing/2014/main" id="{BC965C78-3A9C-8ADB-1A15-F96ED61079B5}"/>
              </a:ext>
            </a:extLst>
          </p:cNvPr>
          <p:cNvSpPr/>
          <p:nvPr/>
        </p:nvSpPr>
        <p:spPr>
          <a:xfrm>
            <a:off x="3736032" y="6148283"/>
            <a:ext cx="2362200" cy="0"/>
          </a:xfrm>
          <a:prstGeom prst="line">
            <a:avLst/>
          </a:prstGeom>
          <a:ln w="19050" cap="flat" cmpd="sng">
            <a:solidFill>
              <a:schemeClr val="folHlink"/>
            </a:solidFill>
            <a:prstDash val="solid"/>
            <a:headEnd type="triangle" w="lg" len="med"/>
            <a:tailEnd type="triangle" w="lg" len="med"/>
          </a:ln>
        </p:spPr>
        <p:txBody>
          <a:bodyPr/>
          <a:lstStyle/>
          <a:p>
            <a:endParaRPr lang="zh-CN" altLang="en-US"/>
          </a:p>
        </p:txBody>
      </p:sp>
      <p:sp>
        <p:nvSpPr>
          <p:cNvPr id="20" name="Text Box 35">
            <a:extLst>
              <a:ext uri="{FF2B5EF4-FFF2-40B4-BE49-F238E27FC236}">
                <a16:creationId xmlns:a16="http://schemas.microsoft.com/office/drawing/2014/main" id="{0352D6F7-BB0A-F772-ADA8-13DE3765D66F}"/>
              </a:ext>
            </a:extLst>
          </p:cNvPr>
          <p:cNvSpPr txBox="1"/>
          <p:nvPr/>
        </p:nvSpPr>
        <p:spPr>
          <a:xfrm>
            <a:off x="4345632" y="5919683"/>
            <a:ext cx="1133475" cy="446088"/>
          </a:xfrm>
          <a:prstGeom prst="rect">
            <a:avLst/>
          </a:prstGeom>
          <a:noFill/>
          <a:ln w="9525">
            <a:noFill/>
          </a:ln>
        </p:spPr>
        <p:txBody>
          <a:bodyPr/>
          <a:lstStyle>
            <a:defPPr>
              <a:defRPr lang="zh-CN"/>
            </a:defPPr>
            <a:lvl1pPr marL="0" lvl="0"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9pPr>
          </a:lstStyle>
          <a:p>
            <a:pPr marL="0" lvl="0" indent="0" algn="just">
              <a:spcBef>
                <a:spcPct val="0"/>
              </a:spcBef>
              <a:buClrTx/>
              <a:buSzTx/>
              <a:buFontTx/>
              <a:buNone/>
            </a:pPr>
            <a:r>
              <a:rPr lang="zh-CN" altLang="en-US" sz="2400" b="1" dirty="0">
                <a:solidFill>
                  <a:schemeClr val="dk1"/>
                </a:solidFill>
                <a:latin typeface="Times New Roman" panose="02020603050405020304" pitchFamily="18" charset="0"/>
                <a:ea typeface="楷体" panose="02010609060101010101" charset="-122"/>
              </a:rPr>
              <a:t>转换期</a:t>
            </a:r>
          </a:p>
        </p:txBody>
      </p:sp>
      <p:sp>
        <p:nvSpPr>
          <p:cNvPr id="21" name="Line 18">
            <a:extLst>
              <a:ext uri="{FF2B5EF4-FFF2-40B4-BE49-F238E27FC236}">
                <a16:creationId xmlns:a16="http://schemas.microsoft.com/office/drawing/2014/main" id="{6AB7E232-A88C-1F99-46BE-6F809E16DF6C}"/>
              </a:ext>
            </a:extLst>
          </p:cNvPr>
          <p:cNvSpPr/>
          <p:nvPr>
            <p:custDataLst>
              <p:tags r:id="rId6"/>
            </p:custDataLst>
          </p:nvPr>
        </p:nvSpPr>
        <p:spPr>
          <a:xfrm flipV="1">
            <a:off x="1450032" y="5884757"/>
            <a:ext cx="4622800" cy="2686"/>
          </a:xfrm>
          <a:prstGeom prst="line">
            <a:avLst/>
          </a:prstGeom>
          <a:ln w="19050" cap="flat" cmpd="sng">
            <a:solidFill>
              <a:schemeClr val="folHlink"/>
            </a:solidFill>
            <a:prstDash val="solid"/>
            <a:headEnd type="none" w="med" len="med"/>
            <a:tailEnd type="triangle" w="lg" len="med"/>
          </a:ln>
        </p:spPr>
      </p:sp>
      <p:sp>
        <p:nvSpPr>
          <p:cNvPr id="22" name="Line 18">
            <a:extLst>
              <a:ext uri="{FF2B5EF4-FFF2-40B4-BE49-F238E27FC236}">
                <a16:creationId xmlns:a16="http://schemas.microsoft.com/office/drawing/2014/main" id="{5C15AB99-19ED-CC13-EDE6-DCF2DF1F236E}"/>
              </a:ext>
            </a:extLst>
          </p:cNvPr>
          <p:cNvSpPr/>
          <p:nvPr/>
        </p:nvSpPr>
        <p:spPr>
          <a:xfrm flipV="1">
            <a:off x="3761431" y="4164403"/>
            <a:ext cx="4429963" cy="2680"/>
          </a:xfrm>
          <a:prstGeom prst="line">
            <a:avLst/>
          </a:prstGeom>
          <a:ln w="19050" cap="flat" cmpd="sng">
            <a:solidFill>
              <a:schemeClr val="folHlink"/>
            </a:solidFill>
            <a:prstDash val="solid"/>
            <a:headEnd type="none" w="med" len="med"/>
            <a:tailEnd type="triangle" w="lg" len="med"/>
          </a:ln>
        </p:spPr>
        <p:txBody>
          <a:bodyPr/>
          <a:lstStyle/>
          <a:p>
            <a:endParaRPr lang="zh-CN" altLang="en-US"/>
          </a:p>
        </p:txBody>
      </p:sp>
    </p:spTree>
    <p:custDataLst>
      <p:tags r:id="rId1"/>
    </p:custDataLst>
    <p:extLst>
      <p:ext uri="{BB962C8B-B14F-4D97-AF65-F5344CB8AC3E}">
        <p14:creationId xmlns:p14="http://schemas.microsoft.com/office/powerpoint/2010/main" val="366015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26" r:link="rId27"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28" r:link="rId29"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94210" name="Rectangle 2"/>
          <p:cNvSpPr/>
          <p:nvPr/>
        </p:nvSpPr>
        <p:spPr>
          <a:xfrm>
            <a:off x="683568" y="2132856"/>
            <a:ext cx="7239000" cy="1981200"/>
          </a:xfrm>
          <a:prstGeom prst="rect">
            <a:avLst/>
          </a:prstGeom>
          <a:no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zh-CN" sz="1800" b="1" dirty="0">
              <a:solidFill>
                <a:srgbClr val="0000FF"/>
              </a:solidFill>
              <a:latin typeface="微软雅黑" panose="020B0503020204020204" charset="-122"/>
              <a:ea typeface="微软雅黑" panose="020B0503020204020204" charset="-122"/>
            </a:endParaRPr>
          </a:p>
        </p:txBody>
      </p:sp>
      <p:sp>
        <p:nvSpPr>
          <p:cNvPr id="94212" name="Line 4"/>
          <p:cNvSpPr/>
          <p:nvPr>
            <p:custDataLst>
              <p:tags r:id="rId4"/>
            </p:custDataLst>
          </p:nvPr>
        </p:nvSpPr>
        <p:spPr>
          <a:xfrm>
            <a:off x="1216968" y="2994869"/>
            <a:ext cx="6705600" cy="0"/>
          </a:xfrm>
          <a:prstGeom prst="line">
            <a:avLst/>
          </a:prstGeom>
          <a:ln w="9525" cap="flat" cmpd="sng">
            <a:solidFill>
              <a:schemeClr val="folHlink"/>
            </a:solidFill>
            <a:prstDash val="solid"/>
            <a:headEnd type="none" w="med" len="med"/>
            <a:tailEnd type="none" w="med" len="med"/>
          </a:ln>
        </p:spPr>
      </p:sp>
      <p:sp>
        <p:nvSpPr>
          <p:cNvPr id="94213" name="Line 5"/>
          <p:cNvSpPr/>
          <p:nvPr>
            <p:custDataLst>
              <p:tags r:id="rId5"/>
            </p:custDataLst>
          </p:nvPr>
        </p:nvSpPr>
        <p:spPr>
          <a:xfrm>
            <a:off x="5590531" y="2399556"/>
            <a:ext cx="0" cy="1041400"/>
          </a:xfrm>
          <a:prstGeom prst="line">
            <a:avLst/>
          </a:prstGeom>
          <a:ln w="9525" cap="flat" cmpd="sng">
            <a:solidFill>
              <a:schemeClr val="folHlink"/>
            </a:solidFill>
            <a:prstDash val="solid"/>
            <a:headEnd type="none" w="med" len="med"/>
            <a:tailEnd type="none" w="med" len="med"/>
          </a:ln>
        </p:spPr>
      </p:sp>
      <p:sp>
        <p:nvSpPr>
          <p:cNvPr id="94214" name="Line 6"/>
          <p:cNvSpPr/>
          <p:nvPr>
            <p:custDataLst>
              <p:tags r:id="rId6"/>
            </p:custDataLst>
          </p:nvPr>
        </p:nvSpPr>
        <p:spPr>
          <a:xfrm>
            <a:off x="3258493" y="2399556"/>
            <a:ext cx="0" cy="1485900"/>
          </a:xfrm>
          <a:prstGeom prst="line">
            <a:avLst/>
          </a:prstGeom>
          <a:ln w="9525" cap="flat" cmpd="sng">
            <a:solidFill>
              <a:schemeClr val="folHlink"/>
            </a:solidFill>
            <a:prstDash val="solid"/>
            <a:headEnd type="none" w="med" len="med"/>
            <a:tailEnd type="none" w="med" len="med"/>
          </a:ln>
        </p:spPr>
      </p:sp>
      <p:sp>
        <p:nvSpPr>
          <p:cNvPr id="94215" name="Line 7"/>
          <p:cNvSpPr/>
          <p:nvPr>
            <p:custDataLst>
              <p:tags r:id="rId7"/>
            </p:custDataLst>
          </p:nvPr>
        </p:nvSpPr>
        <p:spPr>
          <a:xfrm>
            <a:off x="1216968" y="3293319"/>
            <a:ext cx="4373563" cy="0"/>
          </a:xfrm>
          <a:prstGeom prst="line">
            <a:avLst/>
          </a:prstGeom>
          <a:ln w="19050" cap="flat" cmpd="sng">
            <a:solidFill>
              <a:schemeClr val="folHlink"/>
            </a:solidFill>
            <a:prstDash val="solid"/>
            <a:headEnd type="none" w="med" len="med"/>
            <a:tailEnd type="triangle" w="lg" len="med"/>
          </a:ln>
        </p:spPr>
      </p:sp>
      <p:sp>
        <p:nvSpPr>
          <p:cNvPr id="94216" name="Text Box 8"/>
          <p:cNvSpPr txBox="1"/>
          <p:nvPr>
            <p:custDataLst>
              <p:tags r:id="rId8"/>
            </p:custDataLst>
          </p:nvPr>
        </p:nvSpPr>
        <p:spPr>
          <a:xfrm>
            <a:off x="2091681" y="3142506"/>
            <a:ext cx="1716087" cy="447675"/>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just">
              <a:spcBef>
                <a:spcPct val="0"/>
              </a:spcBef>
              <a:buClrTx/>
              <a:buSzTx/>
              <a:buFontTx/>
              <a:buNone/>
            </a:pPr>
            <a:r>
              <a:rPr lang="zh-CN" altLang="en-US" sz="1800" b="1" dirty="0">
                <a:solidFill>
                  <a:schemeClr val="dk1"/>
                </a:solidFill>
                <a:latin typeface="Times New Roman" panose="02020603050405020304" pitchFamily="18" charset="0"/>
                <a:ea typeface="楷体" panose="02010609060101010101" charset="-122"/>
              </a:rPr>
              <a:t>旧系统运行</a:t>
            </a:r>
          </a:p>
        </p:txBody>
      </p:sp>
      <p:sp>
        <p:nvSpPr>
          <p:cNvPr id="94217" name="Line 9"/>
          <p:cNvSpPr/>
          <p:nvPr>
            <p:custDataLst>
              <p:tags r:id="rId9"/>
            </p:custDataLst>
          </p:nvPr>
        </p:nvSpPr>
        <p:spPr>
          <a:xfrm>
            <a:off x="3258493" y="3737819"/>
            <a:ext cx="4659313" cy="0"/>
          </a:xfrm>
          <a:prstGeom prst="line">
            <a:avLst/>
          </a:prstGeom>
          <a:ln w="19050" cap="flat" cmpd="sng">
            <a:solidFill>
              <a:schemeClr val="folHlink"/>
            </a:solidFill>
            <a:prstDash val="solid"/>
            <a:headEnd type="none" w="med" len="med"/>
            <a:tailEnd type="triangle" w="lg" len="med"/>
          </a:ln>
        </p:spPr>
      </p:sp>
      <p:sp>
        <p:nvSpPr>
          <p:cNvPr id="94218" name="Text Box 10"/>
          <p:cNvSpPr txBox="1"/>
          <p:nvPr>
            <p:custDataLst>
              <p:tags r:id="rId10"/>
            </p:custDataLst>
          </p:nvPr>
        </p:nvSpPr>
        <p:spPr>
          <a:xfrm>
            <a:off x="4715818" y="3440956"/>
            <a:ext cx="1758950" cy="444500"/>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a:spcBef>
                <a:spcPct val="0"/>
              </a:spcBef>
              <a:buClrTx/>
              <a:buSzTx/>
              <a:buFontTx/>
              <a:buNone/>
            </a:pPr>
            <a:r>
              <a:rPr lang="zh-CN" altLang="en-US" sz="1800" b="1" dirty="0">
                <a:solidFill>
                  <a:schemeClr val="dk1"/>
                </a:solidFill>
                <a:latin typeface="Times New Roman" panose="02020603050405020304" pitchFamily="18" charset="0"/>
                <a:ea typeface="楷体" panose="02010609060101010101" charset="-122"/>
              </a:rPr>
              <a:t>新系统运行</a:t>
            </a:r>
          </a:p>
        </p:txBody>
      </p:sp>
      <p:sp>
        <p:nvSpPr>
          <p:cNvPr id="94219" name="Line 11"/>
          <p:cNvSpPr/>
          <p:nvPr>
            <p:custDataLst>
              <p:tags r:id="rId11"/>
            </p:custDataLst>
          </p:nvPr>
        </p:nvSpPr>
        <p:spPr>
          <a:xfrm flipV="1">
            <a:off x="3274368" y="2699594"/>
            <a:ext cx="2316163" cy="4762"/>
          </a:xfrm>
          <a:prstGeom prst="line">
            <a:avLst/>
          </a:prstGeom>
          <a:ln w="22225" cap="flat" cmpd="sng">
            <a:solidFill>
              <a:schemeClr val="folHlink"/>
            </a:solidFill>
            <a:prstDash val="solid"/>
            <a:headEnd type="triangle" w="lg" len="med"/>
            <a:tailEnd type="triangle" w="lg" len="med"/>
          </a:ln>
        </p:spPr>
      </p:sp>
      <p:sp>
        <p:nvSpPr>
          <p:cNvPr id="94220" name="Text Box 12"/>
          <p:cNvSpPr txBox="1"/>
          <p:nvPr>
            <p:custDataLst>
              <p:tags r:id="rId12"/>
            </p:custDataLst>
          </p:nvPr>
        </p:nvSpPr>
        <p:spPr>
          <a:xfrm>
            <a:off x="3853806" y="2404319"/>
            <a:ext cx="1325562" cy="446087"/>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a:spcBef>
                <a:spcPct val="0"/>
              </a:spcBef>
              <a:buClrTx/>
              <a:buSzTx/>
              <a:buFontTx/>
              <a:buNone/>
            </a:pPr>
            <a:r>
              <a:rPr lang="zh-CN" altLang="en-US" sz="1800" b="1" dirty="0">
                <a:solidFill>
                  <a:schemeClr val="dk1"/>
                </a:solidFill>
                <a:latin typeface="Times New Roman" panose="02020603050405020304" pitchFamily="18" charset="0"/>
                <a:ea typeface="楷体" panose="02010609060101010101" charset="-122"/>
              </a:rPr>
              <a:t>转换期</a:t>
            </a:r>
          </a:p>
        </p:txBody>
      </p:sp>
      <p:sp>
        <p:nvSpPr>
          <p:cNvPr id="94221" name="Rectangle 13"/>
          <p:cNvSpPr/>
          <p:nvPr>
            <p:custDataLst>
              <p:tags r:id="rId13"/>
            </p:custDataLst>
          </p:nvPr>
        </p:nvSpPr>
        <p:spPr>
          <a:xfrm>
            <a:off x="1235933" y="2204864"/>
            <a:ext cx="7162800" cy="2438400"/>
          </a:xfrm>
          <a:prstGeom prst="rect">
            <a:avLst/>
          </a:prstGeom>
          <a:no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a:spcBef>
                <a:spcPct val="0"/>
              </a:spcBef>
              <a:buClrTx/>
              <a:buSzTx/>
              <a:buFontTx/>
              <a:buNone/>
            </a:pPr>
            <a:endParaRPr lang="zh-CN" altLang="en-US" sz="1400" b="1" dirty="0">
              <a:solidFill>
                <a:schemeClr val="folHlink"/>
              </a:solidFill>
              <a:latin typeface="微软雅黑" panose="020B0503020204020204" charset="-122"/>
              <a:ea typeface="微软雅黑" panose="020B0503020204020204" charset="-122"/>
            </a:endParaRPr>
          </a:p>
        </p:txBody>
      </p:sp>
      <p:sp>
        <p:nvSpPr>
          <p:cNvPr id="94222" name="Rectangle 14"/>
          <p:cNvSpPr/>
          <p:nvPr/>
        </p:nvSpPr>
        <p:spPr>
          <a:xfrm>
            <a:off x="988368" y="2167397"/>
            <a:ext cx="1752600" cy="609600"/>
          </a:xfrm>
          <a:prstGeom prst="rect">
            <a:avLst/>
          </a:prstGeom>
          <a:no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a:spcBef>
                <a:spcPct val="0"/>
              </a:spcBef>
              <a:buClrTx/>
              <a:buSzTx/>
              <a:buFontTx/>
              <a:buNone/>
            </a:pPr>
            <a:r>
              <a:rPr lang="zh-CN" altLang="en-US" sz="1800" b="1" dirty="0">
                <a:latin typeface="Times New Roman" panose="02020603050405020304" pitchFamily="18" charset="0"/>
                <a:ea typeface="楷体" panose="02010609060101010101" charset="-122"/>
              </a:rPr>
              <a:t>（</a:t>
            </a:r>
            <a:r>
              <a:rPr lang="en-US" altLang="zh-CN" sz="1800" b="1" dirty="0">
                <a:latin typeface="Times New Roman" panose="02020603050405020304" pitchFamily="18" charset="0"/>
                <a:ea typeface="楷体" panose="02010609060101010101" charset="-122"/>
              </a:rPr>
              <a:t>2</a:t>
            </a:r>
            <a:r>
              <a:rPr lang="zh-CN" altLang="en-US" sz="1800" b="1" dirty="0">
                <a:latin typeface="Times New Roman" panose="02020603050405020304" pitchFamily="18" charset="0"/>
                <a:ea typeface="楷体" panose="02010609060101010101" charset="-122"/>
              </a:rPr>
              <a:t>）并行转换：</a:t>
            </a:r>
          </a:p>
        </p:txBody>
      </p:sp>
      <p:sp>
        <p:nvSpPr>
          <p:cNvPr id="94223" name="Rectangle 15"/>
          <p:cNvSpPr/>
          <p:nvPr>
            <p:custDataLst>
              <p:tags r:id="rId14"/>
            </p:custDataLst>
          </p:nvPr>
        </p:nvSpPr>
        <p:spPr>
          <a:xfrm>
            <a:off x="988368" y="422512"/>
            <a:ext cx="1752600" cy="609600"/>
          </a:xfrm>
          <a:prstGeom prst="rect">
            <a:avLst/>
          </a:prstGeom>
          <a:no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ctr">
              <a:spcBef>
                <a:spcPct val="0"/>
              </a:spcBef>
              <a:buClrTx/>
              <a:buSzTx/>
              <a:buFontTx/>
              <a:buNone/>
            </a:pPr>
            <a:r>
              <a:rPr lang="zh-CN" altLang="en-US" sz="1800" b="1" dirty="0">
                <a:solidFill>
                  <a:schemeClr val="dk1"/>
                </a:solidFill>
                <a:latin typeface="Times New Roman" panose="02020603050405020304" pitchFamily="18" charset="0"/>
                <a:ea typeface="楷体" panose="02010609060101010101" charset="-122"/>
              </a:rPr>
              <a:t>（</a:t>
            </a:r>
            <a:r>
              <a:rPr lang="en-US" altLang="zh-CN" sz="1800" b="1" dirty="0">
                <a:solidFill>
                  <a:schemeClr val="dk1"/>
                </a:solidFill>
                <a:latin typeface="Times New Roman" panose="02020603050405020304" pitchFamily="18" charset="0"/>
                <a:ea typeface="楷体" panose="02010609060101010101" charset="-122"/>
              </a:rPr>
              <a:t>1</a:t>
            </a:r>
            <a:r>
              <a:rPr lang="zh-CN" altLang="en-US" sz="1800" b="1" dirty="0">
                <a:solidFill>
                  <a:schemeClr val="dk1"/>
                </a:solidFill>
                <a:latin typeface="Times New Roman" panose="02020603050405020304" pitchFamily="18" charset="0"/>
                <a:ea typeface="楷体" panose="02010609060101010101" charset="-122"/>
              </a:rPr>
              <a:t>）直接转换：</a:t>
            </a:r>
          </a:p>
        </p:txBody>
      </p:sp>
      <p:sp>
        <p:nvSpPr>
          <p:cNvPr id="94224" name="Line 16"/>
          <p:cNvSpPr/>
          <p:nvPr>
            <p:custDataLst>
              <p:tags r:id="rId15"/>
            </p:custDataLst>
          </p:nvPr>
        </p:nvSpPr>
        <p:spPr>
          <a:xfrm>
            <a:off x="1390565" y="1335708"/>
            <a:ext cx="6781800" cy="0"/>
          </a:xfrm>
          <a:prstGeom prst="line">
            <a:avLst/>
          </a:prstGeom>
          <a:ln w="9525" cap="flat" cmpd="sng">
            <a:solidFill>
              <a:schemeClr val="folHlink"/>
            </a:solidFill>
            <a:prstDash val="solid"/>
            <a:headEnd type="none" w="med" len="med"/>
            <a:tailEnd type="none" w="med" len="med"/>
          </a:ln>
        </p:spPr>
      </p:sp>
      <p:sp>
        <p:nvSpPr>
          <p:cNvPr id="94225" name="Line 17"/>
          <p:cNvSpPr/>
          <p:nvPr>
            <p:custDataLst>
              <p:tags r:id="rId16"/>
            </p:custDataLst>
          </p:nvPr>
        </p:nvSpPr>
        <p:spPr>
          <a:xfrm>
            <a:off x="4781465" y="1335708"/>
            <a:ext cx="0" cy="638175"/>
          </a:xfrm>
          <a:prstGeom prst="line">
            <a:avLst/>
          </a:prstGeom>
          <a:ln w="9525" cap="flat" cmpd="sng">
            <a:solidFill>
              <a:schemeClr val="folHlink"/>
            </a:solidFill>
            <a:prstDash val="solid"/>
            <a:headEnd type="none" w="med" len="med"/>
            <a:tailEnd type="none" w="med" len="med"/>
          </a:ln>
        </p:spPr>
      </p:sp>
      <p:sp>
        <p:nvSpPr>
          <p:cNvPr id="94226" name="Line 18"/>
          <p:cNvSpPr/>
          <p:nvPr>
            <p:custDataLst>
              <p:tags r:id="rId17"/>
            </p:custDataLst>
          </p:nvPr>
        </p:nvSpPr>
        <p:spPr>
          <a:xfrm>
            <a:off x="1390565" y="1759571"/>
            <a:ext cx="3390900" cy="0"/>
          </a:xfrm>
          <a:prstGeom prst="line">
            <a:avLst/>
          </a:prstGeom>
          <a:ln w="19050" cap="flat" cmpd="sng">
            <a:solidFill>
              <a:schemeClr val="folHlink"/>
            </a:solidFill>
            <a:prstDash val="solid"/>
            <a:headEnd type="none" w="med" len="med"/>
            <a:tailEnd type="triangle" w="lg" len="med"/>
          </a:ln>
        </p:spPr>
      </p:sp>
      <p:sp>
        <p:nvSpPr>
          <p:cNvPr id="94227" name="Text Box 19"/>
          <p:cNvSpPr txBox="1"/>
          <p:nvPr>
            <p:custDataLst>
              <p:tags r:id="rId18"/>
            </p:custDataLst>
          </p:nvPr>
        </p:nvSpPr>
        <p:spPr>
          <a:xfrm>
            <a:off x="2079540" y="1345233"/>
            <a:ext cx="1825625" cy="481013"/>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just">
              <a:spcBef>
                <a:spcPct val="0"/>
              </a:spcBef>
              <a:buClrTx/>
              <a:buSzTx/>
              <a:buFontTx/>
              <a:buNone/>
            </a:pPr>
            <a:r>
              <a:rPr lang="zh-CN" altLang="en-US" sz="1800" b="1" dirty="0">
                <a:solidFill>
                  <a:schemeClr val="dk1"/>
                </a:solidFill>
                <a:latin typeface="Times New Roman" panose="02020603050405020304" pitchFamily="18" charset="0"/>
                <a:ea typeface="楷体" panose="02010609060101010101" charset="-122"/>
              </a:rPr>
              <a:t>旧系统运行</a:t>
            </a:r>
          </a:p>
        </p:txBody>
      </p:sp>
      <p:sp>
        <p:nvSpPr>
          <p:cNvPr id="94228" name="Line 20"/>
          <p:cNvSpPr/>
          <p:nvPr>
            <p:custDataLst>
              <p:tags r:id="rId19"/>
            </p:custDataLst>
          </p:nvPr>
        </p:nvSpPr>
        <p:spPr>
          <a:xfrm>
            <a:off x="4781465" y="1759571"/>
            <a:ext cx="3390900" cy="0"/>
          </a:xfrm>
          <a:prstGeom prst="line">
            <a:avLst/>
          </a:prstGeom>
          <a:ln w="19050" cap="flat" cmpd="sng">
            <a:solidFill>
              <a:schemeClr val="folHlink"/>
            </a:solidFill>
            <a:prstDash val="solid"/>
            <a:headEnd type="none" w="med" len="med"/>
            <a:tailEnd type="triangle" w="lg" len="med"/>
          </a:ln>
        </p:spPr>
      </p:sp>
      <p:sp>
        <p:nvSpPr>
          <p:cNvPr id="94229" name="Text Box 21"/>
          <p:cNvSpPr txBox="1"/>
          <p:nvPr>
            <p:custDataLst>
              <p:tags r:id="rId20"/>
            </p:custDataLst>
          </p:nvPr>
        </p:nvSpPr>
        <p:spPr>
          <a:xfrm>
            <a:off x="5733965" y="1345233"/>
            <a:ext cx="2057400" cy="557213"/>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just">
              <a:spcBef>
                <a:spcPct val="0"/>
              </a:spcBef>
              <a:buClrTx/>
              <a:buSzTx/>
              <a:buFontTx/>
              <a:buNone/>
            </a:pPr>
            <a:r>
              <a:rPr lang="zh-CN" altLang="en-US" sz="1800" b="1" dirty="0">
                <a:solidFill>
                  <a:schemeClr val="dk1"/>
                </a:solidFill>
                <a:latin typeface="Times New Roman" panose="02020603050405020304" pitchFamily="18" charset="0"/>
                <a:ea typeface="楷体" panose="02010609060101010101" charset="-122"/>
              </a:rPr>
              <a:t>新系统运行</a:t>
            </a:r>
          </a:p>
        </p:txBody>
      </p:sp>
      <p:sp>
        <p:nvSpPr>
          <p:cNvPr id="94230" name="Line 22"/>
          <p:cNvSpPr/>
          <p:nvPr>
            <p:custDataLst>
              <p:tags r:id="rId21"/>
            </p:custDataLst>
          </p:nvPr>
        </p:nvSpPr>
        <p:spPr>
          <a:xfrm>
            <a:off x="4781465" y="915021"/>
            <a:ext cx="0" cy="420687"/>
          </a:xfrm>
          <a:prstGeom prst="line">
            <a:avLst/>
          </a:prstGeom>
          <a:ln w="19050" cap="flat" cmpd="sng">
            <a:solidFill>
              <a:schemeClr val="folHlink"/>
            </a:solidFill>
            <a:prstDash val="solid"/>
            <a:headEnd type="none" w="med" len="med"/>
            <a:tailEnd type="triangle" w="lg" len="med"/>
          </a:ln>
        </p:spPr>
      </p:sp>
      <p:sp>
        <p:nvSpPr>
          <p:cNvPr id="94231" name="Text Box 23"/>
          <p:cNvSpPr txBox="1"/>
          <p:nvPr>
            <p:custDataLst>
              <p:tags r:id="rId22"/>
            </p:custDataLst>
          </p:nvPr>
        </p:nvSpPr>
        <p:spPr>
          <a:xfrm>
            <a:off x="4223458" y="529257"/>
            <a:ext cx="1116013" cy="636588"/>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algn="just">
              <a:spcBef>
                <a:spcPct val="0"/>
              </a:spcBef>
              <a:buClrTx/>
              <a:buSzTx/>
              <a:buFontTx/>
              <a:buNone/>
            </a:pPr>
            <a:r>
              <a:rPr lang="zh-CN" altLang="en-US" sz="1800" b="1" dirty="0">
                <a:solidFill>
                  <a:schemeClr val="dk1"/>
                </a:solidFill>
                <a:latin typeface="Times New Roman" panose="02020603050405020304" pitchFamily="18" charset="0"/>
                <a:ea typeface="楷体" panose="02010609060101010101" charset="-122"/>
              </a:rPr>
              <a:t>转换点</a:t>
            </a:r>
          </a:p>
        </p:txBody>
      </p:sp>
      <p:sp>
        <p:nvSpPr>
          <p:cNvPr id="4" name="Rectangle 3">
            <a:extLst>
              <a:ext uri="{FF2B5EF4-FFF2-40B4-BE49-F238E27FC236}">
                <a16:creationId xmlns:a16="http://schemas.microsoft.com/office/drawing/2014/main" id="{C618EE4C-7119-8D31-3080-9C11D57AF610}"/>
              </a:ext>
            </a:extLst>
          </p:cNvPr>
          <p:cNvSpPr/>
          <p:nvPr/>
        </p:nvSpPr>
        <p:spPr>
          <a:xfrm>
            <a:off x="1042516" y="4446786"/>
            <a:ext cx="7162800" cy="2438400"/>
          </a:xfrm>
          <a:prstGeom prst="rect">
            <a:avLst/>
          </a:prstGeom>
          <a:noFill/>
          <a:ln w="12700">
            <a:noFill/>
          </a:ln>
        </p:spPr>
        <p:txBody>
          <a:bodyPr wrap="none" anchor="ctr" anchorCtr="0"/>
          <a:lstStyle>
            <a:defPPr>
              <a:defRPr lang="zh-CN"/>
            </a:defPPr>
            <a:lvl1pPr marL="0" lvl="0"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9pPr>
          </a:lstStyle>
          <a:p>
            <a:pPr marL="0" lvl="0" indent="0" algn="ctr">
              <a:spcBef>
                <a:spcPct val="0"/>
              </a:spcBef>
              <a:buClrTx/>
              <a:buSzTx/>
              <a:buFontTx/>
              <a:buNone/>
            </a:pPr>
            <a:endParaRPr lang="zh-CN" altLang="en-US" sz="1400" b="1" dirty="0">
              <a:solidFill>
                <a:schemeClr val="folHlink"/>
              </a:solidFill>
              <a:latin typeface="微软雅黑" panose="020B0503020204020204" charset="-122"/>
              <a:ea typeface="微软雅黑" panose="020B0503020204020204" charset="-122"/>
            </a:endParaRPr>
          </a:p>
        </p:txBody>
      </p:sp>
      <p:sp>
        <p:nvSpPr>
          <p:cNvPr id="5" name="Rectangle 5">
            <a:extLst>
              <a:ext uri="{FF2B5EF4-FFF2-40B4-BE49-F238E27FC236}">
                <a16:creationId xmlns:a16="http://schemas.microsoft.com/office/drawing/2014/main" id="{1D97A547-B6B7-5948-B6A9-F06DBC74BCDA}"/>
              </a:ext>
            </a:extLst>
          </p:cNvPr>
          <p:cNvSpPr/>
          <p:nvPr/>
        </p:nvSpPr>
        <p:spPr>
          <a:xfrm>
            <a:off x="967084" y="4115544"/>
            <a:ext cx="1855782" cy="609600"/>
          </a:xfrm>
          <a:prstGeom prst="rect">
            <a:avLst/>
          </a:prstGeom>
          <a:noFill/>
          <a:ln w="12700">
            <a:noFill/>
          </a:ln>
        </p:spPr>
        <p:txBody>
          <a:bodyPr wrap="none" anchor="ctr" anchorCtr="0"/>
          <a:lstStyle>
            <a:defPPr>
              <a:defRPr lang="zh-CN"/>
            </a:defPPr>
            <a:lvl1pPr marL="0" lvl="0"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9pPr>
          </a:lstStyle>
          <a:p>
            <a:pPr marL="0" lvl="0" indent="0" algn="ctr">
              <a:spcBef>
                <a:spcPct val="0"/>
              </a:spcBef>
              <a:buClrTx/>
              <a:buSzTx/>
              <a:buFontTx/>
              <a:buNone/>
            </a:pPr>
            <a:r>
              <a:rPr lang="zh-CN" altLang="en-US" b="1" dirty="0">
                <a:solidFill>
                  <a:schemeClr val="dk1"/>
                </a:solidFill>
                <a:latin typeface="Times New Roman" panose="02020603050405020304" pitchFamily="18" charset="0"/>
                <a:ea typeface="楷体" panose="02010609060101010101" charset="-122"/>
              </a:rPr>
              <a:t>（</a:t>
            </a:r>
            <a:r>
              <a:rPr lang="en-US" altLang="zh-CN" b="1" dirty="0">
                <a:solidFill>
                  <a:schemeClr val="dk1"/>
                </a:solidFill>
                <a:latin typeface="Times New Roman" panose="02020603050405020304" pitchFamily="18" charset="0"/>
                <a:ea typeface="楷体" panose="02010609060101010101" charset="-122"/>
              </a:rPr>
              <a:t>3</a:t>
            </a:r>
            <a:r>
              <a:rPr lang="zh-CN" altLang="en-US" b="1" dirty="0">
                <a:solidFill>
                  <a:schemeClr val="dk1"/>
                </a:solidFill>
                <a:latin typeface="Times New Roman" panose="02020603050405020304" pitchFamily="18" charset="0"/>
                <a:ea typeface="楷体" panose="02010609060101010101" charset="-122"/>
              </a:rPr>
              <a:t>）分阶段转换</a:t>
            </a:r>
          </a:p>
        </p:txBody>
      </p:sp>
      <p:sp>
        <p:nvSpPr>
          <p:cNvPr id="8" name="Line 21">
            <a:extLst>
              <a:ext uri="{FF2B5EF4-FFF2-40B4-BE49-F238E27FC236}">
                <a16:creationId xmlns:a16="http://schemas.microsoft.com/office/drawing/2014/main" id="{8F432C5E-158B-76A1-F304-3B570836F407}"/>
              </a:ext>
            </a:extLst>
          </p:cNvPr>
          <p:cNvSpPr/>
          <p:nvPr/>
        </p:nvSpPr>
        <p:spPr>
          <a:xfrm>
            <a:off x="1194916" y="4599186"/>
            <a:ext cx="6645275" cy="0"/>
          </a:xfrm>
          <a:prstGeom prst="line">
            <a:avLst/>
          </a:prstGeom>
          <a:ln w="9525" cap="flat" cmpd="sng">
            <a:solidFill>
              <a:schemeClr val="folHlink"/>
            </a:solidFill>
            <a:prstDash val="solid"/>
            <a:headEnd type="none" w="med" len="med"/>
            <a:tailEnd type="none" w="med" len="med"/>
          </a:ln>
        </p:spPr>
        <p:txBody>
          <a:bodyPr/>
          <a:lstStyle/>
          <a:p>
            <a:endParaRPr lang="zh-CN" altLang="en-US" sz="1400"/>
          </a:p>
        </p:txBody>
      </p:sp>
      <p:sp>
        <p:nvSpPr>
          <p:cNvPr id="9" name="Line 22">
            <a:extLst>
              <a:ext uri="{FF2B5EF4-FFF2-40B4-BE49-F238E27FC236}">
                <a16:creationId xmlns:a16="http://schemas.microsoft.com/office/drawing/2014/main" id="{89648662-2941-AFCB-F412-73B6A232553C}"/>
              </a:ext>
            </a:extLst>
          </p:cNvPr>
          <p:cNvSpPr/>
          <p:nvPr/>
        </p:nvSpPr>
        <p:spPr>
          <a:xfrm>
            <a:off x="1194916" y="6316861"/>
            <a:ext cx="6934200" cy="0"/>
          </a:xfrm>
          <a:prstGeom prst="line">
            <a:avLst/>
          </a:prstGeom>
          <a:ln w="9525" cap="flat" cmpd="sng">
            <a:solidFill>
              <a:schemeClr val="folHlink"/>
            </a:solidFill>
            <a:prstDash val="solid"/>
            <a:headEnd type="none" w="med" len="med"/>
            <a:tailEnd type="none" w="med" len="med"/>
          </a:ln>
        </p:spPr>
        <p:txBody>
          <a:bodyPr/>
          <a:lstStyle/>
          <a:p>
            <a:endParaRPr lang="zh-CN" altLang="en-US" sz="1400"/>
          </a:p>
        </p:txBody>
      </p:sp>
      <p:sp>
        <p:nvSpPr>
          <p:cNvPr id="10" name="Line 23">
            <a:extLst>
              <a:ext uri="{FF2B5EF4-FFF2-40B4-BE49-F238E27FC236}">
                <a16:creationId xmlns:a16="http://schemas.microsoft.com/office/drawing/2014/main" id="{604B096C-6A44-FB46-984B-19A57622867E}"/>
              </a:ext>
            </a:extLst>
          </p:cNvPr>
          <p:cNvSpPr/>
          <p:nvPr/>
        </p:nvSpPr>
        <p:spPr>
          <a:xfrm flipV="1">
            <a:off x="5817716" y="6072386"/>
            <a:ext cx="0" cy="244475"/>
          </a:xfrm>
          <a:prstGeom prst="line">
            <a:avLst/>
          </a:prstGeom>
          <a:ln w="9525" cap="flat" cmpd="sng">
            <a:solidFill>
              <a:schemeClr val="folHlink"/>
            </a:solidFill>
            <a:prstDash val="solid"/>
            <a:headEnd type="none" w="med" len="med"/>
            <a:tailEnd type="none" w="med" len="med"/>
          </a:ln>
        </p:spPr>
        <p:txBody>
          <a:bodyPr/>
          <a:lstStyle/>
          <a:p>
            <a:endParaRPr lang="zh-CN" altLang="en-US" sz="1400"/>
          </a:p>
        </p:txBody>
      </p:sp>
      <p:sp>
        <p:nvSpPr>
          <p:cNvPr id="11" name="Line 24">
            <a:extLst>
              <a:ext uri="{FF2B5EF4-FFF2-40B4-BE49-F238E27FC236}">
                <a16:creationId xmlns:a16="http://schemas.microsoft.com/office/drawing/2014/main" id="{C95DC9FC-83FF-07F0-246B-FC6B082C17A3}"/>
              </a:ext>
            </a:extLst>
          </p:cNvPr>
          <p:cNvSpPr/>
          <p:nvPr/>
        </p:nvSpPr>
        <p:spPr>
          <a:xfrm flipH="1">
            <a:off x="4950941" y="6072386"/>
            <a:ext cx="866775" cy="0"/>
          </a:xfrm>
          <a:prstGeom prst="line">
            <a:avLst/>
          </a:prstGeom>
          <a:ln w="9525" cap="flat" cmpd="sng">
            <a:solidFill>
              <a:schemeClr val="folHlink"/>
            </a:solidFill>
            <a:prstDash val="solid"/>
            <a:headEnd type="none" w="med" len="med"/>
            <a:tailEnd type="none" w="med" len="med"/>
          </a:ln>
        </p:spPr>
        <p:txBody>
          <a:bodyPr/>
          <a:lstStyle/>
          <a:p>
            <a:endParaRPr lang="zh-CN" altLang="en-US" sz="1400"/>
          </a:p>
        </p:txBody>
      </p:sp>
      <p:sp>
        <p:nvSpPr>
          <p:cNvPr id="12" name="Line 25">
            <a:extLst>
              <a:ext uri="{FF2B5EF4-FFF2-40B4-BE49-F238E27FC236}">
                <a16:creationId xmlns:a16="http://schemas.microsoft.com/office/drawing/2014/main" id="{7F0F9FE3-41DA-ED9B-3C67-8C3C3E6C9D0D}"/>
              </a:ext>
            </a:extLst>
          </p:cNvPr>
          <p:cNvSpPr/>
          <p:nvPr/>
        </p:nvSpPr>
        <p:spPr>
          <a:xfrm flipV="1">
            <a:off x="4950941" y="5581849"/>
            <a:ext cx="0" cy="490537"/>
          </a:xfrm>
          <a:prstGeom prst="line">
            <a:avLst/>
          </a:prstGeom>
          <a:ln w="9525" cap="flat" cmpd="sng">
            <a:solidFill>
              <a:schemeClr val="folHlink"/>
            </a:solidFill>
            <a:prstDash val="solid"/>
            <a:headEnd type="none" w="med" len="med"/>
            <a:tailEnd type="none" w="med" len="med"/>
          </a:ln>
        </p:spPr>
        <p:txBody>
          <a:bodyPr/>
          <a:lstStyle/>
          <a:p>
            <a:endParaRPr lang="zh-CN" altLang="en-US" sz="1400"/>
          </a:p>
        </p:txBody>
      </p:sp>
      <p:sp>
        <p:nvSpPr>
          <p:cNvPr id="13" name="Line 26">
            <a:extLst>
              <a:ext uri="{FF2B5EF4-FFF2-40B4-BE49-F238E27FC236}">
                <a16:creationId xmlns:a16="http://schemas.microsoft.com/office/drawing/2014/main" id="{56D5D7F0-DE83-2C96-C335-F3996263E53C}"/>
              </a:ext>
            </a:extLst>
          </p:cNvPr>
          <p:cNvSpPr/>
          <p:nvPr/>
        </p:nvSpPr>
        <p:spPr>
          <a:xfrm flipH="1">
            <a:off x="4662016" y="5581849"/>
            <a:ext cx="288925" cy="0"/>
          </a:xfrm>
          <a:prstGeom prst="line">
            <a:avLst/>
          </a:prstGeom>
          <a:ln w="9525" cap="flat" cmpd="sng">
            <a:solidFill>
              <a:schemeClr val="folHlink"/>
            </a:solidFill>
            <a:prstDash val="solid"/>
            <a:headEnd type="none" w="med" len="med"/>
            <a:tailEnd type="none" w="med" len="med"/>
          </a:ln>
        </p:spPr>
        <p:txBody>
          <a:bodyPr/>
          <a:lstStyle/>
          <a:p>
            <a:endParaRPr lang="zh-CN" altLang="en-US" sz="1400"/>
          </a:p>
        </p:txBody>
      </p:sp>
      <p:sp>
        <p:nvSpPr>
          <p:cNvPr id="14" name="Line 27">
            <a:extLst>
              <a:ext uri="{FF2B5EF4-FFF2-40B4-BE49-F238E27FC236}">
                <a16:creationId xmlns:a16="http://schemas.microsoft.com/office/drawing/2014/main" id="{C0CDA580-480D-E4FF-1710-EAF562E57F06}"/>
              </a:ext>
            </a:extLst>
          </p:cNvPr>
          <p:cNvSpPr/>
          <p:nvPr/>
        </p:nvSpPr>
        <p:spPr>
          <a:xfrm flipV="1">
            <a:off x="4662016" y="5335786"/>
            <a:ext cx="0" cy="246063"/>
          </a:xfrm>
          <a:prstGeom prst="line">
            <a:avLst/>
          </a:prstGeom>
          <a:ln w="9525" cap="flat" cmpd="sng">
            <a:solidFill>
              <a:schemeClr val="folHlink"/>
            </a:solidFill>
            <a:prstDash val="solid"/>
            <a:headEnd type="none" w="med" len="med"/>
            <a:tailEnd type="none" w="med" len="med"/>
          </a:ln>
        </p:spPr>
        <p:txBody>
          <a:bodyPr/>
          <a:lstStyle/>
          <a:p>
            <a:endParaRPr lang="zh-CN" altLang="en-US" sz="1400"/>
          </a:p>
        </p:txBody>
      </p:sp>
      <p:sp>
        <p:nvSpPr>
          <p:cNvPr id="15" name="Line 28">
            <a:extLst>
              <a:ext uri="{FF2B5EF4-FFF2-40B4-BE49-F238E27FC236}">
                <a16:creationId xmlns:a16="http://schemas.microsoft.com/office/drawing/2014/main" id="{EBB7F540-E550-0EC0-229C-0BAD1A089604}"/>
              </a:ext>
            </a:extLst>
          </p:cNvPr>
          <p:cNvSpPr/>
          <p:nvPr/>
        </p:nvSpPr>
        <p:spPr>
          <a:xfrm flipH="1">
            <a:off x="3506316" y="5335786"/>
            <a:ext cx="1155700" cy="0"/>
          </a:xfrm>
          <a:prstGeom prst="line">
            <a:avLst/>
          </a:prstGeom>
          <a:ln w="9525" cap="flat" cmpd="sng">
            <a:solidFill>
              <a:schemeClr val="folHlink"/>
            </a:solidFill>
            <a:prstDash val="solid"/>
            <a:headEnd type="none" w="med" len="med"/>
            <a:tailEnd type="none" w="med" len="med"/>
          </a:ln>
        </p:spPr>
        <p:txBody>
          <a:bodyPr/>
          <a:lstStyle/>
          <a:p>
            <a:endParaRPr lang="zh-CN" altLang="en-US" sz="1400"/>
          </a:p>
        </p:txBody>
      </p:sp>
      <p:sp>
        <p:nvSpPr>
          <p:cNvPr id="16" name="Line 29">
            <a:extLst>
              <a:ext uri="{FF2B5EF4-FFF2-40B4-BE49-F238E27FC236}">
                <a16:creationId xmlns:a16="http://schemas.microsoft.com/office/drawing/2014/main" id="{7F4415C6-C6F2-A557-3093-1F460477D98D}"/>
              </a:ext>
            </a:extLst>
          </p:cNvPr>
          <p:cNvSpPr/>
          <p:nvPr/>
        </p:nvSpPr>
        <p:spPr>
          <a:xfrm flipV="1">
            <a:off x="3506316" y="4599186"/>
            <a:ext cx="0" cy="736600"/>
          </a:xfrm>
          <a:prstGeom prst="line">
            <a:avLst/>
          </a:prstGeom>
          <a:ln w="9525" cap="flat" cmpd="sng">
            <a:solidFill>
              <a:schemeClr val="folHlink"/>
            </a:solidFill>
            <a:prstDash val="solid"/>
            <a:headEnd type="none" w="med" len="med"/>
            <a:tailEnd type="none" w="med" len="med"/>
          </a:ln>
        </p:spPr>
        <p:txBody>
          <a:bodyPr/>
          <a:lstStyle/>
          <a:p>
            <a:endParaRPr lang="zh-CN" altLang="en-US" sz="1400"/>
          </a:p>
        </p:txBody>
      </p:sp>
      <p:sp>
        <p:nvSpPr>
          <p:cNvPr id="17" name="Text Box 30">
            <a:extLst>
              <a:ext uri="{FF2B5EF4-FFF2-40B4-BE49-F238E27FC236}">
                <a16:creationId xmlns:a16="http://schemas.microsoft.com/office/drawing/2014/main" id="{892F7675-E8C5-4D09-EC13-B35572B1B6C9}"/>
              </a:ext>
            </a:extLst>
          </p:cNvPr>
          <p:cNvSpPr txBox="1"/>
          <p:nvPr/>
        </p:nvSpPr>
        <p:spPr>
          <a:xfrm>
            <a:off x="1813868" y="5976075"/>
            <a:ext cx="2889250" cy="368300"/>
          </a:xfrm>
          <a:prstGeom prst="rect">
            <a:avLst/>
          </a:prstGeom>
          <a:noFill/>
          <a:ln w="9525">
            <a:noFill/>
          </a:ln>
        </p:spPr>
        <p:txBody>
          <a:bodyPr/>
          <a:lstStyle>
            <a:defPPr>
              <a:defRPr lang="zh-CN"/>
            </a:defPPr>
            <a:lvl1pPr marL="0" lvl="0"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9pPr>
          </a:lstStyle>
          <a:p>
            <a:pPr marL="0" lvl="0" indent="0" algn="just">
              <a:spcBef>
                <a:spcPct val="0"/>
              </a:spcBef>
              <a:buClrTx/>
              <a:buSzTx/>
              <a:buFontTx/>
              <a:buNone/>
            </a:pPr>
            <a:r>
              <a:rPr lang="zh-CN" altLang="en-US" b="1" dirty="0">
                <a:solidFill>
                  <a:schemeClr val="dk1"/>
                </a:solidFill>
                <a:latin typeface="Times New Roman" panose="02020603050405020304" pitchFamily="18" charset="0"/>
                <a:ea typeface="楷体" panose="02010609060101010101" charset="-122"/>
              </a:rPr>
              <a:t>旧系统运行</a:t>
            </a:r>
          </a:p>
        </p:txBody>
      </p:sp>
      <p:sp>
        <p:nvSpPr>
          <p:cNvPr id="18" name="Text Box 31">
            <a:extLst>
              <a:ext uri="{FF2B5EF4-FFF2-40B4-BE49-F238E27FC236}">
                <a16:creationId xmlns:a16="http://schemas.microsoft.com/office/drawing/2014/main" id="{77A07D58-5787-E69B-34A5-7DD555B06874}"/>
              </a:ext>
            </a:extLst>
          </p:cNvPr>
          <p:cNvSpPr txBox="1"/>
          <p:nvPr/>
        </p:nvSpPr>
        <p:spPr>
          <a:xfrm>
            <a:off x="4472136" y="4593378"/>
            <a:ext cx="2232025" cy="363538"/>
          </a:xfrm>
          <a:prstGeom prst="rect">
            <a:avLst/>
          </a:prstGeom>
          <a:noFill/>
          <a:ln w="9525">
            <a:noFill/>
          </a:ln>
        </p:spPr>
        <p:txBody>
          <a:bodyPr/>
          <a:lstStyle>
            <a:defPPr>
              <a:defRPr lang="zh-CN"/>
            </a:defPPr>
            <a:lvl1pPr marL="0" lvl="0"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9pPr>
          </a:lstStyle>
          <a:p>
            <a:pPr marL="0" lvl="0" indent="0" algn="just">
              <a:spcBef>
                <a:spcPct val="0"/>
              </a:spcBef>
              <a:buClrTx/>
              <a:buSzTx/>
              <a:buFontTx/>
              <a:buNone/>
            </a:pPr>
            <a:r>
              <a:rPr lang="zh-CN" altLang="en-US" b="1" dirty="0">
                <a:solidFill>
                  <a:schemeClr val="dk1"/>
                </a:solidFill>
                <a:latin typeface="Times New Roman" panose="02020603050405020304" pitchFamily="18" charset="0"/>
                <a:ea typeface="楷体" panose="02010609060101010101" charset="-122"/>
              </a:rPr>
              <a:t>新系统运行</a:t>
            </a:r>
          </a:p>
        </p:txBody>
      </p:sp>
      <p:sp>
        <p:nvSpPr>
          <p:cNvPr id="19" name="Line 32">
            <a:extLst>
              <a:ext uri="{FF2B5EF4-FFF2-40B4-BE49-F238E27FC236}">
                <a16:creationId xmlns:a16="http://schemas.microsoft.com/office/drawing/2014/main" id="{41B420D5-4675-7D82-DB00-E23AF435C398}"/>
              </a:ext>
            </a:extLst>
          </p:cNvPr>
          <p:cNvSpPr/>
          <p:nvPr/>
        </p:nvSpPr>
        <p:spPr>
          <a:xfrm>
            <a:off x="3506316" y="6316861"/>
            <a:ext cx="0" cy="492125"/>
          </a:xfrm>
          <a:prstGeom prst="line">
            <a:avLst/>
          </a:prstGeom>
          <a:ln w="9525" cap="flat" cmpd="sng">
            <a:solidFill>
              <a:schemeClr val="folHlink"/>
            </a:solidFill>
            <a:prstDash val="solid"/>
            <a:headEnd type="none" w="med" len="med"/>
            <a:tailEnd type="none" w="med" len="med"/>
          </a:ln>
        </p:spPr>
        <p:txBody>
          <a:bodyPr/>
          <a:lstStyle/>
          <a:p>
            <a:endParaRPr lang="zh-CN" altLang="en-US" sz="1400"/>
          </a:p>
        </p:txBody>
      </p:sp>
      <p:sp>
        <p:nvSpPr>
          <p:cNvPr id="20" name="Line 33">
            <a:extLst>
              <a:ext uri="{FF2B5EF4-FFF2-40B4-BE49-F238E27FC236}">
                <a16:creationId xmlns:a16="http://schemas.microsoft.com/office/drawing/2014/main" id="{961CEAC6-2F91-6C20-8312-203CBBB4CEC0}"/>
              </a:ext>
            </a:extLst>
          </p:cNvPr>
          <p:cNvSpPr/>
          <p:nvPr/>
        </p:nvSpPr>
        <p:spPr>
          <a:xfrm>
            <a:off x="5817716" y="6316861"/>
            <a:ext cx="0" cy="492125"/>
          </a:xfrm>
          <a:prstGeom prst="line">
            <a:avLst/>
          </a:prstGeom>
          <a:ln w="9525" cap="flat" cmpd="sng">
            <a:solidFill>
              <a:schemeClr val="folHlink"/>
            </a:solidFill>
            <a:prstDash val="solid"/>
            <a:headEnd type="none" w="med" len="med"/>
            <a:tailEnd type="none" w="med" len="med"/>
          </a:ln>
        </p:spPr>
        <p:txBody>
          <a:bodyPr/>
          <a:lstStyle/>
          <a:p>
            <a:endParaRPr lang="zh-CN" altLang="en-US" sz="1400"/>
          </a:p>
        </p:txBody>
      </p:sp>
      <p:sp>
        <p:nvSpPr>
          <p:cNvPr id="21" name="Line 34">
            <a:extLst>
              <a:ext uri="{FF2B5EF4-FFF2-40B4-BE49-F238E27FC236}">
                <a16:creationId xmlns:a16="http://schemas.microsoft.com/office/drawing/2014/main" id="{8C52548D-697C-8FB8-09FE-D570B3535F10}"/>
              </a:ext>
            </a:extLst>
          </p:cNvPr>
          <p:cNvSpPr/>
          <p:nvPr/>
        </p:nvSpPr>
        <p:spPr>
          <a:xfrm>
            <a:off x="3480916" y="6580386"/>
            <a:ext cx="2362200" cy="0"/>
          </a:xfrm>
          <a:prstGeom prst="line">
            <a:avLst/>
          </a:prstGeom>
          <a:ln w="19050" cap="flat" cmpd="sng">
            <a:solidFill>
              <a:schemeClr val="folHlink"/>
            </a:solidFill>
            <a:prstDash val="solid"/>
            <a:headEnd type="triangle" w="lg" len="med"/>
            <a:tailEnd type="triangle" w="lg" len="med"/>
          </a:ln>
        </p:spPr>
        <p:txBody>
          <a:bodyPr/>
          <a:lstStyle/>
          <a:p>
            <a:endParaRPr lang="zh-CN" altLang="en-US" sz="1400"/>
          </a:p>
        </p:txBody>
      </p:sp>
      <p:sp>
        <p:nvSpPr>
          <p:cNvPr id="22" name="Text Box 35">
            <a:extLst>
              <a:ext uri="{FF2B5EF4-FFF2-40B4-BE49-F238E27FC236}">
                <a16:creationId xmlns:a16="http://schemas.microsoft.com/office/drawing/2014/main" id="{FA9CE5C5-7D20-034B-2044-BB950984D03B}"/>
              </a:ext>
            </a:extLst>
          </p:cNvPr>
          <p:cNvSpPr txBox="1"/>
          <p:nvPr/>
        </p:nvSpPr>
        <p:spPr>
          <a:xfrm>
            <a:off x="4090516" y="6351786"/>
            <a:ext cx="1133475" cy="446088"/>
          </a:xfrm>
          <a:prstGeom prst="rect">
            <a:avLst/>
          </a:prstGeom>
          <a:noFill/>
          <a:ln w="9525">
            <a:noFill/>
          </a:ln>
        </p:spPr>
        <p:txBody>
          <a:bodyPr/>
          <a:lstStyle>
            <a:defPPr>
              <a:defRPr lang="zh-CN"/>
            </a:defPPr>
            <a:lvl1pPr marL="0" lvl="0"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9pPr>
          </a:lstStyle>
          <a:p>
            <a:pPr marL="0" lvl="0" indent="0" algn="just">
              <a:spcBef>
                <a:spcPct val="0"/>
              </a:spcBef>
              <a:buClrTx/>
              <a:buSzTx/>
              <a:buFontTx/>
              <a:buNone/>
            </a:pPr>
            <a:r>
              <a:rPr lang="zh-CN" altLang="en-US" b="1" dirty="0">
                <a:solidFill>
                  <a:schemeClr val="dk1"/>
                </a:solidFill>
                <a:latin typeface="Times New Roman" panose="02020603050405020304" pitchFamily="18" charset="0"/>
                <a:ea typeface="楷体" panose="02010609060101010101" charset="-122"/>
              </a:rPr>
              <a:t>转换期</a:t>
            </a:r>
          </a:p>
        </p:txBody>
      </p:sp>
      <p:sp>
        <p:nvSpPr>
          <p:cNvPr id="23" name="Line 18">
            <a:extLst>
              <a:ext uri="{FF2B5EF4-FFF2-40B4-BE49-F238E27FC236}">
                <a16:creationId xmlns:a16="http://schemas.microsoft.com/office/drawing/2014/main" id="{54D56EE4-67F7-8F4B-66C8-FF6136F8B0D8}"/>
              </a:ext>
            </a:extLst>
          </p:cNvPr>
          <p:cNvSpPr/>
          <p:nvPr>
            <p:custDataLst>
              <p:tags r:id="rId23"/>
            </p:custDataLst>
          </p:nvPr>
        </p:nvSpPr>
        <p:spPr>
          <a:xfrm flipV="1">
            <a:off x="1194916" y="6316860"/>
            <a:ext cx="4622800" cy="2686"/>
          </a:xfrm>
          <a:prstGeom prst="line">
            <a:avLst/>
          </a:prstGeom>
          <a:ln w="19050" cap="flat" cmpd="sng">
            <a:solidFill>
              <a:schemeClr val="folHlink"/>
            </a:solidFill>
            <a:prstDash val="solid"/>
            <a:headEnd type="none" w="med" len="med"/>
            <a:tailEnd type="triangle" w="lg" len="med"/>
          </a:ln>
        </p:spPr>
      </p:sp>
      <p:sp>
        <p:nvSpPr>
          <p:cNvPr id="24" name="Line 18">
            <a:extLst>
              <a:ext uri="{FF2B5EF4-FFF2-40B4-BE49-F238E27FC236}">
                <a16:creationId xmlns:a16="http://schemas.microsoft.com/office/drawing/2014/main" id="{7A0765DD-FF28-105E-708C-A0911C60AAF3}"/>
              </a:ext>
            </a:extLst>
          </p:cNvPr>
          <p:cNvSpPr/>
          <p:nvPr/>
        </p:nvSpPr>
        <p:spPr>
          <a:xfrm flipV="1">
            <a:off x="3506315" y="4596506"/>
            <a:ext cx="4429963" cy="2680"/>
          </a:xfrm>
          <a:prstGeom prst="line">
            <a:avLst/>
          </a:prstGeom>
          <a:ln w="19050" cap="flat" cmpd="sng">
            <a:solidFill>
              <a:schemeClr val="folHlink"/>
            </a:solidFill>
            <a:prstDash val="solid"/>
            <a:headEnd type="none" w="med" len="med"/>
            <a:tailEnd type="triangle" w="lg" len="med"/>
          </a:ln>
        </p:spPr>
        <p:txBody>
          <a:bodyPr/>
          <a:lstStyle/>
          <a:p>
            <a:endParaRPr lang="zh-CN" altLang="en-US" sz="1400"/>
          </a:p>
        </p:txBody>
      </p:sp>
    </p:spTree>
    <p:custDataLst>
      <p:tags r:id="rId1"/>
    </p:custDataLst>
    <p:extLst>
      <p:ext uri="{BB962C8B-B14F-4D97-AF65-F5344CB8AC3E}">
        <p14:creationId xmlns:p14="http://schemas.microsoft.com/office/powerpoint/2010/main" val="31134931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7" r:link="rId8"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9" r:link="rId10"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73730" name="Text Box 3"/>
          <p:cNvSpPr txBox="1"/>
          <p:nvPr>
            <p:custDataLst>
              <p:tags r:id="rId4"/>
            </p:custDataLst>
          </p:nvPr>
        </p:nvSpPr>
        <p:spPr>
          <a:xfrm>
            <a:off x="1979712" y="1772816"/>
            <a:ext cx="6324600" cy="396938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eaLnBrk="1" hangingPunct="1">
              <a:spcBef>
                <a:spcPct val="100000"/>
              </a:spcBef>
              <a:buClr>
                <a:srgbClr val="FF0000"/>
              </a:buClr>
              <a:buSzTx/>
              <a:buFontTx/>
              <a:buNone/>
            </a:pP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第</a:t>
            </a:r>
            <a:r>
              <a:rPr lang="en-US" altLang="zh-CN" sz="3600" b="1" dirty="0">
                <a:solidFill>
                  <a:schemeClr val="dk1"/>
                </a:solidFill>
                <a:latin typeface="Times New Roman" panose="02020603050405020304" pitchFamily="18" charset="0"/>
                <a:ea typeface="楷体" panose="02010609060101010101" charset="-122"/>
                <a:cs typeface="微软雅黑" panose="020B0503020204020204" charset="-122"/>
              </a:rPr>
              <a:t>1</a:t>
            </a: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节   信息系统实施概述</a:t>
            </a:r>
          </a:p>
          <a:p>
            <a:pPr marL="0" lvl="0" indent="0" eaLnBrk="1" hangingPunct="1">
              <a:spcBef>
                <a:spcPct val="100000"/>
              </a:spcBef>
              <a:buClr>
                <a:srgbClr val="FF0000"/>
              </a:buClr>
              <a:buSzTx/>
              <a:buFontTx/>
              <a:buNone/>
            </a:pP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第</a:t>
            </a:r>
            <a:r>
              <a:rPr lang="en-US" altLang="zh-CN" sz="3600" b="1" dirty="0">
                <a:solidFill>
                  <a:schemeClr val="dk1"/>
                </a:solidFill>
                <a:latin typeface="Times New Roman" panose="02020603050405020304" pitchFamily="18" charset="0"/>
                <a:ea typeface="楷体" panose="02010609060101010101" charset="-122"/>
                <a:cs typeface="微软雅黑" panose="020B0503020204020204" charset="-122"/>
              </a:rPr>
              <a:t>2</a:t>
            </a: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节  信息系统调试</a:t>
            </a:r>
          </a:p>
          <a:p>
            <a:pPr marL="0" lvl="0" indent="0" eaLnBrk="1" hangingPunct="1">
              <a:spcBef>
                <a:spcPct val="100000"/>
              </a:spcBef>
              <a:buClr>
                <a:srgbClr val="FF0000"/>
              </a:buClr>
              <a:buSzTx/>
              <a:buFontTx/>
              <a:buNone/>
            </a:pP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第</a:t>
            </a:r>
            <a:r>
              <a:rPr lang="en-US" altLang="zh-CN" sz="3600" b="1" dirty="0">
                <a:solidFill>
                  <a:schemeClr val="dk1"/>
                </a:solidFill>
                <a:latin typeface="Times New Roman" panose="02020603050405020304" pitchFamily="18" charset="0"/>
                <a:ea typeface="楷体" panose="02010609060101010101" charset="-122"/>
                <a:cs typeface="微软雅黑" panose="020B0503020204020204" charset="-122"/>
              </a:rPr>
              <a:t>3</a:t>
            </a:r>
            <a:r>
              <a:rPr lang="zh-CN" altLang="en-US" sz="3600" b="1" dirty="0">
                <a:solidFill>
                  <a:schemeClr val="dk1"/>
                </a:solidFill>
                <a:latin typeface="Times New Roman" panose="02020603050405020304" pitchFamily="18" charset="0"/>
                <a:ea typeface="楷体" panose="02010609060101010101" charset="-122"/>
                <a:cs typeface="微软雅黑" panose="020B0503020204020204" charset="-122"/>
              </a:rPr>
              <a:t>节   信息系统转换</a:t>
            </a:r>
          </a:p>
          <a:p>
            <a:pPr marL="0" lvl="0" indent="0" eaLnBrk="1" hangingPunct="1">
              <a:spcBef>
                <a:spcPct val="100000"/>
              </a:spcBef>
              <a:buClr>
                <a:srgbClr val="FF0000"/>
              </a:buClr>
              <a:buSzTx/>
              <a:buFontTx/>
              <a:buNone/>
            </a:pPr>
            <a:r>
              <a:rPr lang="zh-CN" altLang="en-US" sz="3600" b="1" dirty="0">
                <a:solidFill>
                  <a:srgbClr val="FF0000"/>
                </a:solidFill>
                <a:latin typeface="Times New Roman" panose="02020603050405020304" pitchFamily="18" charset="0"/>
                <a:ea typeface="楷体" panose="02010609060101010101" charset="-122"/>
                <a:cs typeface="微软雅黑" panose="020B0503020204020204" charset="-122"/>
              </a:rPr>
              <a:t>第</a:t>
            </a:r>
            <a:r>
              <a:rPr lang="en-US" altLang="zh-CN" sz="3600" b="1" dirty="0">
                <a:solidFill>
                  <a:srgbClr val="FF0000"/>
                </a:solidFill>
                <a:latin typeface="Times New Roman" panose="02020603050405020304" pitchFamily="18" charset="0"/>
                <a:ea typeface="楷体" panose="02010609060101010101" charset="-122"/>
                <a:cs typeface="微软雅黑" panose="020B0503020204020204" charset="-122"/>
              </a:rPr>
              <a:t>4</a:t>
            </a:r>
            <a:r>
              <a:rPr lang="zh-CN" altLang="en-US" sz="3600" b="1" dirty="0">
                <a:solidFill>
                  <a:srgbClr val="FF0000"/>
                </a:solidFill>
                <a:latin typeface="Times New Roman" panose="02020603050405020304" pitchFamily="18" charset="0"/>
                <a:ea typeface="楷体" panose="02010609060101010101" charset="-122"/>
                <a:cs typeface="微软雅黑" panose="020B0503020204020204" charset="-122"/>
              </a:rPr>
              <a:t>节   信息系统运行与维护</a:t>
            </a:r>
          </a:p>
        </p:txBody>
      </p:sp>
      <p:sp>
        <p:nvSpPr>
          <p:cNvPr id="690181" name="Rectangle 5"/>
          <p:cNvSpPr>
            <a:spLocks noGrp="1" noChangeArrowheads="1"/>
          </p:cNvSpPr>
          <p:nvPr>
            <p:ph type="title" idx="4294967295"/>
          </p:nvPr>
        </p:nvSpPr>
        <p:spPr>
          <a:xfrm>
            <a:off x="831532" y="476672"/>
            <a:ext cx="7772400" cy="1143000"/>
          </a:xfrm>
          <a:noFill/>
          <a:ln>
            <a:noFill/>
          </a:ln>
          <a:effectLst/>
        </p:spPr>
        <p:txBody>
          <a:bodyPr vert="horz" wrap="square" lIns="92075" tIns="46038" rIns="92075" bIns="46038" numCol="1" anchor="ctr" anchorCtr="0" compatLnSpc="1">
            <a:noAutofit/>
          </a:bodyPr>
          <a:lstStyle>
            <a:lvl1pPr algn="ctr" rtl="0" eaLnBrk="0" fontAlgn="base" hangingPunct="0">
              <a:spcBef>
                <a:spcPct val="0"/>
              </a:spcBef>
              <a:spcAft>
                <a:spcPct val="0"/>
              </a:spcAft>
              <a:defRPr sz="4400" kern="12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lvl="0" algn="ctr" defTabSz="914400" eaLnBrk="1" hangingPunct="1">
              <a:buClrTx/>
              <a:buSzTx/>
              <a:buFontTx/>
              <a:defRPr/>
            </a:pPr>
            <a:r>
              <a:rPr kumimoji="1" lang="zh-CN" altLang="en-US" sz="4000" b="1" noProof="0" dirty="0">
                <a:ln>
                  <a:noFill/>
                </a:ln>
                <a:solidFill>
                  <a:schemeClr val="accent1"/>
                </a:solidFill>
                <a:effectLst/>
                <a:uLnTx/>
                <a:uFillTx/>
                <a:latin typeface="Times New Roman" panose="02020603050405020304" pitchFamily="18" charset="0"/>
                <a:ea typeface="楷体" panose="02010609060101010101" charset="-122"/>
                <a:cs typeface="汉仪旗黑-85S" charset="0"/>
                <a:sym typeface="+mn-ea"/>
              </a:rPr>
              <a:t>第6章 信息系统实施与管理</a:t>
            </a:r>
          </a:p>
        </p:txBody>
      </p:sp>
    </p:spTree>
    <p:custDataLst>
      <p:tags r:id="rId1"/>
    </p:custDataLst>
    <p:extLst>
      <p:ext uri="{BB962C8B-B14F-4D97-AF65-F5344CB8AC3E}">
        <p14:creationId xmlns:p14="http://schemas.microsoft.com/office/powerpoint/2010/main" val="34907905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7" r:link="rId8"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9" r:link="rId10"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96258" name="Text Box 2"/>
          <p:cNvSpPr txBox="1"/>
          <p:nvPr/>
        </p:nvSpPr>
        <p:spPr>
          <a:xfrm>
            <a:off x="1343871" y="623607"/>
            <a:ext cx="739140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第</a:t>
            </a:r>
            <a:r>
              <a:rPr lang="en-US" altLang="zh-CN" sz="4000" b="1" dirty="0">
                <a:solidFill>
                  <a:schemeClr val="accent1"/>
                </a:solidFill>
                <a:latin typeface="Times New Roman" panose="02020603050405020304" pitchFamily="18" charset="0"/>
                <a:ea typeface="楷体" panose="02010609060101010101" charset="-122"/>
                <a:cs typeface="微软雅黑" panose="020B0503020204020204" charset="-122"/>
              </a:rPr>
              <a:t>4</a:t>
            </a: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节   信息系统运行与维护</a:t>
            </a:r>
          </a:p>
        </p:txBody>
      </p:sp>
      <p:sp>
        <p:nvSpPr>
          <p:cNvPr id="96259" name="Rectangle 3"/>
          <p:cNvSpPr/>
          <p:nvPr>
            <p:custDataLst>
              <p:tags r:id="rId4"/>
            </p:custDataLst>
          </p:nvPr>
        </p:nvSpPr>
        <p:spPr>
          <a:xfrm>
            <a:off x="544060" y="1571177"/>
            <a:ext cx="3055645"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spcBef>
                <a:spcPct val="0"/>
              </a:spcBef>
              <a:buClrTx/>
              <a:buSzTx/>
              <a:buFont typeface="Wingdings" pitchFamily="2" charset="2"/>
              <a:buChar char="Ø"/>
            </a:pPr>
            <a:r>
              <a:rPr lang="zh-CN" altLang="en-US" sz="2800" b="1" dirty="0">
                <a:latin typeface="Times New Roman" panose="02020603050405020304" pitchFamily="18" charset="0"/>
                <a:ea typeface="楷体" panose="02010609060101010101" charset="-122"/>
                <a:cs typeface="微软雅黑" panose="020B0503020204020204" charset="-122"/>
              </a:rPr>
              <a:t>组织机构的设置</a:t>
            </a:r>
          </a:p>
        </p:txBody>
      </p:sp>
      <p:sp>
        <p:nvSpPr>
          <p:cNvPr id="96260" name="Text Box 4"/>
          <p:cNvSpPr txBox="1"/>
          <p:nvPr>
            <p:custDataLst>
              <p:tags r:id="rId5"/>
            </p:custDataLst>
          </p:nvPr>
        </p:nvSpPr>
        <p:spPr>
          <a:xfrm>
            <a:off x="796766" y="2244741"/>
            <a:ext cx="8077200" cy="2864503"/>
          </a:xfrm>
          <a:prstGeom prst="rect">
            <a:avLst/>
          </a:prstGeom>
          <a:noFill/>
          <a:ln w="9525">
            <a:noFill/>
          </a:ln>
        </p:spPr>
        <p:txBody>
          <a:bodyPr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spcBef>
                <a:spcPct val="50000"/>
              </a:spcBef>
              <a:buClr>
                <a:schemeClr val="tx1"/>
              </a:buClr>
              <a:buSzTx/>
            </a:pPr>
            <a:r>
              <a:rPr lang="zh-CN" altLang="en-US" sz="2400" b="1" dirty="0">
                <a:solidFill>
                  <a:schemeClr val="dk1"/>
                </a:solidFill>
                <a:latin typeface="Times New Roman" panose="02020603050405020304" pitchFamily="18" charset="0"/>
                <a:ea typeface="楷体" panose="02010609060101010101" charset="-122"/>
                <a:cs typeface="微软雅黑" panose="020B0503020204020204" charset="-122"/>
              </a:rPr>
              <a:t>机构设置：设置组织机构是保证系统正常运转的基本条件之一。一般设置</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硬件维护、软件维护、信息维护和行政管理等部门</a:t>
            </a:r>
          </a:p>
          <a:p>
            <a:pPr lvl="0" eaLnBrk="1" hangingPunct="1">
              <a:spcBef>
                <a:spcPct val="50000"/>
              </a:spcBef>
              <a:buClr>
                <a:schemeClr val="tx1"/>
              </a:buClr>
              <a:buSzTx/>
            </a:pPr>
            <a:r>
              <a:rPr lang="zh-CN" altLang="en-US" sz="2400" b="1" dirty="0">
                <a:solidFill>
                  <a:schemeClr val="dk1"/>
                </a:solidFill>
                <a:latin typeface="Times New Roman" panose="02020603050405020304" pitchFamily="18" charset="0"/>
                <a:ea typeface="楷体" panose="02010609060101010101" charset="-122"/>
                <a:cs typeface="微软雅黑" panose="020B0503020204020204" charset="-122"/>
              </a:rPr>
              <a:t>人员配备：管理信息系统的运行管理是一项需要多方协调的系统性工作，需要多方面人员的密切配合，并牢固树立为用户服务的观点。包括</a:t>
            </a:r>
            <a:r>
              <a:rPr lang="zh-CN" altLang="en-US" sz="2400" b="1" dirty="0">
                <a:solidFill>
                  <a:srgbClr val="0070C0"/>
                </a:solidFill>
                <a:latin typeface="Times New Roman" panose="02020603050405020304" pitchFamily="18" charset="0"/>
                <a:ea typeface="楷体" panose="02010609060101010101" charset="-122"/>
                <a:cs typeface="微软雅黑" panose="020B0503020204020204" charset="-122"/>
              </a:rPr>
              <a:t>系统运行管理负责人、软件维护人员、硬件维护人员、操作人员、行政管理人员</a:t>
            </a:r>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7" r:link="rId8"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9" r:link="rId10"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96258" name="Text Box 2"/>
          <p:cNvSpPr txBox="1"/>
          <p:nvPr/>
        </p:nvSpPr>
        <p:spPr>
          <a:xfrm>
            <a:off x="1343871" y="623607"/>
            <a:ext cx="739140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第</a:t>
            </a:r>
            <a:r>
              <a:rPr lang="en-US" altLang="zh-CN" sz="4000" b="1" dirty="0">
                <a:solidFill>
                  <a:schemeClr val="accent1"/>
                </a:solidFill>
                <a:latin typeface="Times New Roman" panose="02020603050405020304" pitchFamily="18" charset="0"/>
                <a:ea typeface="楷体" panose="02010609060101010101" charset="-122"/>
                <a:cs typeface="微软雅黑" panose="020B0503020204020204" charset="-122"/>
              </a:rPr>
              <a:t>4</a:t>
            </a: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节   信息系统运行与维护</a:t>
            </a:r>
          </a:p>
        </p:txBody>
      </p:sp>
      <p:sp>
        <p:nvSpPr>
          <p:cNvPr id="96259" name="Rectangle 3"/>
          <p:cNvSpPr/>
          <p:nvPr>
            <p:custDataLst>
              <p:tags r:id="rId4"/>
            </p:custDataLst>
          </p:nvPr>
        </p:nvSpPr>
        <p:spPr>
          <a:xfrm>
            <a:off x="544060" y="1571177"/>
            <a:ext cx="3055645"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spcBef>
                <a:spcPct val="0"/>
              </a:spcBef>
              <a:buClrTx/>
              <a:buSzTx/>
              <a:buFont typeface="Wingdings" pitchFamily="2" charset="2"/>
              <a:buChar char="Ø"/>
            </a:pPr>
            <a:r>
              <a:rPr lang="zh-CN" altLang="en-US" sz="2800" b="1" dirty="0">
                <a:latin typeface="Times New Roman" panose="02020603050405020304" pitchFamily="18" charset="0"/>
                <a:ea typeface="楷体" panose="02010609060101010101" charset="-122"/>
              </a:rPr>
              <a:t>信息系统的维护</a:t>
            </a:r>
          </a:p>
        </p:txBody>
      </p:sp>
      <p:sp>
        <p:nvSpPr>
          <p:cNvPr id="2" name="Text Box 2">
            <a:extLst>
              <a:ext uri="{FF2B5EF4-FFF2-40B4-BE49-F238E27FC236}">
                <a16:creationId xmlns:a16="http://schemas.microsoft.com/office/drawing/2014/main" id="{22725CCC-3C39-87DD-81DA-8335A6666793}"/>
              </a:ext>
            </a:extLst>
          </p:cNvPr>
          <p:cNvSpPr txBox="1"/>
          <p:nvPr>
            <p:custDataLst>
              <p:tags r:id="rId5"/>
            </p:custDataLst>
          </p:nvPr>
        </p:nvSpPr>
        <p:spPr>
          <a:xfrm>
            <a:off x="675552" y="2268804"/>
            <a:ext cx="8077200" cy="4815807"/>
          </a:xfrm>
          <a:prstGeom prst="rect">
            <a:avLst/>
          </a:prstGeom>
          <a:noFill/>
          <a:ln w="9525">
            <a:noFill/>
          </a:ln>
        </p:spPr>
        <p:txBody>
          <a:bodyPr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buClr>
                <a:schemeClr val="tx1"/>
              </a:buClr>
              <a:buSzTx/>
            </a:pPr>
            <a:r>
              <a:rPr lang="zh-CN" altLang="en-US" sz="2400" b="1" dirty="0">
                <a:solidFill>
                  <a:schemeClr val="dk1"/>
                </a:solidFill>
                <a:latin typeface="Times New Roman" panose="02020603050405020304" pitchFamily="18" charset="0"/>
                <a:ea typeface="楷体" panose="02010609060101010101" charset="-122"/>
              </a:rPr>
              <a:t>硬件维护</a:t>
            </a:r>
          </a:p>
          <a:p>
            <a:pPr lvl="1" eaLnBrk="1" hangingPunct="1">
              <a:buSzTx/>
              <a:buFont typeface="Wingdings" pitchFamily="2" charset="2"/>
              <a:buChar char="ü"/>
            </a:pPr>
            <a:r>
              <a:rPr lang="zh-CN" altLang="en-US" sz="2000" b="1" dirty="0">
                <a:solidFill>
                  <a:schemeClr val="dk1"/>
                </a:solidFill>
                <a:latin typeface="Times New Roman" panose="02020603050405020304" pitchFamily="18" charset="0"/>
                <a:ea typeface="楷体" panose="02010609060101010101" charset="-122"/>
              </a:rPr>
              <a:t>突发性故障维护：对于突发性的故障</a:t>
            </a:r>
            <a:r>
              <a:rPr lang="zh-CN" altLang="en-US" sz="2000" b="1" dirty="0">
                <a:solidFill>
                  <a:srgbClr val="0070C0"/>
                </a:solidFill>
                <a:latin typeface="Times New Roman" panose="02020603050405020304" pitchFamily="18" charset="0"/>
                <a:ea typeface="楷体" panose="02010609060101010101" charset="-122"/>
              </a:rPr>
              <a:t>集中人力检修或更换</a:t>
            </a:r>
            <a:endParaRPr lang="zh-CN" altLang="en-US" sz="2000" b="1" dirty="0">
              <a:solidFill>
                <a:schemeClr val="dk1"/>
              </a:solidFill>
              <a:latin typeface="Times New Roman" panose="02020603050405020304" pitchFamily="18" charset="0"/>
              <a:ea typeface="楷体" panose="02010609060101010101" charset="-122"/>
            </a:endParaRPr>
          </a:p>
          <a:p>
            <a:pPr lvl="1" eaLnBrk="1" hangingPunct="1">
              <a:buSzTx/>
              <a:buFont typeface="Wingdings" pitchFamily="2" charset="2"/>
              <a:buChar char="ü"/>
            </a:pPr>
            <a:r>
              <a:rPr lang="zh-CN" altLang="en-US" sz="2000" b="1" dirty="0">
                <a:solidFill>
                  <a:schemeClr val="dk1"/>
                </a:solidFill>
                <a:latin typeface="Times New Roman" panose="02020603050405020304" pitchFamily="18" charset="0"/>
                <a:ea typeface="楷体" panose="02010609060101010101" charset="-122"/>
              </a:rPr>
              <a:t>定期预防性维护：按照一定的设备维护理论，</a:t>
            </a:r>
            <a:r>
              <a:rPr lang="zh-CN" altLang="en-US" sz="2000" b="1" dirty="0">
                <a:solidFill>
                  <a:srgbClr val="0070C0"/>
                </a:solidFill>
                <a:latin typeface="Times New Roman" panose="02020603050405020304" pitchFamily="18" charset="0"/>
                <a:ea typeface="楷体" panose="02010609060101010101" charset="-122"/>
              </a:rPr>
              <a:t>定期</a:t>
            </a:r>
            <a:r>
              <a:rPr lang="zh-CN" altLang="en-US" sz="2000" b="1" dirty="0">
                <a:solidFill>
                  <a:schemeClr val="dk1"/>
                </a:solidFill>
                <a:latin typeface="Times New Roman" panose="02020603050405020304" pitchFamily="18" charset="0"/>
                <a:ea typeface="楷体" panose="02010609060101010101" charset="-122"/>
              </a:rPr>
              <a:t>对系统设备进行</a:t>
            </a:r>
            <a:r>
              <a:rPr lang="zh-CN" altLang="en-US" sz="2000" b="1" dirty="0">
                <a:solidFill>
                  <a:srgbClr val="0070C0"/>
                </a:solidFill>
                <a:latin typeface="Times New Roman" panose="02020603050405020304" pitchFamily="18" charset="0"/>
                <a:ea typeface="楷体" panose="02010609060101010101" charset="-122"/>
              </a:rPr>
              <a:t>检查和保养</a:t>
            </a:r>
            <a:endParaRPr lang="zh-CN" altLang="en-US" sz="2000" b="1" dirty="0">
              <a:solidFill>
                <a:schemeClr val="dk1"/>
              </a:solidFill>
              <a:latin typeface="Times New Roman" panose="02020603050405020304" pitchFamily="18" charset="0"/>
              <a:ea typeface="楷体" panose="02010609060101010101" charset="-122"/>
            </a:endParaRPr>
          </a:p>
          <a:p>
            <a:pPr lvl="0" eaLnBrk="1" hangingPunct="1">
              <a:buClr>
                <a:schemeClr val="tx1"/>
              </a:buClr>
              <a:buSzTx/>
            </a:pPr>
            <a:r>
              <a:rPr lang="zh-CN" altLang="en-US" sz="2400" b="1" dirty="0">
                <a:solidFill>
                  <a:schemeClr val="dk1"/>
                </a:solidFill>
                <a:latin typeface="Times New Roman" panose="02020603050405020304" pitchFamily="18" charset="0"/>
                <a:ea typeface="楷体" panose="02010609060101010101" charset="-122"/>
              </a:rPr>
              <a:t>软件维护</a:t>
            </a:r>
          </a:p>
          <a:p>
            <a:pPr lvl="1" eaLnBrk="1" hangingPunct="1">
              <a:buSzTx/>
              <a:buFont typeface="Wingdings" pitchFamily="2" charset="2"/>
              <a:buChar char="ü"/>
            </a:pPr>
            <a:r>
              <a:rPr lang="zh-CN" altLang="en-US" sz="1800" b="1" dirty="0">
                <a:solidFill>
                  <a:schemeClr val="dk1"/>
                </a:solidFill>
                <a:latin typeface="Times New Roman" panose="02020603050405020304" pitchFamily="18" charset="0"/>
                <a:ea typeface="楷体" panose="02010609060101010101" charset="-122"/>
              </a:rPr>
              <a:t>正确性维护：</a:t>
            </a:r>
            <a:r>
              <a:rPr lang="zh-CN" altLang="en-US" sz="1800" b="1" dirty="0">
                <a:solidFill>
                  <a:srgbClr val="0070C0"/>
                </a:solidFill>
                <a:latin typeface="Times New Roman" panose="02020603050405020304" pitchFamily="18" charset="0"/>
                <a:ea typeface="楷体" panose="02010609060101010101" charset="-122"/>
              </a:rPr>
              <a:t>改正</a:t>
            </a:r>
            <a:r>
              <a:rPr lang="zh-CN" altLang="en-US" sz="1800" b="1" dirty="0">
                <a:solidFill>
                  <a:schemeClr val="dk1"/>
                </a:solidFill>
                <a:latin typeface="Times New Roman" panose="02020603050405020304" pitchFamily="18" charset="0"/>
                <a:ea typeface="楷体" panose="02010609060101010101" charset="-122"/>
              </a:rPr>
              <a:t>在系统开发阶段</a:t>
            </a:r>
            <a:r>
              <a:rPr lang="zh-CN" altLang="en-US" sz="1800" b="1" dirty="0">
                <a:solidFill>
                  <a:srgbClr val="0070C0"/>
                </a:solidFill>
                <a:latin typeface="Times New Roman" panose="02020603050405020304" pitchFamily="18" charset="0"/>
                <a:ea typeface="楷体" panose="02010609060101010101" charset="-122"/>
              </a:rPr>
              <a:t>已经发生</a:t>
            </a:r>
            <a:r>
              <a:rPr lang="zh-CN" altLang="en-US" sz="1800" b="1" dirty="0">
                <a:solidFill>
                  <a:schemeClr val="dk1"/>
                </a:solidFill>
                <a:latin typeface="Times New Roman" panose="02020603050405020304" pitchFamily="18" charset="0"/>
                <a:ea typeface="楷体" panose="02010609060101010101" charset="-122"/>
              </a:rPr>
              <a:t>而在系统</a:t>
            </a:r>
            <a:r>
              <a:rPr lang="zh-CN" altLang="en-US" sz="1800" b="1" dirty="0">
                <a:solidFill>
                  <a:srgbClr val="0070C0"/>
                </a:solidFill>
                <a:latin typeface="Times New Roman" panose="02020603050405020304" pitchFamily="18" charset="0"/>
                <a:ea typeface="楷体" panose="02010609060101010101" charset="-122"/>
              </a:rPr>
              <a:t>测试</a:t>
            </a:r>
            <a:r>
              <a:rPr lang="zh-CN" altLang="en-US" sz="1800" b="1" dirty="0">
                <a:solidFill>
                  <a:schemeClr val="dk1"/>
                </a:solidFill>
                <a:latin typeface="Times New Roman" panose="02020603050405020304" pitchFamily="18" charset="0"/>
                <a:ea typeface="楷体" panose="02010609060101010101" charset="-122"/>
              </a:rPr>
              <a:t>过程</a:t>
            </a:r>
            <a:r>
              <a:rPr lang="zh-CN" altLang="en-US" sz="1800" b="1" dirty="0">
                <a:solidFill>
                  <a:srgbClr val="0070C0"/>
                </a:solidFill>
                <a:latin typeface="Times New Roman" panose="02020603050405020304" pitchFamily="18" charset="0"/>
                <a:ea typeface="楷体" panose="02010609060101010101" charset="-122"/>
              </a:rPr>
              <a:t>尚未发现的错误</a:t>
            </a:r>
            <a:endParaRPr lang="zh-CN" altLang="en-US" sz="1800" b="1" dirty="0">
              <a:solidFill>
                <a:schemeClr val="dk1"/>
              </a:solidFill>
              <a:latin typeface="Times New Roman" panose="02020603050405020304" pitchFamily="18" charset="0"/>
              <a:ea typeface="楷体" panose="02010609060101010101" charset="-122"/>
            </a:endParaRPr>
          </a:p>
          <a:p>
            <a:pPr lvl="1" eaLnBrk="1" hangingPunct="1">
              <a:buSzTx/>
              <a:buFont typeface="Wingdings" pitchFamily="2" charset="2"/>
              <a:buChar char="ü"/>
            </a:pPr>
            <a:r>
              <a:rPr lang="zh-CN" altLang="en-US" sz="1800" b="1" dirty="0">
                <a:solidFill>
                  <a:schemeClr val="dk1"/>
                </a:solidFill>
                <a:latin typeface="Times New Roman" panose="02020603050405020304" pitchFamily="18" charset="0"/>
                <a:ea typeface="楷体" panose="02010609060101010101" charset="-122"/>
              </a:rPr>
              <a:t>适应性维护：为适应用户外部环境、内部条件发生变化，对系统提出</a:t>
            </a:r>
            <a:r>
              <a:rPr lang="zh-CN" altLang="en-US" sz="1800" b="1" dirty="0">
                <a:solidFill>
                  <a:srgbClr val="0070C0"/>
                </a:solidFill>
                <a:latin typeface="Times New Roman" panose="02020603050405020304" pitchFamily="18" charset="0"/>
                <a:ea typeface="楷体" panose="02010609060101010101" charset="-122"/>
              </a:rPr>
              <a:t>新的要求而进行的修改</a:t>
            </a:r>
            <a:endParaRPr lang="en-US" altLang="zh-CN" sz="1800" b="1" dirty="0">
              <a:solidFill>
                <a:srgbClr val="0070C0"/>
              </a:solidFill>
              <a:latin typeface="Times New Roman" panose="02020603050405020304" pitchFamily="18" charset="0"/>
              <a:ea typeface="楷体" panose="02010609060101010101" charset="-122"/>
            </a:endParaRPr>
          </a:p>
          <a:p>
            <a:pPr lvl="1" eaLnBrk="1" hangingPunct="1">
              <a:buSzTx/>
              <a:buFont typeface="Wingdings" pitchFamily="2" charset="2"/>
              <a:buChar char="ü"/>
            </a:pPr>
            <a:r>
              <a:rPr lang="zh-CN" altLang="en-US" sz="1800" dirty="0">
                <a:solidFill>
                  <a:schemeClr val="dk1"/>
                </a:solidFill>
                <a:latin typeface="Times New Roman" panose="02020603050405020304" pitchFamily="18" charset="0"/>
                <a:ea typeface="楷体" panose="02010609060101010101" charset="-122"/>
              </a:rPr>
              <a:t>完善性维护：为进一步</a:t>
            </a:r>
            <a:r>
              <a:rPr lang="zh-CN" altLang="en-US" sz="1800" dirty="0">
                <a:solidFill>
                  <a:srgbClr val="0070C0"/>
                </a:solidFill>
                <a:latin typeface="Times New Roman" panose="02020603050405020304" pitchFamily="18" charset="0"/>
                <a:ea typeface="楷体" panose="02010609060101010101" charset="-122"/>
              </a:rPr>
              <a:t>扩充系统功能和改善性能</a:t>
            </a:r>
            <a:r>
              <a:rPr lang="zh-CN" altLang="en-US" sz="1800" dirty="0">
                <a:solidFill>
                  <a:schemeClr val="dk1"/>
                </a:solidFill>
                <a:latin typeface="Times New Roman" panose="02020603050405020304" pitchFamily="18" charset="0"/>
                <a:ea typeface="楷体" panose="02010609060101010101" charset="-122"/>
              </a:rPr>
              <a:t>进行的修改</a:t>
            </a:r>
            <a:endParaRPr lang="en-US" altLang="zh-CN" sz="1800" dirty="0">
              <a:solidFill>
                <a:schemeClr val="dk1"/>
              </a:solidFill>
              <a:latin typeface="Times New Roman" panose="02020603050405020304" pitchFamily="18" charset="0"/>
              <a:ea typeface="楷体" panose="02010609060101010101" charset="-122"/>
            </a:endParaRPr>
          </a:p>
          <a:p>
            <a:pPr lvl="1" eaLnBrk="1" hangingPunct="1">
              <a:buSzTx/>
              <a:buFont typeface="Wingdings" pitchFamily="2" charset="2"/>
              <a:buChar char="ü"/>
            </a:pPr>
            <a:r>
              <a:rPr lang="zh-CN" altLang="en-US" sz="1800" dirty="0">
                <a:solidFill>
                  <a:schemeClr val="dk1"/>
                </a:solidFill>
                <a:latin typeface="Times New Roman" panose="02020603050405020304" pitchFamily="18" charset="0"/>
                <a:ea typeface="楷体" panose="02010609060101010101" charset="-122"/>
              </a:rPr>
              <a:t>预防性维护：为</a:t>
            </a:r>
            <a:r>
              <a:rPr lang="zh-CN" altLang="en-US" sz="1800" dirty="0">
                <a:solidFill>
                  <a:srgbClr val="0070C0"/>
                </a:solidFill>
                <a:latin typeface="Times New Roman" panose="02020603050405020304" pitchFamily="18" charset="0"/>
                <a:ea typeface="楷体" panose="02010609060101010101" charset="-122"/>
              </a:rPr>
              <a:t>减少或避免</a:t>
            </a:r>
            <a:r>
              <a:rPr lang="zh-CN" altLang="en-US" sz="1800" dirty="0">
                <a:solidFill>
                  <a:schemeClr val="dk1"/>
                </a:solidFill>
                <a:latin typeface="Times New Roman" panose="02020603050405020304" pitchFamily="18" charset="0"/>
                <a:ea typeface="楷体" panose="02010609060101010101" charset="-122"/>
              </a:rPr>
              <a:t>以后需要进行的上述</a:t>
            </a:r>
            <a:r>
              <a:rPr lang="zh-CN" altLang="en-US" sz="1800" dirty="0">
                <a:solidFill>
                  <a:srgbClr val="0070C0"/>
                </a:solidFill>
                <a:latin typeface="Times New Roman" panose="02020603050405020304" pitchFamily="18" charset="0"/>
                <a:ea typeface="楷体" panose="02010609060101010101" charset="-122"/>
              </a:rPr>
              <a:t>三类维护</a:t>
            </a:r>
            <a:r>
              <a:rPr lang="zh-CN" altLang="en-US" sz="1800" dirty="0">
                <a:solidFill>
                  <a:schemeClr val="dk1"/>
                </a:solidFill>
                <a:latin typeface="Times New Roman" panose="02020603050405020304" pitchFamily="18" charset="0"/>
                <a:ea typeface="楷体" panose="02010609060101010101" charset="-122"/>
              </a:rPr>
              <a:t>而进行的维护</a:t>
            </a:r>
            <a:endParaRPr lang="en-US" altLang="zh-CN" sz="1800" dirty="0">
              <a:solidFill>
                <a:schemeClr val="dk1"/>
              </a:solidFill>
              <a:latin typeface="Times New Roman" panose="02020603050405020304" pitchFamily="18" charset="0"/>
              <a:ea typeface="楷体" panose="02010609060101010101" charset="-122"/>
            </a:endParaRPr>
          </a:p>
          <a:p>
            <a:pPr lvl="1" eaLnBrk="1" hangingPunct="1">
              <a:buSzTx/>
              <a:buFont typeface="Wingdings" pitchFamily="2" charset="2"/>
              <a:buChar char="ü"/>
            </a:pPr>
            <a:r>
              <a:rPr lang="zh-CN" altLang="en-US" sz="1800" dirty="0">
                <a:solidFill>
                  <a:schemeClr val="dk1"/>
                </a:solidFill>
                <a:latin typeface="Times New Roman" panose="02020603050405020304" pitchFamily="18" charset="0"/>
                <a:ea typeface="楷体" panose="02010609060101010101" charset="-122"/>
              </a:rPr>
              <a:t>系统运行软件环境维护或更新：</a:t>
            </a:r>
            <a:r>
              <a:rPr lang="zh-CN" altLang="en-US" sz="1800" dirty="0">
                <a:solidFill>
                  <a:srgbClr val="0070C0"/>
                </a:solidFill>
                <a:latin typeface="Times New Roman" panose="02020603050405020304" pitchFamily="18" charset="0"/>
                <a:ea typeface="楷体" panose="02010609060101010101" charset="-122"/>
              </a:rPr>
              <a:t>操作系统</a:t>
            </a:r>
            <a:r>
              <a:rPr lang="zh-CN" altLang="en-US" sz="1800" dirty="0">
                <a:solidFill>
                  <a:schemeClr val="dk1"/>
                </a:solidFill>
                <a:latin typeface="Times New Roman" panose="02020603050405020304" pitchFamily="18" charset="0"/>
                <a:ea typeface="楷体" panose="02010609060101010101" charset="-122"/>
              </a:rPr>
              <a:t>等系统软件新的版本的出现后，对其进行评估，决定是否更新。</a:t>
            </a:r>
          </a:p>
          <a:p>
            <a:pPr lvl="1" eaLnBrk="1" hangingPunct="1">
              <a:buSzTx/>
              <a:buFont typeface="Wingdings" pitchFamily="2" charset="2"/>
              <a:buChar char="ü"/>
            </a:pPr>
            <a:endParaRPr lang="zh-CN" altLang="en-US" sz="2000" b="1" dirty="0">
              <a:solidFill>
                <a:srgbClr val="0070C0"/>
              </a:solidFill>
              <a:latin typeface="Times New Roman" panose="02020603050405020304" pitchFamily="18" charset="0"/>
              <a:ea typeface="楷体" panose="02010609060101010101" charset="-122"/>
            </a:endParaRPr>
          </a:p>
        </p:txBody>
      </p:sp>
    </p:spTree>
    <p:custDataLst>
      <p:tags r:id="rId1"/>
    </p:custDataLst>
    <p:extLst>
      <p:ext uri="{BB962C8B-B14F-4D97-AF65-F5344CB8AC3E}">
        <p14:creationId xmlns:p14="http://schemas.microsoft.com/office/powerpoint/2010/main" val="41719659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7" r:link="rId8"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9" r:link="rId10"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96258" name="Text Box 2"/>
          <p:cNvSpPr txBox="1"/>
          <p:nvPr/>
        </p:nvSpPr>
        <p:spPr>
          <a:xfrm>
            <a:off x="1343871" y="623607"/>
            <a:ext cx="739140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第</a:t>
            </a:r>
            <a:r>
              <a:rPr lang="en-US" altLang="zh-CN" sz="4000" b="1" dirty="0">
                <a:solidFill>
                  <a:schemeClr val="accent1"/>
                </a:solidFill>
                <a:latin typeface="Times New Roman" panose="02020603050405020304" pitchFamily="18" charset="0"/>
                <a:ea typeface="楷体" panose="02010609060101010101" charset="-122"/>
                <a:cs typeface="微软雅黑" panose="020B0503020204020204" charset="-122"/>
              </a:rPr>
              <a:t>4</a:t>
            </a: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节   信息系统运行与维护</a:t>
            </a:r>
          </a:p>
        </p:txBody>
      </p:sp>
      <p:sp>
        <p:nvSpPr>
          <p:cNvPr id="96259" name="Rectangle 3"/>
          <p:cNvSpPr/>
          <p:nvPr>
            <p:custDataLst>
              <p:tags r:id="rId4"/>
            </p:custDataLst>
          </p:nvPr>
        </p:nvSpPr>
        <p:spPr>
          <a:xfrm>
            <a:off x="544060" y="1571177"/>
            <a:ext cx="3055645"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spcBef>
                <a:spcPct val="0"/>
              </a:spcBef>
              <a:buClrTx/>
              <a:buSzTx/>
              <a:buFont typeface="Wingdings" pitchFamily="2" charset="2"/>
              <a:buChar char="Ø"/>
            </a:pPr>
            <a:r>
              <a:rPr lang="zh-CN" altLang="en-US" sz="2800" b="1" dirty="0">
                <a:latin typeface="Times New Roman" panose="02020603050405020304" pitchFamily="18" charset="0"/>
                <a:ea typeface="楷体" panose="02010609060101010101" charset="-122"/>
              </a:rPr>
              <a:t>信息系统的维护</a:t>
            </a:r>
          </a:p>
        </p:txBody>
      </p:sp>
      <p:sp>
        <p:nvSpPr>
          <p:cNvPr id="2" name="Text Box 2">
            <a:extLst>
              <a:ext uri="{FF2B5EF4-FFF2-40B4-BE49-F238E27FC236}">
                <a16:creationId xmlns:a16="http://schemas.microsoft.com/office/drawing/2014/main" id="{22725CCC-3C39-87DD-81DA-8335A6666793}"/>
              </a:ext>
            </a:extLst>
          </p:cNvPr>
          <p:cNvSpPr txBox="1"/>
          <p:nvPr>
            <p:custDataLst>
              <p:tags r:id="rId5"/>
            </p:custDataLst>
          </p:nvPr>
        </p:nvSpPr>
        <p:spPr>
          <a:xfrm>
            <a:off x="668160" y="2063313"/>
            <a:ext cx="8224319" cy="2248950"/>
          </a:xfrm>
          <a:prstGeom prst="rect">
            <a:avLst/>
          </a:prstGeom>
          <a:noFill/>
          <a:ln w="9525">
            <a:noFill/>
          </a:ln>
        </p:spPr>
        <p:txBody>
          <a:bodyPr wrap="squar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buClr>
                <a:schemeClr val="tx1"/>
              </a:buClr>
              <a:buSzTx/>
            </a:pPr>
            <a:r>
              <a:rPr lang="zh-CN" altLang="en-US" sz="2400" b="1" dirty="0">
                <a:solidFill>
                  <a:schemeClr val="dk1"/>
                </a:solidFill>
                <a:latin typeface="Times New Roman" panose="02020603050405020304" pitchFamily="18" charset="0"/>
                <a:ea typeface="楷体" panose="02010609060101010101" charset="-122"/>
              </a:rPr>
              <a:t>数据维护</a:t>
            </a:r>
          </a:p>
          <a:p>
            <a:pPr lvl="1" eaLnBrk="1" hangingPunct="1">
              <a:buSzTx/>
              <a:buFont typeface="Wingdings" pitchFamily="2" charset="2"/>
              <a:buChar char="ü"/>
            </a:pPr>
            <a:r>
              <a:rPr lang="zh-CN" altLang="en-US" sz="2000" dirty="0">
                <a:solidFill>
                  <a:schemeClr val="dk1"/>
                </a:solidFill>
                <a:latin typeface="Times New Roman" panose="02020603050405020304" pitchFamily="18" charset="0"/>
                <a:ea typeface="楷体" panose="02010609060101010101" charset="-122"/>
              </a:rPr>
              <a:t>数据备份：</a:t>
            </a:r>
            <a:r>
              <a:rPr lang="zh-CN" altLang="en-US" sz="2000" dirty="0">
                <a:solidFill>
                  <a:srgbClr val="0070C0"/>
                </a:solidFill>
                <a:latin typeface="Times New Roman" panose="02020603050405020304" pitchFamily="18" charset="0"/>
                <a:ea typeface="楷体" panose="02010609060101010101" charset="-122"/>
              </a:rPr>
              <a:t>经常或定期</a:t>
            </a:r>
            <a:r>
              <a:rPr lang="zh-CN" altLang="en-US" sz="2000" dirty="0">
                <a:solidFill>
                  <a:schemeClr val="dk1"/>
                </a:solidFill>
                <a:latin typeface="Times New Roman" panose="02020603050405020304" pitchFamily="18" charset="0"/>
                <a:ea typeface="楷体" panose="02010609060101010101" charset="-122"/>
              </a:rPr>
              <a:t>对重要数据进行</a:t>
            </a:r>
            <a:r>
              <a:rPr lang="zh-CN" altLang="en-US" sz="2000" dirty="0">
                <a:solidFill>
                  <a:srgbClr val="0070C0"/>
                </a:solidFill>
                <a:latin typeface="Times New Roman" panose="02020603050405020304" pitchFamily="18" charset="0"/>
                <a:ea typeface="楷体" panose="02010609060101010101" charset="-122"/>
              </a:rPr>
              <a:t>备份</a:t>
            </a:r>
            <a:endParaRPr lang="en-US" altLang="zh-CN" sz="2000" dirty="0">
              <a:solidFill>
                <a:schemeClr val="dk1"/>
              </a:solidFill>
              <a:latin typeface="Times New Roman" panose="02020603050405020304" pitchFamily="18" charset="0"/>
              <a:ea typeface="楷体" panose="02010609060101010101" charset="-122"/>
            </a:endParaRPr>
          </a:p>
          <a:p>
            <a:pPr lvl="1" eaLnBrk="1" hangingPunct="1">
              <a:buSzTx/>
              <a:buFont typeface="Wingdings" pitchFamily="2" charset="2"/>
              <a:buChar char="ü"/>
            </a:pPr>
            <a:r>
              <a:rPr lang="zh-CN" altLang="en-US" sz="2000" dirty="0">
                <a:solidFill>
                  <a:schemeClr val="dk1"/>
                </a:solidFill>
                <a:latin typeface="Times New Roman" panose="02020603050405020304" pitchFamily="18" charset="0"/>
                <a:ea typeface="楷体" panose="02010609060101010101" charset="-122"/>
              </a:rPr>
              <a:t>存储空间整理：对系统运行过程中产生的各种</a:t>
            </a:r>
            <a:r>
              <a:rPr lang="zh-CN" altLang="en-US" sz="2000" dirty="0">
                <a:solidFill>
                  <a:srgbClr val="0070C0"/>
                </a:solidFill>
                <a:latin typeface="Times New Roman" panose="02020603050405020304" pitchFamily="18" charset="0"/>
                <a:ea typeface="楷体" panose="02010609060101010101" charset="-122"/>
              </a:rPr>
              <a:t>临时文件</a:t>
            </a:r>
            <a:r>
              <a:rPr lang="zh-CN" altLang="en-US" sz="2000" dirty="0">
                <a:solidFill>
                  <a:schemeClr val="dk1"/>
                </a:solidFill>
                <a:latin typeface="Times New Roman" panose="02020603050405020304" pitchFamily="18" charset="0"/>
                <a:ea typeface="楷体" panose="02010609060101010101" charset="-122"/>
              </a:rPr>
              <a:t>等进行</a:t>
            </a:r>
            <a:r>
              <a:rPr lang="zh-CN" altLang="en-US" sz="2000" dirty="0">
                <a:solidFill>
                  <a:srgbClr val="0070C0"/>
                </a:solidFill>
                <a:latin typeface="Times New Roman" panose="02020603050405020304" pitchFamily="18" charset="0"/>
                <a:ea typeface="楷体" panose="02010609060101010101" charset="-122"/>
              </a:rPr>
              <a:t>清理</a:t>
            </a:r>
            <a:r>
              <a:rPr lang="zh-CN" altLang="en-US" sz="2000" dirty="0">
                <a:solidFill>
                  <a:schemeClr val="dk1"/>
                </a:solidFill>
                <a:latin typeface="Times New Roman" panose="02020603050405020304" pitchFamily="18" charset="0"/>
                <a:ea typeface="楷体" panose="02010609060101010101" charset="-122"/>
              </a:rPr>
              <a:t>，减少存储空间的无谓占用，</a:t>
            </a:r>
            <a:r>
              <a:rPr lang="zh-CN" altLang="en-US" sz="2000" dirty="0">
                <a:solidFill>
                  <a:srgbClr val="0070C0"/>
                </a:solidFill>
                <a:latin typeface="Times New Roman" panose="02020603050405020304" pitchFamily="18" charset="0"/>
                <a:ea typeface="楷体" panose="02010609060101010101" charset="-122"/>
              </a:rPr>
              <a:t>提高系统运行效率</a:t>
            </a:r>
          </a:p>
          <a:p>
            <a:pPr lvl="1" eaLnBrk="1" hangingPunct="1">
              <a:buSzTx/>
              <a:buFont typeface="Wingdings" pitchFamily="2" charset="2"/>
              <a:buChar char="ü"/>
            </a:pPr>
            <a:endParaRPr lang="zh-CN" altLang="en-US" sz="2000" b="1" dirty="0">
              <a:solidFill>
                <a:schemeClr val="dk1"/>
              </a:solidFill>
              <a:latin typeface="Times New Roman" panose="02020603050405020304" pitchFamily="18" charset="0"/>
              <a:ea typeface="楷体" panose="02010609060101010101" charset="-122"/>
            </a:endParaRPr>
          </a:p>
          <a:p>
            <a:pPr lvl="1" eaLnBrk="1" hangingPunct="1">
              <a:buSzTx/>
              <a:buFont typeface="Wingdings" pitchFamily="2" charset="2"/>
              <a:buChar char="ü"/>
            </a:pPr>
            <a:endParaRPr lang="zh-CN" altLang="en-US" sz="2000" b="1" dirty="0">
              <a:solidFill>
                <a:schemeClr val="dk1"/>
              </a:solidFill>
              <a:latin typeface="Times New Roman" panose="02020603050405020304" pitchFamily="18" charset="0"/>
              <a:ea typeface="楷体" panose="02010609060101010101" charset="-122"/>
            </a:endParaRPr>
          </a:p>
        </p:txBody>
      </p:sp>
    </p:spTree>
    <p:custDataLst>
      <p:tags r:id="rId1"/>
    </p:custDataLst>
    <p:extLst>
      <p:ext uri="{BB962C8B-B14F-4D97-AF65-F5344CB8AC3E}">
        <p14:creationId xmlns:p14="http://schemas.microsoft.com/office/powerpoint/2010/main" val="30644352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8" r:link="rId9"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10" r:link="rId11"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96258" name="Text Box 2"/>
          <p:cNvSpPr txBox="1"/>
          <p:nvPr/>
        </p:nvSpPr>
        <p:spPr>
          <a:xfrm>
            <a:off x="1343871" y="623607"/>
            <a:ext cx="739140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第</a:t>
            </a:r>
            <a:r>
              <a:rPr lang="en-US" altLang="zh-CN" sz="4000" b="1" dirty="0">
                <a:solidFill>
                  <a:schemeClr val="accent1"/>
                </a:solidFill>
                <a:latin typeface="Times New Roman" panose="02020603050405020304" pitchFamily="18" charset="0"/>
                <a:ea typeface="楷体" panose="02010609060101010101" charset="-122"/>
                <a:cs typeface="微软雅黑" panose="020B0503020204020204" charset="-122"/>
              </a:rPr>
              <a:t>4</a:t>
            </a: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节   信息系统运行与维护</a:t>
            </a:r>
          </a:p>
        </p:txBody>
      </p:sp>
      <p:sp>
        <p:nvSpPr>
          <p:cNvPr id="96259" name="Rectangle 3"/>
          <p:cNvSpPr/>
          <p:nvPr>
            <p:custDataLst>
              <p:tags r:id="rId4"/>
            </p:custDataLst>
          </p:nvPr>
        </p:nvSpPr>
        <p:spPr>
          <a:xfrm>
            <a:off x="544060" y="1571177"/>
            <a:ext cx="3055645"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spcBef>
                <a:spcPct val="0"/>
              </a:spcBef>
              <a:buClrTx/>
              <a:buSzTx/>
              <a:buFont typeface="Wingdings" pitchFamily="2" charset="2"/>
              <a:buChar char="Ø"/>
            </a:pPr>
            <a:r>
              <a:rPr lang="zh-CN" altLang="en-US" sz="2800" b="1" dirty="0">
                <a:latin typeface="Times New Roman" panose="02020603050405020304" pitchFamily="18" charset="0"/>
                <a:ea typeface="楷体" panose="02010609060101010101" charset="-122"/>
              </a:rPr>
              <a:t>信息系统的评价</a:t>
            </a:r>
          </a:p>
        </p:txBody>
      </p:sp>
      <p:sp>
        <p:nvSpPr>
          <p:cNvPr id="3" name="Text Box 3">
            <a:extLst>
              <a:ext uri="{FF2B5EF4-FFF2-40B4-BE49-F238E27FC236}">
                <a16:creationId xmlns:a16="http://schemas.microsoft.com/office/drawing/2014/main" id="{8257020E-5571-8788-8A7B-0AEBA54DA67B}"/>
              </a:ext>
            </a:extLst>
          </p:cNvPr>
          <p:cNvSpPr txBox="1"/>
          <p:nvPr>
            <p:custDataLst>
              <p:tags r:id="rId5"/>
            </p:custDataLst>
          </p:nvPr>
        </p:nvSpPr>
        <p:spPr>
          <a:xfrm>
            <a:off x="827584" y="2094397"/>
            <a:ext cx="8316416" cy="463846"/>
          </a:xfrm>
          <a:prstGeom prst="rect">
            <a:avLst/>
          </a:prstGeom>
          <a:noFill/>
          <a:ln w="9525">
            <a:noFill/>
          </a:ln>
        </p:spPr>
        <p:txBody>
          <a:bodyPr wrap="squar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eaLnBrk="1" hangingPunct="1">
              <a:buClr>
                <a:schemeClr val="folHlink"/>
              </a:buClr>
              <a:buSzTx/>
              <a:buFontTx/>
              <a:buNone/>
            </a:pPr>
            <a:r>
              <a:rPr lang="zh-CN" altLang="en-US" sz="2400" b="1" dirty="0">
                <a:solidFill>
                  <a:schemeClr val="dk1"/>
                </a:solidFill>
                <a:latin typeface="Times New Roman" panose="02020603050405020304" pitchFamily="18" charset="0"/>
                <a:ea typeface="楷体" panose="02010609060101010101" charset="-122"/>
              </a:rPr>
              <a:t>系统评价体系由</a:t>
            </a:r>
            <a:r>
              <a:rPr lang="zh-CN" altLang="en-US" sz="2400" b="1" dirty="0">
                <a:solidFill>
                  <a:srgbClr val="0070C0"/>
                </a:solidFill>
                <a:latin typeface="Times New Roman" panose="02020603050405020304" pitchFamily="18" charset="0"/>
                <a:ea typeface="楷体" panose="02010609060101010101" charset="-122"/>
              </a:rPr>
              <a:t>系统建设、系统性能、系统应用</a:t>
            </a:r>
            <a:r>
              <a:rPr lang="zh-CN" altLang="en-US" sz="2400" b="1" dirty="0">
                <a:solidFill>
                  <a:schemeClr val="dk1"/>
                </a:solidFill>
                <a:latin typeface="Times New Roman" panose="02020603050405020304" pitchFamily="18" charset="0"/>
                <a:ea typeface="楷体" panose="02010609060101010101" charset="-122"/>
              </a:rPr>
              <a:t>等方面构成。</a:t>
            </a:r>
          </a:p>
        </p:txBody>
      </p:sp>
      <p:sp>
        <p:nvSpPr>
          <p:cNvPr id="4" name="Text Box 3">
            <a:extLst>
              <a:ext uri="{FF2B5EF4-FFF2-40B4-BE49-F238E27FC236}">
                <a16:creationId xmlns:a16="http://schemas.microsoft.com/office/drawing/2014/main" id="{ECFBB8B8-F416-EABB-8528-56C9338F90DD}"/>
              </a:ext>
            </a:extLst>
          </p:cNvPr>
          <p:cNvSpPr txBox="1"/>
          <p:nvPr>
            <p:custDataLst>
              <p:tags r:id="rId6"/>
            </p:custDataLst>
          </p:nvPr>
        </p:nvSpPr>
        <p:spPr>
          <a:xfrm>
            <a:off x="3492396" y="2642532"/>
            <a:ext cx="3055645" cy="2679837"/>
          </a:xfrm>
          <a:prstGeom prst="rect">
            <a:avLst/>
          </a:prstGeom>
          <a:noFill/>
          <a:ln w="9525">
            <a:noFill/>
          </a:ln>
        </p:spPr>
        <p:txBody>
          <a:bodyPr wrap="square" lIns="90000" tIns="46800" rIns="90000" bIns="4680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buClr>
                <a:schemeClr val="tx1"/>
              </a:buClr>
              <a:buSzTx/>
            </a:pPr>
            <a:r>
              <a:rPr lang="zh-CN" altLang="en-US" sz="2400" b="1" dirty="0">
                <a:solidFill>
                  <a:schemeClr val="dk1"/>
                </a:solidFill>
                <a:latin typeface="Times New Roman" panose="02020603050405020304" pitchFamily="18" charset="0"/>
                <a:ea typeface="楷体" panose="02010609060101010101" charset="-122"/>
              </a:rPr>
              <a:t>系统性能评价：</a:t>
            </a:r>
          </a:p>
          <a:p>
            <a:pPr marL="457200" lvl="1" indent="0" eaLnBrk="1" hangingPunct="1">
              <a:buSzTx/>
              <a:buChar char="•"/>
            </a:pPr>
            <a:r>
              <a:rPr lang="zh-CN" altLang="en-US" sz="2000" dirty="0">
                <a:solidFill>
                  <a:schemeClr val="dk1"/>
                </a:solidFill>
                <a:latin typeface="Times New Roman" panose="02020603050405020304" pitchFamily="18" charset="0"/>
                <a:ea typeface="楷体" panose="02010609060101010101" charset="-122"/>
              </a:rPr>
              <a:t>可靠性</a:t>
            </a:r>
          </a:p>
          <a:p>
            <a:pPr marL="457200" lvl="1" indent="0" eaLnBrk="1" hangingPunct="1">
              <a:buSzTx/>
              <a:buChar char="•"/>
            </a:pPr>
            <a:r>
              <a:rPr lang="zh-CN" altLang="en-US" sz="2000" dirty="0">
                <a:solidFill>
                  <a:schemeClr val="dk1"/>
                </a:solidFill>
                <a:latin typeface="Times New Roman" panose="02020603050405020304" pitchFamily="18" charset="0"/>
                <a:ea typeface="楷体" panose="02010609060101010101" charset="-122"/>
              </a:rPr>
              <a:t>系统效率</a:t>
            </a:r>
          </a:p>
          <a:p>
            <a:pPr marL="457200" lvl="1" indent="0" eaLnBrk="1" hangingPunct="1">
              <a:buSzTx/>
              <a:buChar char="•"/>
            </a:pPr>
            <a:r>
              <a:rPr lang="zh-CN" altLang="en-US" sz="2000" dirty="0">
                <a:solidFill>
                  <a:schemeClr val="dk1"/>
                </a:solidFill>
                <a:latin typeface="Times New Roman" panose="02020603050405020304" pitchFamily="18" charset="0"/>
                <a:ea typeface="楷体" panose="02010609060101010101" charset="-122"/>
              </a:rPr>
              <a:t>可维护性</a:t>
            </a:r>
          </a:p>
          <a:p>
            <a:pPr marL="457200" lvl="1" indent="0" eaLnBrk="1" hangingPunct="1">
              <a:buSzTx/>
              <a:buChar char="•"/>
            </a:pPr>
            <a:r>
              <a:rPr lang="zh-CN" altLang="en-US" sz="2000" dirty="0">
                <a:solidFill>
                  <a:schemeClr val="dk1"/>
                </a:solidFill>
                <a:latin typeface="Times New Roman" panose="02020603050405020304" pitchFamily="18" charset="0"/>
                <a:ea typeface="楷体" panose="02010609060101010101" charset="-122"/>
              </a:rPr>
              <a:t>可扩充性</a:t>
            </a:r>
          </a:p>
          <a:p>
            <a:pPr marL="457200" lvl="1" indent="0" eaLnBrk="1" hangingPunct="1">
              <a:buSzTx/>
              <a:buChar char="•"/>
            </a:pPr>
            <a:r>
              <a:rPr lang="zh-CN" altLang="en-US" sz="2000" dirty="0">
                <a:solidFill>
                  <a:schemeClr val="dk1"/>
                </a:solidFill>
                <a:latin typeface="Times New Roman" panose="02020603050405020304" pitchFamily="18" charset="0"/>
                <a:ea typeface="楷体" panose="02010609060101010101" charset="-122"/>
              </a:rPr>
              <a:t>可移植性</a:t>
            </a:r>
          </a:p>
          <a:p>
            <a:pPr marL="457200" lvl="1" indent="0" eaLnBrk="1" hangingPunct="1">
              <a:buSzTx/>
              <a:buChar char="•"/>
            </a:pPr>
            <a:r>
              <a:rPr lang="zh-CN" altLang="en-US" sz="2000" dirty="0">
                <a:solidFill>
                  <a:schemeClr val="dk1"/>
                </a:solidFill>
                <a:latin typeface="Times New Roman" panose="02020603050405020304" pitchFamily="18" charset="0"/>
                <a:ea typeface="楷体" panose="02010609060101010101" charset="-122"/>
              </a:rPr>
              <a:t>安全保密性</a:t>
            </a:r>
          </a:p>
        </p:txBody>
      </p:sp>
      <p:sp>
        <p:nvSpPr>
          <p:cNvPr id="10" name="文本框 9">
            <a:extLst>
              <a:ext uri="{FF2B5EF4-FFF2-40B4-BE49-F238E27FC236}">
                <a16:creationId xmlns:a16="http://schemas.microsoft.com/office/drawing/2014/main" id="{A94962F2-32AD-DE64-D3F7-9D121E066EA7}"/>
              </a:ext>
            </a:extLst>
          </p:cNvPr>
          <p:cNvSpPr txBox="1"/>
          <p:nvPr/>
        </p:nvSpPr>
        <p:spPr>
          <a:xfrm>
            <a:off x="936441" y="2636912"/>
            <a:ext cx="2555955" cy="2923877"/>
          </a:xfrm>
          <a:prstGeom prst="rect">
            <a:avLst/>
          </a:prstGeom>
          <a:noFill/>
        </p:spPr>
        <p:txBody>
          <a:bodyPr wrap="square">
            <a:spAutoFit/>
          </a:bodyPr>
          <a:lstStyle/>
          <a:p>
            <a:pPr marL="342900" lvl="0" indent="-342900" eaLnBrk="1" hangingPunct="1">
              <a:buClr>
                <a:schemeClr val="tx1"/>
              </a:buClr>
              <a:buSzTx/>
              <a:buFont typeface="Wingdings" pitchFamily="2" charset="2"/>
              <a:buChar char="l"/>
            </a:pPr>
            <a:r>
              <a:rPr lang="zh-CN" altLang="en-US" sz="2400" b="1" dirty="0">
                <a:solidFill>
                  <a:schemeClr val="dk1"/>
                </a:solidFill>
                <a:latin typeface="Times New Roman" panose="02020603050405020304" pitchFamily="18" charset="0"/>
                <a:ea typeface="楷体" panose="02010609060101010101" charset="-122"/>
              </a:rPr>
              <a:t>系统建设评价：</a:t>
            </a:r>
          </a:p>
          <a:p>
            <a:pPr marL="457200" lvl="1" indent="0" eaLnBrk="1" hangingPunct="1">
              <a:buSzTx/>
              <a:buChar char="•"/>
            </a:pPr>
            <a:r>
              <a:rPr lang="zh-CN" altLang="en-US" sz="2000" b="1" dirty="0">
                <a:solidFill>
                  <a:schemeClr val="dk1"/>
                </a:solidFill>
                <a:latin typeface="Times New Roman" panose="02020603050405020304" pitchFamily="18" charset="0"/>
                <a:ea typeface="楷体" panose="02010609060101010101" charset="-122"/>
              </a:rPr>
              <a:t>系统规划目标的科学性</a:t>
            </a:r>
          </a:p>
          <a:p>
            <a:pPr marL="457200" lvl="1" indent="0" eaLnBrk="1" hangingPunct="1">
              <a:buSzTx/>
              <a:buChar char="•"/>
            </a:pPr>
            <a:r>
              <a:rPr lang="zh-CN" altLang="en-US" sz="2000" b="1" dirty="0">
                <a:solidFill>
                  <a:schemeClr val="dk1"/>
                </a:solidFill>
                <a:latin typeface="Times New Roman" panose="02020603050405020304" pitchFamily="18" charset="0"/>
                <a:ea typeface="楷体" panose="02010609060101010101" charset="-122"/>
              </a:rPr>
              <a:t>规划目标的实现程度</a:t>
            </a:r>
          </a:p>
          <a:p>
            <a:pPr marL="457200" lvl="1" indent="0" eaLnBrk="1" hangingPunct="1">
              <a:buSzTx/>
              <a:buChar char="•"/>
            </a:pPr>
            <a:r>
              <a:rPr lang="zh-CN" altLang="en-US" sz="2000" b="1" dirty="0">
                <a:solidFill>
                  <a:schemeClr val="dk1"/>
                </a:solidFill>
                <a:latin typeface="Times New Roman" panose="02020603050405020304" pitchFamily="18" charset="0"/>
                <a:ea typeface="楷体" panose="02010609060101010101" charset="-122"/>
              </a:rPr>
              <a:t>先进性</a:t>
            </a:r>
          </a:p>
          <a:p>
            <a:pPr marL="457200" lvl="1" indent="0" eaLnBrk="1" hangingPunct="1">
              <a:buSzTx/>
              <a:buChar char="•"/>
            </a:pPr>
            <a:r>
              <a:rPr lang="zh-CN" altLang="en-US" sz="2000" b="1" dirty="0">
                <a:solidFill>
                  <a:schemeClr val="dk1"/>
                </a:solidFill>
                <a:latin typeface="Times New Roman" panose="02020603050405020304" pitchFamily="18" charset="0"/>
                <a:ea typeface="楷体" panose="02010609060101010101" charset="-122"/>
              </a:rPr>
              <a:t>经济性</a:t>
            </a:r>
          </a:p>
          <a:p>
            <a:pPr marL="457200" lvl="1" indent="0" eaLnBrk="1" hangingPunct="1">
              <a:buSzTx/>
              <a:buChar char="•"/>
            </a:pPr>
            <a:r>
              <a:rPr lang="zh-CN" altLang="en-US" sz="2000" b="1" dirty="0">
                <a:solidFill>
                  <a:schemeClr val="dk1"/>
                </a:solidFill>
                <a:latin typeface="Times New Roman" panose="02020603050405020304" pitchFamily="18" charset="0"/>
                <a:ea typeface="楷体" panose="02010609060101010101" charset="-122"/>
              </a:rPr>
              <a:t>资源利用率</a:t>
            </a:r>
          </a:p>
          <a:p>
            <a:pPr marL="457200" lvl="1" indent="0" eaLnBrk="1" hangingPunct="1">
              <a:buSzTx/>
              <a:buChar char="•"/>
            </a:pPr>
            <a:r>
              <a:rPr lang="zh-CN" altLang="en-US" sz="2000" b="1" dirty="0">
                <a:solidFill>
                  <a:schemeClr val="dk1"/>
                </a:solidFill>
                <a:latin typeface="Times New Roman" panose="02020603050405020304" pitchFamily="18" charset="0"/>
                <a:ea typeface="楷体" panose="02010609060101010101" charset="-122"/>
              </a:rPr>
              <a:t>规范性</a:t>
            </a:r>
            <a:endParaRPr lang="zh-CN" altLang="en-US" sz="1600" dirty="0"/>
          </a:p>
        </p:txBody>
      </p:sp>
      <p:sp>
        <p:nvSpPr>
          <p:cNvPr id="12" name="文本框 11">
            <a:extLst>
              <a:ext uri="{FF2B5EF4-FFF2-40B4-BE49-F238E27FC236}">
                <a16:creationId xmlns:a16="http://schemas.microsoft.com/office/drawing/2014/main" id="{93C1901F-593E-D9DC-4AE5-54B7CFE7D7CD}"/>
              </a:ext>
            </a:extLst>
          </p:cNvPr>
          <p:cNvSpPr txBox="1"/>
          <p:nvPr/>
        </p:nvSpPr>
        <p:spPr>
          <a:xfrm>
            <a:off x="6069910" y="2636912"/>
            <a:ext cx="2822570" cy="1692771"/>
          </a:xfrm>
          <a:prstGeom prst="rect">
            <a:avLst/>
          </a:prstGeom>
          <a:noFill/>
        </p:spPr>
        <p:txBody>
          <a:bodyPr wrap="square">
            <a:spAutoFit/>
          </a:bodyPr>
          <a:lstStyle/>
          <a:p>
            <a:pPr marL="342900" lvl="0" indent="-342900" eaLnBrk="1" hangingPunct="1">
              <a:buClr>
                <a:schemeClr val="tx1"/>
              </a:buClr>
              <a:buSzTx/>
              <a:buFont typeface="Wingdings" pitchFamily="2" charset="2"/>
              <a:buChar char="l"/>
            </a:pPr>
            <a:r>
              <a:rPr lang="zh-CN" altLang="en-US" sz="2400" b="1" dirty="0">
                <a:solidFill>
                  <a:schemeClr val="dk1"/>
                </a:solidFill>
                <a:latin typeface="Times New Roman" panose="02020603050405020304" pitchFamily="18" charset="0"/>
                <a:ea typeface="楷体" panose="02010609060101010101" charset="-122"/>
              </a:rPr>
              <a:t>系统应用评价：</a:t>
            </a:r>
          </a:p>
          <a:p>
            <a:pPr marL="457200" lvl="1" indent="0" eaLnBrk="1" hangingPunct="1">
              <a:buSzTx/>
              <a:buChar char="•"/>
            </a:pPr>
            <a:r>
              <a:rPr lang="zh-CN" altLang="en-US" sz="2000" dirty="0">
                <a:solidFill>
                  <a:schemeClr val="dk1"/>
                </a:solidFill>
                <a:latin typeface="Times New Roman" panose="02020603050405020304" pitchFamily="18" charset="0"/>
                <a:ea typeface="楷体" panose="02010609060101010101" charset="-122"/>
              </a:rPr>
              <a:t>经济效益</a:t>
            </a:r>
          </a:p>
          <a:p>
            <a:pPr marL="457200" lvl="1" indent="0" eaLnBrk="1" hangingPunct="1">
              <a:buSzTx/>
              <a:buChar char="•"/>
            </a:pPr>
            <a:r>
              <a:rPr lang="zh-CN" altLang="en-US" sz="2000" dirty="0">
                <a:solidFill>
                  <a:schemeClr val="dk1"/>
                </a:solidFill>
                <a:latin typeface="Times New Roman" panose="02020603050405020304" pitchFamily="18" charset="0"/>
                <a:ea typeface="楷体" panose="02010609060101010101" charset="-122"/>
              </a:rPr>
              <a:t>社会效益</a:t>
            </a:r>
          </a:p>
          <a:p>
            <a:pPr marL="457200" lvl="1" indent="0" eaLnBrk="1" hangingPunct="1">
              <a:buSzTx/>
              <a:buChar char="•"/>
            </a:pPr>
            <a:r>
              <a:rPr lang="zh-CN" altLang="en-US" sz="2000" dirty="0">
                <a:solidFill>
                  <a:schemeClr val="dk1"/>
                </a:solidFill>
                <a:latin typeface="Times New Roman" panose="02020603050405020304" pitchFamily="18" charset="0"/>
                <a:ea typeface="楷体" panose="02010609060101010101" charset="-122"/>
              </a:rPr>
              <a:t>用户满意程度</a:t>
            </a:r>
          </a:p>
          <a:p>
            <a:pPr marL="457200" lvl="1" indent="0" eaLnBrk="1" hangingPunct="1">
              <a:buSzTx/>
              <a:buChar char="•"/>
            </a:pPr>
            <a:r>
              <a:rPr lang="zh-CN" altLang="en-US" sz="2000" dirty="0">
                <a:solidFill>
                  <a:schemeClr val="dk1"/>
                </a:solidFill>
                <a:latin typeface="Times New Roman" panose="02020603050405020304" pitchFamily="18" charset="0"/>
                <a:ea typeface="楷体" panose="02010609060101010101" charset="-122"/>
              </a:rPr>
              <a:t>系统功能应用程度</a:t>
            </a:r>
            <a:endParaRPr lang="en-US" altLang="zh-CN" sz="2400" dirty="0">
              <a:solidFill>
                <a:schemeClr val="dk1"/>
              </a:solidFill>
              <a:latin typeface="Times New Roman" panose="02020603050405020304" pitchFamily="18" charset="0"/>
              <a:ea typeface="楷体" panose="02010609060101010101" charset="-122"/>
            </a:endParaRPr>
          </a:p>
        </p:txBody>
      </p:sp>
    </p:spTree>
    <p:custDataLst>
      <p:tags r:id="rId1"/>
    </p:custDataLst>
    <p:extLst>
      <p:ext uri="{BB962C8B-B14F-4D97-AF65-F5344CB8AC3E}">
        <p14:creationId xmlns:p14="http://schemas.microsoft.com/office/powerpoint/2010/main" val="7556816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6" r:link="rId7"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8" r:link="rId9"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96258" name="Text Box 2"/>
          <p:cNvSpPr txBox="1"/>
          <p:nvPr/>
        </p:nvSpPr>
        <p:spPr>
          <a:xfrm>
            <a:off x="1343871" y="623607"/>
            <a:ext cx="739140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第</a:t>
            </a:r>
            <a:r>
              <a:rPr lang="en-US" altLang="zh-CN" sz="4000" b="1" dirty="0">
                <a:solidFill>
                  <a:schemeClr val="accent1"/>
                </a:solidFill>
                <a:latin typeface="Times New Roman" panose="02020603050405020304" pitchFamily="18" charset="0"/>
                <a:ea typeface="楷体" panose="02010609060101010101" charset="-122"/>
                <a:cs typeface="微软雅黑" panose="020B0503020204020204" charset="-122"/>
              </a:rPr>
              <a:t>4</a:t>
            </a:r>
            <a:r>
              <a:rPr lang="zh-CN" altLang="en-US" sz="4000" b="1" dirty="0">
                <a:solidFill>
                  <a:schemeClr val="accent1"/>
                </a:solidFill>
                <a:latin typeface="Times New Roman" panose="02020603050405020304" pitchFamily="18" charset="0"/>
                <a:ea typeface="楷体" panose="02010609060101010101" charset="-122"/>
                <a:cs typeface="微软雅黑" panose="020B0503020204020204" charset="-122"/>
              </a:rPr>
              <a:t>节   信息系统运行与维护</a:t>
            </a:r>
          </a:p>
        </p:txBody>
      </p:sp>
      <p:sp>
        <p:nvSpPr>
          <p:cNvPr id="96259" name="Rectangle 3"/>
          <p:cNvSpPr/>
          <p:nvPr>
            <p:custDataLst>
              <p:tags r:id="rId4"/>
            </p:custDataLst>
          </p:nvPr>
        </p:nvSpPr>
        <p:spPr>
          <a:xfrm>
            <a:off x="544060" y="1571177"/>
            <a:ext cx="3055645"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lvl="0" eaLnBrk="1" hangingPunct="1">
              <a:spcBef>
                <a:spcPct val="0"/>
              </a:spcBef>
              <a:buClrTx/>
              <a:buSzTx/>
              <a:buFont typeface="Wingdings" pitchFamily="2" charset="2"/>
              <a:buChar char="Ø"/>
            </a:pPr>
            <a:r>
              <a:rPr lang="zh-CN" altLang="en-US" sz="2800" b="1" dirty="0">
                <a:latin typeface="Times New Roman" panose="02020603050405020304" pitchFamily="18" charset="0"/>
                <a:ea typeface="楷体" panose="02010609060101010101" charset="-122"/>
              </a:rPr>
              <a:t>信息系统的评价</a:t>
            </a:r>
          </a:p>
        </p:txBody>
      </p:sp>
      <p:sp>
        <p:nvSpPr>
          <p:cNvPr id="2" name="Rectangle 2">
            <a:extLst>
              <a:ext uri="{FF2B5EF4-FFF2-40B4-BE49-F238E27FC236}">
                <a16:creationId xmlns:a16="http://schemas.microsoft.com/office/drawing/2014/main" id="{042D67D9-6D62-E786-91EA-17ECDBE91F57}"/>
              </a:ext>
            </a:extLst>
          </p:cNvPr>
          <p:cNvSpPr/>
          <p:nvPr/>
        </p:nvSpPr>
        <p:spPr>
          <a:xfrm>
            <a:off x="971600" y="2272563"/>
            <a:ext cx="5791200" cy="2187395"/>
          </a:xfrm>
          <a:prstGeom prst="rect">
            <a:avLst/>
          </a:prstGeom>
          <a:noFill/>
          <a:ln w="9525">
            <a:noFill/>
          </a:ln>
        </p:spPr>
        <p:txBody>
          <a:bodyPr lIns="90000" tIns="46800" rIns="90000" bIns="46800">
            <a:spAutoFit/>
          </a:bodyPr>
          <a:lstStyle>
            <a:defPPr>
              <a:defRPr lang="zh-CN"/>
            </a:defPPr>
            <a:lvl1pPr marL="0" lvl="0"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1" i="0" u="none" kern="1200" baseline="0">
                <a:solidFill>
                  <a:schemeClr val="folHlink"/>
                </a:solidFill>
                <a:latin typeface="Times New Roman" panose="02020603050405020304" pitchFamily="18" charset="0"/>
                <a:ea typeface="宋体" panose="02010600030101010101" pitchFamily="2" charset="-122"/>
                <a:cs typeface="+mn-cs"/>
              </a:defRPr>
            </a:lvl9pPr>
          </a:lstStyle>
          <a:p>
            <a:pPr marL="457200" lvl="0" indent="-457200" eaLnBrk="1" hangingPunct="1">
              <a:spcBef>
                <a:spcPct val="50000"/>
              </a:spcBef>
              <a:buClr>
                <a:schemeClr val="tx1"/>
              </a:buClr>
              <a:buSzTx/>
              <a:buFont typeface="Wingdings" pitchFamily="2" charset="2"/>
              <a:buChar char="l"/>
            </a:pPr>
            <a:r>
              <a:rPr lang="zh-CN" altLang="en-US" sz="2400" b="1" dirty="0">
                <a:solidFill>
                  <a:schemeClr val="dk1"/>
                </a:solidFill>
                <a:latin typeface="Times New Roman" panose="02020603050405020304" pitchFamily="18" charset="0"/>
                <a:ea typeface="楷体" panose="02010609060101010101" charset="-122"/>
              </a:rPr>
              <a:t>系统评价文档内容</a:t>
            </a:r>
          </a:p>
          <a:p>
            <a:pPr marL="742950" lvl="1" indent="-285750" eaLnBrk="1" hangingPunct="1">
              <a:spcBef>
                <a:spcPct val="50000"/>
              </a:spcBef>
              <a:buClr>
                <a:schemeClr val="tx1"/>
              </a:buClr>
              <a:buSzTx/>
              <a:buFont typeface="Wingdings" pitchFamily="2" charset="2"/>
              <a:buChar char="ü"/>
            </a:pPr>
            <a:r>
              <a:rPr lang="zh-CN" altLang="en-US" b="1" dirty="0">
                <a:solidFill>
                  <a:schemeClr val="dk1"/>
                </a:solidFill>
                <a:latin typeface="Times New Roman" panose="02020603050405020304" pitchFamily="18" charset="0"/>
                <a:ea typeface="楷体" panose="02010609060101010101" charset="-122"/>
              </a:rPr>
              <a:t>系统的</a:t>
            </a:r>
            <a:r>
              <a:rPr lang="zh-CN" altLang="en-US" b="1" dirty="0">
                <a:solidFill>
                  <a:srgbClr val="0070C0"/>
                </a:solidFill>
                <a:latin typeface="Times New Roman" panose="02020603050405020304" pitchFamily="18" charset="0"/>
                <a:ea typeface="楷体" panose="02010609060101010101" charset="-122"/>
              </a:rPr>
              <a:t>功能评价</a:t>
            </a:r>
          </a:p>
          <a:p>
            <a:pPr marL="742950" lvl="1" indent="-285750" eaLnBrk="1" hangingPunct="1">
              <a:spcBef>
                <a:spcPct val="50000"/>
              </a:spcBef>
              <a:buClr>
                <a:schemeClr val="tx1"/>
              </a:buClr>
              <a:buSzTx/>
              <a:buFont typeface="Wingdings" pitchFamily="2" charset="2"/>
              <a:buChar char="ü"/>
            </a:pPr>
            <a:r>
              <a:rPr lang="zh-CN" altLang="en-US" b="1" dirty="0">
                <a:solidFill>
                  <a:schemeClr val="dk1"/>
                </a:solidFill>
                <a:latin typeface="Times New Roman" panose="02020603050405020304" pitchFamily="18" charset="0"/>
                <a:ea typeface="楷体" panose="02010609060101010101" charset="-122"/>
              </a:rPr>
              <a:t>系统</a:t>
            </a:r>
            <a:r>
              <a:rPr lang="zh-CN" altLang="en-US" b="1" dirty="0">
                <a:solidFill>
                  <a:srgbClr val="0070C0"/>
                </a:solidFill>
                <a:latin typeface="Times New Roman" panose="02020603050405020304" pitchFamily="18" charset="0"/>
                <a:ea typeface="楷体" panose="02010609060101010101" charset="-122"/>
              </a:rPr>
              <a:t>硬件系统、软件系统的评价</a:t>
            </a:r>
          </a:p>
          <a:p>
            <a:pPr marL="742950" lvl="1" indent="-285750" eaLnBrk="1" hangingPunct="1">
              <a:spcBef>
                <a:spcPct val="50000"/>
              </a:spcBef>
              <a:buClr>
                <a:schemeClr val="tx1"/>
              </a:buClr>
              <a:buSzTx/>
              <a:buFont typeface="Wingdings" pitchFamily="2" charset="2"/>
              <a:buChar char="ü"/>
            </a:pPr>
            <a:r>
              <a:rPr lang="zh-CN" altLang="en-US" b="1" dirty="0">
                <a:solidFill>
                  <a:schemeClr val="dk1"/>
                </a:solidFill>
                <a:latin typeface="Times New Roman" panose="02020603050405020304" pitchFamily="18" charset="0"/>
                <a:ea typeface="楷体" panose="02010609060101010101" charset="-122"/>
              </a:rPr>
              <a:t>系统的</a:t>
            </a:r>
            <a:r>
              <a:rPr lang="zh-CN" altLang="en-US" b="1" dirty="0">
                <a:solidFill>
                  <a:srgbClr val="0070C0"/>
                </a:solidFill>
                <a:latin typeface="Times New Roman" panose="02020603050405020304" pitchFamily="18" charset="0"/>
                <a:ea typeface="楷体" panose="02010609060101010101" charset="-122"/>
              </a:rPr>
              <a:t>应用评价</a:t>
            </a:r>
          </a:p>
          <a:p>
            <a:pPr marL="742950" lvl="1" indent="-285750" eaLnBrk="1" hangingPunct="1">
              <a:spcBef>
                <a:spcPct val="50000"/>
              </a:spcBef>
              <a:buClr>
                <a:schemeClr val="tx1"/>
              </a:buClr>
              <a:buSzTx/>
              <a:buFont typeface="Wingdings" pitchFamily="2" charset="2"/>
              <a:buChar char="ü"/>
            </a:pPr>
            <a:r>
              <a:rPr lang="zh-CN" altLang="en-US" b="1" dirty="0">
                <a:solidFill>
                  <a:schemeClr val="dk1"/>
                </a:solidFill>
                <a:latin typeface="Times New Roman" panose="02020603050405020304" pitchFamily="18" charset="0"/>
                <a:ea typeface="楷体" panose="02010609060101010101" charset="-122"/>
              </a:rPr>
              <a:t>系统的</a:t>
            </a:r>
            <a:r>
              <a:rPr lang="zh-CN" altLang="en-US" b="1" dirty="0">
                <a:solidFill>
                  <a:srgbClr val="0070C0"/>
                </a:solidFill>
                <a:latin typeface="Times New Roman" panose="02020603050405020304" pitchFamily="18" charset="0"/>
                <a:ea typeface="楷体" panose="02010609060101010101" charset="-122"/>
              </a:rPr>
              <a:t>效益评价</a:t>
            </a:r>
          </a:p>
        </p:txBody>
      </p:sp>
    </p:spTree>
    <p:custDataLst>
      <p:tags r:id="rId1"/>
    </p:custDataLst>
    <p:extLst>
      <p:ext uri="{BB962C8B-B14F-4D97-AF65-F5344CB8AC3E}">
        <p14:creationId xmlns:p14="http://schemas.microsoft.com/office/powerpoint/2010/main" val="18886101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6" r:link="rId7" cstate="print">
            <a:extLst>
              <a:ext uri="{28A0092B-C50C-407E-A947-70E740481C1C}">
                <a14:useLocalDpi xmlns:a14="http://schemas.microsoft.com/office/drawing/2010/main" val="0"/>
              </a:ext>
            </a:extLst>
          </a:blip>
          <a:stretch>
            <a:fillRect/>
          </a:stretch>
        </p:blipFill>
        <p:spPr>
          <a:xfrm>
            <a:off x="0" y="0"/>
            <a:ext cx="540068" cy="623607"/>
          </a:xfrm>
          <a:prstGeom prst="rect">
            <a:avLst/>
          </a:prstGeom>
        </p:spPr>
      </p:pic>
      <p:pic>
        <p:nvPicPr>
          <p:cNvPr id="6" name="图片 5"/>
          <p:cNvPicPr/>
          <p:nvPr userDrawn="1">
            <p:custDataLst>
              <p:tags r:id="rId3"/>
            </p:custDataLst>
          </p:nvPr>
        </p:nvPicPr>
        <p:blipFill>
          <a:blip r:embed="rId8" r:link="rId9" cstate="print">
            <a:extLst>
              <a:ext uri="{28A0092B-C50C-407E-A947-70E740481C1C}">
                <a14:useLocalDpi xmlns:a14="http://schemas.microsoft.com/office/drawing/2010/main" val="0"/>
              </a:ext>
            </a:extLst>
          </a:blip>
          <a:stretch>
            <a:fillRect/>
          </a:stretch>
        </p:blipFill>
        <p:spPr>
          <a:xfrm>
            <a:off x="8603932" y="0"/>
            <a:ext cx="540068" cy="623607"/>
          </a:xfrm>
          <a:prstGeom prst="rect">
            <a:avLst/>
          </a:prstGeom>
        </p:spPr>
      </p:pic>
      <p:sp>
        <p:nvSpPr>
          <p:cNvPr id="102402" name="Rectangle 2"/>
          <p:cNvSpPr/>
          <p:nvPr/>
        </p:nvSpPr>
        <p:spPr>
          <a:xfrm>
            <a:off x="3657600" y="2895600"/>
            <a:ext cx="1295400" cy="609600"/>
          </a:xfrm>
          <a:prstGeom prst="rect">
            <a:avLst/>
          </a:prstGeom>
          <a:noFill/>
          <a:ln w="9525">
            <a:noFill/>
          </a:ln>
        </p:spPr>
        <p:txBody>
          <a:bodyPr lIns="92075" tIns="46038" rIns="92075" bIns="46038" anchor="b"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4000" b="1" dirty="0">
                <a:solidFill>
                  <a:schemeClr val="accent1"/>
                </a:solidFill>
                <a:latin typeface="Times New Roman" panose="02020603050405020304" pitchFamily="18" charset="0"/>
                <a:ea typeface="楷体" panose="02010609060101010101" charset="-122"/>
              </a:rPr>
              <a:t>END</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48dabdf9-490d-45b7-b765-6d0899c3912e"/>
  <p:tag name="COMMONDATA" val="eyJoZGlkIjoiMTA3NmMyZDIyYzFlYTljMDIyMjcwNWY5NzdhYThhMmYifQ=="/>
  <p:tag name="FULLTEXTBEAUTIFYED"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359"/>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359"/>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204359"/>
  <p:tag name="KSO_WM_TEMPLATE_SUBCATEGORY" val="0"/>
  <p:tag name="KSO_WM_TEMPLATE_MASTER_TYPE" val="1"/>
  <p:tag name="KSO_WM_TEMPLATE_COLOR_TYPE" val="1"/>
  <p:tag name="KSO_WM_TEMPLATE_MASTER_THUMB_INDEX" val="12"/>
  <p:tag name="KSO_WM_TEMPLATE_THUMBS_INDEX" val="1、4、7、9、12、15、19、22、23、24、25、26、29、34、39、42、43"/>
</p:tagLst>
</file>

<file path=ppt/tags/tag8.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Lst>
</file>

<file path=ppt/tags/tag8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8.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frame"/>
  <p:tag name="KSO_WM_SLIDE_BK_DARK_LIGHT" val="2"/>
  <p:tag name="KSO_WM_UNIT_HIGHLIGHT" val="0"/>
  <p:tag name="KSO_WM_UNIT_COMPATIBLE" val="0"/>
  <p:tag name="KSO_WM_UNIT_DIAGRAM_ISNUMVISUAL" val="0"/>
  <p:tag name="KSO_WM_UNIT_DIAGRAM_ISREFERUNIT" val="0"/>
  <p:tag name="KSO_WM_UNIT_INDEX" val="1"/>
  <p:tag name="KSO_WM_UNIT_ID" val="_13*i*1"/>
  <p:tag name="KSO_WM_UNIT_BK_DARK_LIGHT" val="2"/>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6.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NDEX" val="1"/>
  <p:tag name="KSO_WM_UNIT_ID" val="_14*i*1"/>
  <p:tag name="KSO_WM_UNIT_BK_DARK_LIGHT" val="2"/>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4.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NDEX" val="1"/>
  <p:tag name="KSO_WM_UNIT_ID" val="_15*i*1"/>
  <p:tag name="KSO_WM_UNIT_BK_DARK_LIGHT" val="2"/>
  <p:tag name="KSO_WM_UNIT_LAYERLEVEL" val="1"/>
  <p:tag name="KSO_WM_TAG_VERSION" val="1.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3.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NDEX" val="1"/>
  <p:tag name="KSO_WM_UNIT_ID" val="_16*i*1"/>
  <p:tag name="KSO_WM_UNIT_BK_DARK_LIGHT" val="2"/>
  <p:tag name="KSO_WM_UNIT_LAYERLEVEL" val="1"/>
  <p:tag name="KSO_WM_TAG_VERSION" val="1.0"/>
  <p:tag name="KSO_WM_BEAUTIFY_FLAG" val="#wm#"/>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2.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NDEX" val="1"/>
  <p:tag name="KSO_WM_UNIT_ID" val="_17*i*1"/>
  <p:tag name="KSO_WM_UNIT_BK_DARK_LIGHT" val="2"/>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3.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elt"/>
  <p:tag name="KSO_WM_SLIDE_BK_DARK_LIGHT" val="2"/>
  <p:tag name="KSO_WM_UNIT_HIGHLIGHT" val="0"/>
  <p:tag name="KSO_WM_UNIT_COMPATIBLE" val="0"/>
  <p:tag name="KSO_WM_UNIT_DIAGRAM_ISNUMVISUAL" val="0"/>
  <p:tag name="KSO_WM_UNIT_DIAGRAM_ISREFERUNIT" val="0"/>
  <p:tag name="KSO_WM_UNIT_INDEX" val="1"/>
  <p:tag name="KSO_WM_UNIT_ID" val="_18*i*1"/>
  <p:tag name="KSO_WM_UNIT_BK_DARK_LIGHT" val="2"/>
  <p:tag name="KSO_WM_UNIT_LAYERLEVEL" val="1"/>
  <p:tag name="KSO_WM_TAG_VERSION" val="1.0"/>
  <p:tag name="KSO_WM_BEAUTIFY_FLAG" val="#wm#"/>
</p:tagLst>
</file>

<file path=ppt/tags/tag134.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wm#"/>
  <p:tag name="KSO_WM_TEMPLATE_SUBCATEGORY" val="0"/>
  <p:tag name="KSO_WM_SLIDE_ITEM_CNT" val="0"/>
  <p:tag name="KSO_WM_SLIDE_INDEX" val="1"/>
  <p:tag name="KSO_WM_TAG_VERSION" val="1.0"/>
  <p:tag name="KSO_WM_SLIDE_LAYOUT" val="a_b"/>
  <p:tag name="KSO_WM_SLIDE_LAYOUT_CNT" val="1_3"/>
  <p:tag name="KSO_WM_SLIDE_TYPE" val="title"/>
  <p:tag name="KSO_WM_SLIDE_SUBTYPE" val="pureTxt"/>
  <p:tag name="KSO_WM_TEMPLATE_MASTER_TYPE" val="1"/>
  <p:tag name="KSO_WM_TEMPLATE_COLOR_TYPE" val="1"/>
  <p:tag name="KSO_WM_TEMPLATE_CATEGORY" val="custom"/>
  <p:tag name="KSO_WM_TEMPLATE_INDEX" val="20204359"/>
  <p:tag name="KSO_WM_SLIDE_ID" val="custom20204359_1"/>
  <p:tag name="KSO_WM_TEMPLATE_MASTER_THUMB_INDEX" val="12"/>
  <p:tag name="KSO_WM_TEMPLATE_THUMBS_INDEX" val="1、4、7、9、12、15、19、22、23、24、25、26、29、34、39、42、43"/>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10"/>
  <p:tag name="KSO_WM_UNIT_TYPE" val="a"/>
  <p:tag name="KSO_WM_UNIT_INDEX" val="1"/>
  <p:tag name="KSO_WM_UNIT_PRESET_TEXT" val="活动策划方案"/>
  <p:tag name="KSO_WM_TEMPLATE_CATEGORY" val="custom"/>
  <p:tag name="KSO_WM_TEMPLATE_INDEX" val="20204359"/>
  <p:tag name="KSO_WM_UNIT_ID" val="custom20204359_1*a*1"/>
  <p:tag name="KSO_WM_UNIT_ISNUMDGMTITLE" val="0"/>
</p:tagLst>
</file>

<file path=ppt/tags/tag143.xml><?xml version="1.0" encoding="utf-8"?>
<p:tagLst xmlns:a="http://schemas.openxmlformats.org/drawingml/2006/main" xmlns:r="http://schemas.openxmlformats.org/officeDocument/2006/relationships" xmlns:p="http://schemas.openxmlformats.org/presentationml/2006/main">
  <p:tag name="KSO_WM_UNIT_ISCONTENTSTITLE" val="1"/>
  <p:tag name="KSO_WM_UNIT_PRESET_TEXT" val="目录"/>
  <p:tag name="KSO_WM_UNIT_NOCLEAR" val="0"/>
  <p:tag name="KSO_WM_UNIT_VALUE" val="3"/>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LAYERLEVEL" val="1"/>
  <p:tag name="KSO_WM_TAG_VERSION" val="1.0"/>
  <p:tag name="KSO_WM_BEAUTIFY_FLAG" val="#wm#"/>
  <p:tag name="KSO_WM_TEMPLATE_CATEGORY" val="custom"/>
  <p:tag name="KSO_WM_TEMPLATE_INDEX" val="20204359"/>
  <p:tag name="KSO_WM_UNIT_ID" val="custom20204359_4*a*1"/>
  <p:tag name="KSO_WM_UNIT_ISNUMDGMTITLE" val="0"/>
  <p:tag name="KSO_WM_UNIT_TEXT_FILL_FORE_SCHEMECOLOR_INDEX" val="13"/>
  <p:tag name="KSO_WM_UNIT_TEXT_FILL_TYPE" val="1"/>
  <p:tag name="KSO_WM_UNIT_USESOURCEFORMAT_APPLY" val="1"/>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26"/>
  <p:tag name="KSO_WM_UNIT_TYPE" val="b"/>
  <p:tag name="KSO_WM_UNIT_INDEX" val="1"/>
  <p:tag name="KSO_WM_UNIT_PRESET_TEXT" val="单击此处添加副标题内容"/>
  <p:tag name="KSO_WM_TEMPLATE_CATEGORY" val="custom"/>
  <p:tag name="KSO_WM_TEMPLATE_INDEX" val="20204359"/>
  <p:tag name="KSO_WM_UNIT_ID" val="custom20204359_1*b*1"/>
  <p:tag name="KSO_WM_UNIT_ISNUMDGMTITLE" val="0"/>
  <p:tag name="KSO_WM_UNIT_TEXT_FILL_FORE_SCHEMECOLOR_INDEX_BRIGHTNESS" val="0.15"/>
  <p:tag name="KSO_WM_UNIT_TEXT_FILL_FORE_SCHEMECOLOR_INDEX" val="13"/>
  <p:tag name="KSO_WM_UNIT_TEXT_FILL_TYPE" val="1"/>
</p:tagLst>
</file>

<file path=ppt/tags/tag145.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46.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c7758797-e363-46b9-a775-e3904511ba0c}"/>
  <p:tag name="KSO_WM_UNIT_TYPE" val="i"/>
</p:tagLst>
</file>

<file path=ppt/tags/tag147.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a94ee95-f082-45b2-9948-75e38f3d788c}"/>
  <p:tag name="KSO_WM_UNIT_TYPE" val="i"/>
</p:tagLst>
</file>

<file path=ppt/tags/tag14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4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5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5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5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5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5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5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5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57.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5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5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6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6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77.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7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7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8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8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8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8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7.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9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9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9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9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9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9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9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9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0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0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0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0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0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0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0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07.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0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0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1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1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21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21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21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21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21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217.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21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9"/>
  <p:tag name="KSO_WM_UNIT_LINE_FILL_TYPE" val="2"/>
  <p:tag name="KSO_WM_UNIT_TEXT_FILL_FORE_SCHEMECOLOR_INDEX_BRIGHTNESS" val="0"/>
  <p:tag name="KSO_WM_UNIT_TEXT_FILL_FORE_SCHEMECOLOR_INDEX" val="13"/>
  <p:tag name="KSO_WM_UNIT_TEXT_FILL_TYPE" val="1"/>
</p:tagLst>
</file>

<file path=ppt/tags/tag219.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2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221.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2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3.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2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22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22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7.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28.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22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2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2"/>
  <p:tag name="KSO_WM_UNIT_TEXT_FILL_TYPE" val="1"/>
</p:tagLst>
</file>

<file path=ppt/tags/tag231.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32.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23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23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35.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36.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237.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2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39.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4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241.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2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3.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4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24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2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7.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48.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24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2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2"/>
  <p:tag name="KSO_WM_UNIT_TEXT_FILL_TYPE" val="1"/>
</p:tagLst>
</file>

<file path=ppt/tags/tag2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2.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5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25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25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2"/>
  <p:tag name="KSO_WM_UNIT_TEXT_FILL_TYPE" val="1"/>
</p:tagLst>
</file>

<file path=ppt/tags/tag25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7.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58.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25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2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2"/>
  <p:tag name="KSO_WM_UNIT_TEXT_FILL_TYPE" val="1"/>
</p:tagLst>
</file>

<file path=ppt/tags/tag2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2.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6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26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26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2"/>
  <p:tag name="KSO_WM_UNIT_TEXT_FILL_TYPE" val="1"/>
</p:tagLst>
</file>

<file path=ppt/tags/tag26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7.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68.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26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2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2"/>
  <p:tag name="KSO_WM_UNIT_TEXT_FILL_TYPE" val="1"/>
</p:tagLst>
</file>

<file path=ppt/tags/tag2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72.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7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27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27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2"/>
  <p:tag name="KSO_WM_UNIT_TEXT_FILL_TYPE" val="1"/>
</p:tagLst>
</file>

<file path=ppt/tags/tag2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77.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78.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27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2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2"/>
  <p:tag name="KSO_WM_UNIT_TEXT_FILL_TYPE" val="1"/>
</p:tagLst>
</file>

<file path=ppt/tags/tag28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82.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8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28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2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2"/>
  <p:tag name="KSO_WM_UNIT_TEXT_FILL_TYPE" val="1"/>
</p:tagLst>
</file>

<file path=ppt/tags/tag286.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87.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288.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28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2"/>
  <p:tag name="KSO_WM_UNIT_TEXT_FILL_TYPE" val="1"/>
</p:tagLst>
</file>

<file path=ppt/tags/tag290.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91.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292.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2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9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9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296.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29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2"/>
  <p:tag name="KSO_WM_UNIT_TEXT_FILL_TYPE" val="1"/>
</p:tagLst>
</file>

<file path=ppt/tags/tag29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99.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0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301.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30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2"/>
  <p:tag name="KSO_WM_UNIT_TEXT_FILL_TYPE" val="1"/>
</p:tagLst>
</file>

<file path=ppt/tags/tag30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0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306.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30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2"/>
  <p:tag name="KSO_WM_UNIT_TEXT_FILL_TYPE" val="1"/>
</p:tagLst>
</file>

<file path=ppt/tags/tag30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2"/>
  <p:tag name="KSO_WM_UNIT_LINE_FILL_TYPE" val="2"/>
</p:tagLst>
</file>

<file path=ppt/tags/tag31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2"/>
  <p:tag name="KSO_WM_UNIT_LINE_FILL_TYPE" val="2"/>
</p:tagLst>
</file>

<file path=ppt/tags/tag31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2"/>
  <p:tag name="KSO_WM_UNIT_LINE_FILL_TYPE" val="2"/>
</p:tagLst>
</file>

<file path=ppt/tags/tag31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2"/>
  <p:tag name="KSO_WM_UNIT_LINE_FILL_TYPE" val="2"/>
</p:tagLst>
</file>

<file path=ppt/tags/tag3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2"/>
  <p:tag name="KSO_WM_UNIT_LINE_FILL_TYPE" val="2"/>
</p:tagLst>
</file>

<file path=ppt/tags/tag31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7.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18.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31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32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2"/>
  <p:tag name="KSO_WM_UNIT_TEXT_FILL_TYPE" val="1"/>
</p:tagLst>
</file>

<file path=ppt/tags/tag3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2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2"/>
  <p:tag name="KSO_WM_UNIT_LINE_FILL_TYPE" val="2"/>
</p:tagLst>
</file>

<file path=ppt/tags/tag32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2"/>
  <p:tag name="KSO_WM_UNIT_LINE_FILL_TYPE" val="2"/>
</p:tagLst>
</file>

<file path=ppt/tags/tag32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2"/>
  <p:tag name="KSO_WM_UNIT_LINE_FILL_TYPE" val="2"/>
</p:tagLst>
</file>

<file path=ppt/tags/tag32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2"/>
  <p:tag name="KSO_WM_UNIT_LINE_FILL_TYPE" val="2"/>
</p:tagLst>
</file>

<file path=ppt/tags/tag32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27.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2"/>
  <p:tag name="KSO_WM_UNIT_LINE_FILL_TYPE" val="2"/>
</p:tagLst>
</file>

<file path=ppt/tags/tag32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2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2"/>
  <p:tag name="KSO_WM_UNIT_LINE_FILL_TYPE" val="2"/>
</p:tagLst>
</file>

<file path=ppt/tags/tag3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31.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32.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33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33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2"/>
  <p:tag name="KSO_WM_UNIT_TEXT_FILL_TYPE" val="1"/>
</p:tagLst>
</file>

<file path=ppt/tags/tag33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3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2"/>
  <p:tag name="KSO_WM_UNIT_LINE_FILL_TYPE" val="2"/>
</p:tagLst>
</file>

<file path=ppt/tags/tag337.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38.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33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34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2"/>
  <p:tag name="KSO_WM_UNIT_LINE_FILL_TYPE" val="2"/>
</p:tagLst>
</file>

<file path=ppt/tags/tag34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2"/>
  <p:tag name="KSO_WM_UNIT_LINE_FILL_TYPE" val="2"/>
</p:tagLst>
</file>

<file path=ppt/tags/tag34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2"/>
  <p:tag name="KSO_WM_UNIT_LINE_FILL_TYPE" val="2"/>
</p:tagLst>
</file>

<file path=ppt/tags/tag34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2"/>
  <p:tag name="KSO_WM_UNIT_LINE_FILL_TYPE" val="2"/>
</p:tagLst>
</file>

<file path=ppt/tags/tag34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4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2"/>
  <p:tag name="KSO_WM_UNIT_LINE_FILL_TYPE" val="2"/>
</p:tagLst>
</file>

<file path=ppt/tags/tag3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47.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2"/>
  <p:tag name="KSO_WM_UNIT_LINE_FILL_TYPE" val="2"/>
</p:tagLst>
</file>

<file path=ppt/tags/tag3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2"/>
  <p:tag name="KSO_WM_UNIT_TEXT_FILL_TYPE" val="1"/>
</p:tagLst>
</file>

<file path=ppt/tags/tag3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5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2"/>
  <p:tag name="KSO_WM_UNIT_LINE_FILL_TYPE" val="2"/>
</p:tagLst>
</file>

<file path=ppt/tags/tag35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2"/>
  <p:tag name="KSO_WM_UNIT_LINE_FILL_TYPE" val="2"/>
</p:tagLst>
</file>

<file path=ppt/tags/tag35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2"/>
  <p:tag name="KSO_WM_UNIT_LINE_FILL_TYPE" val="2"/>
</p:tagLst>
</file>

<file path=ppt/tags/tag35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5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2"/>
  <p:tag name="KSO_WM_UNIT_LINE_FILL_TYPE" val="2"/>
</p:tagLst>
</file>

<file path=ppt/tags/tag35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57.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2"/>
  <p:tag name="KSO_WM_UNIT_LINE_FILL_TYPE" val="2"/>
</p:tagLst>
</file>

<file path=ppt/tags/tag3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5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2"/>
  <p:tag name="KSO_WM_UNIT_LINE_FILL_TYPE" val="2"/>
</p:tagLst>
</file>

<file path=ppt/tags/tag360.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61.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362.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3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6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6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366.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3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2"/>
  <p:tag name="KSO_WM_UNIT_TEXT_FILL_TYPE" val="1"/>
</p:tagLst>
</file>

<file path=ppt/tags/tag3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69.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7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371.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3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2"/>
  <p:tag name="KSO_WM_UNIT_TEXT_FILL_TYPE" val="1"/>
</p:tagLst>
</file>

<file path=ppt/tags/tag37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7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7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376.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3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2"/>
  <p:tag name="KSO_WM_UNIT_TEXT_FILL_TYPE" val="1"/>
</p:tagLst>
</file>

<file path=ppt/tags/tag3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79.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8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381.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38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2"/>
  <p:tag name="KSO_WM_UNIT_TEXT_FILL_TYPE" val="1"/>
</p:tagLst>
</file>

<file path=ppt/tags/tag38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5.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86.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387.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ags/tag38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2"/>
  <p:tag name="KSO_WM_UNIT_TEXT_FILL_TYPE" val="1"/>
</p:tagLst>
</file>

<file path=ppt/tags/tag389.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9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84cdbbc3-8639-4a33-be7c-5a79df322d84}"/>
  <p:tag name="KSO_WM_UNIT_TYPE" val="i"/>
</p:tagLst>
</file>

<file path=ppt/tags/tag391.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436b89bc-c10c-4c71-8840-3bcb1ec73a8f}"/>
  <p:tag name="KSO_WM_UNIT_TYPE" val="i"/>
</p:tagLst>
</file>

<file path=ppt/theme/theme1.xml><?xml version="1.0" encoding="utf-8"?>
<a:theme xmlns:a="http://schemas.openxmlformats.org/drawingml/2006/main" name="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Soaring">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folHlink"/>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folHlink"/>
            </a:solidFill>
            <a:effectLst/>
            <a:latin typeface="Times New Roman" panose="02020603050405020304" pitchFamily="18" charset="0"/>
            <a:ea typeface="宋体" panose="02010600030101010101" pitchFamily="2" charset="-122"/>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自定义 50">
      <a:dk1>
        <a:srgbClr val="000000"/>
      </a:dk1>
      <a:lt1>
        <a:srgbClr val="FFFFFF"/>
      </a:lt1>
      <a:dk2>
        <a:srgbClr val="EAF1F6"/>
      </a:dk2>
      <a:lt2>
        <a:srgbClr val="FFFFFF"/>
      </a:lt2>
      <a:accent1>
        <a:srgbClr val="476BAB"/>
      </a:accent1>
      <a:accent2>
        <a:srgbClr val="267793"/>
      </a:accent2>
      <a:accent3>
        <a:srgbClr val="2E7861"/>
      </a:accent3>
      <a:accent4>
        <a:srgbClr val="53703E"/>
      </a:accent4>
      <a:accent5>
        <a:srgbClr val="866134"/>
      </a:accent5>
      <a:accent6>
        <a:srgbClr val="AB5345"/>
      </a:accent6>
      <a:hlink>
        <a:srgbClr val="0563C1"/>
      </a:hlink>
      <a:folHlink>
        <a:srgbClr val="954E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Designs\Soaring.pot</Template>
  <TotalTime>2200</TotalTime>
  <Words>2478</Words>
  <Application>Microsoft Macintosh PowerPoint</Application>
  <PresentationFormat>全屏显示(4:3)</PresentationFormat>
  <Paragraphs>265</Paragraphs>
  <Slides>32</Slides>
  <Notes>16</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32</vt:i4>
      </vt:variant>
    </vt:vector>
  </HeadingPairs>
  <TitlesOfParts>
    <vt:vector size="38" baseType="lpstr">
      <vt:lpstr>微软雅黑</vt:lpstr>
      <vt:lpstr>Arial</vt:lpstr>
      <vt:lpstr>Times New Roman</vt:lpstr>
      <vt:lpstr>Wingdings</vt:lpstr>
      <vt:lpstr>Soaring</vt:lpstr>
      <vt:lpstr>2_Office 主题​​</vt:lpstr>
      <vt:lpstr>PowerPoint 演示文稿</vt:lpstr>
      <vt:lpstr>PowerPoint 演示文稿</vt:lpstr>
      <vt:lpstr>第6章 信息系统实施与管理</vt:lpstr>
      <vt:lpstr>第6章 信息系统实施与管理</vt:lpstr>
      <vt:lpstr>PowerPoint 演示文稿</vt:lpstr>
      <vt:lpstr>PowerPoint 演示文稿</vt:lpstr>
      <vt:lpstr>PowerPoint 演示文稿</vt:lpstr>
      <vt:lpstr>PowerPoint 演示文稿</vt:lpstr>
      <vt:lpstr>第6章 信息系统实施与管理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第6章 信息系统实施与管理</vt:lpstr>
      <vt:lpstr>PowerPoint 演示文稿</vt:lpstr>
      <vt:lpstr>PowerPoint 演示文稿</vt:lpstr>
      <vt:lpstr>PowerPoint 演示文稿</vt:lpstr>
      <vt:lpstr>PowerPoint 演示文稿</vt:lpstr>
      <vt:lpstr>PowerPoint 演示文稿</vt:lpstr>
      <vt:lpstr>PowerPoint 演示文稿</vt:lpstr>
      <vt:lpstr>第6章 信息系统实施与管理</vt:lpstr>
      <vt:lpstr>PowerPoint 演示文稿</vt:lpstr>
      <vt:lpstr>PowerPoint 演示文稿</vt:lpstr>
      <vt:lpstr>PowerPoint 演示文稿</vt:lpstr>
      <vt:lpstr>PowerPoint 演示文稿</vt:lpstr>
      <vt:lpstr>PowerPoint 演示文稿</vt:lpstr>
      <vt:lpstr>PowerPoint 演示文稿</vt:lpstr>
    </vt:vector>
  </TitlesOfParts>
  <Company>华工</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吴臻</dc:creator>
  <cp:lastModifiedBy>Microsoft Office User</cp:lastModifiedBy>
  <cp:revision>678</cp:revision>
  <dcterms:created xsi:type="dcterms:W3CDTF">2006-02-10T08:42:32Z</dcterms:created>
  <dcterms:modified xsi:type="dcterms:W3CDTF">2024-04-21T14:47:54Z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2052-11.1.0.12763</vt:lpwstr>
  </property>
  <property fmtid="{D5CDD505-2E9C-101B-9397-08002B2CF9AE}" pid="3" name="ICV">
    <vt:lpwstr>31A4A859CDAE4FA6BD3A8454B62127F1</vt:lpwstr>
  </property>
</Properties>
</file>